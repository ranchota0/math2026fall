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a6c030bc274633" /><Relationship Type="http://schemas.openxmlformats.org/officeDocument/2006/relationships/extended-properties" Target="/docProps/app.xml" Id="R5bbde2f7c9964ea6" /><Relationship Type="http://schemas.openxmlformats.org/officeDocument/2006/relationships/officeDocument" Target="/ppt/presentation.xml" Id="R7966d815bf4740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2bd8eb24ee4041"/>
    <p:sldMasterId xmlns:r="http://schemas.openxmlformats.org/officeDocument/2006/relationships" id="2147483660" r:id="R54ba40a352424a91"/>
  </p:sldMasterIdLst>
  <p:notesMasterIdLst>
    <p:notesMasterId xmlns:r="http://schemas.openxmlformats.org/officeDocument/2006/relationships" r:id="Ra480b5df9e1640f3"/>
  </p:notesMasterIdLst>
  <p:sldIdLst>
    <p:sldId xmlns:r="http://schemas.openxmlformats.org/officeDocument/2006/relationships" id="256" r:id="R4841a7fa7326464f"/>
    <p:sldId xmlns:r="http://schemas.openxmlformats.org/officeDocument/2006/relationships" id="257" r:id="R8deb7c8488c04de3"/>
    <p:sldId xmlns:r="http://schemas.openxmlformats.org/officeDocument/2006/relationships" id="258" r:id="R745f8a572ed04e35"/>
    <p:sldId xmlns:r="http://schemas.openxmlformats.org/officeDocument/2006/relationships" id="259" r:id="R8aab7dc2439c4ad3"/>
    <p:sldId xmlns:r="http://schemas.openxmlformats.org/officeDocument/2006/relationships" id="260" r:id="R2e3c2f0110e147d0"/>
    <p:sldId xmlns:r="http://schemas.openxmlformats.org/officeDocument/2006/relationships" id="261" r:id="Reea3659e97c44681"/>
    <p:sldId xmlns:r="http://schemas.openxmlformats.org/officeDocument/2006/relationships" id="262" r:id="Rad08801464d44a6c"/>
    <p:sldId xmlns:r="http://schemas.openxmlformats.org/officeDocument/2006/relationships" id="263" r:id="R2e0190ecc2bd4e7d"/>
    <p:sldId xmlns:r="http://schemas.openxmlformats.org/officeDocument/2006/relationships" id="264" r:id="R7e05553f49b34463"/>
    <p:sldId xmlns:r="http://schemas.openxmlformats.org/officeDocument/2006/relationships" id="265" r:id="R6b7388dc83634403"/>
    <p:sldId xmlns:r="http://schemas.openxmlformats.org/officeDocument/2006/relationships" id="266" r:id="R24d7b44bfee44f46"/>
    <p:sldId xmlns:r="http://schemas.openxmlformats.org/officeDocument/2006/relationships" id="267" r:id="R2aa9091a127e4399"/>
    <p:sldId xmlns:r="http://schemas.openxmlformats.org/officeDocument/2006/relationships" id="268" r:id="Rc8f4ac45d6b64c4b"/>
    <p:sldId xmlns:r="http://schemas.openxmlformats.org/officeDocument/2006/relationships" id="269" r:id="R3786e6f0a3214287"/>
    <p:sldId xmlns:r="http://schemas.openxmlformats.org/officeDocument/2006/relationships" id="270" r:id="R5c242ed6732141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05a5973f924a74" /><Relationship Type="http://schemas.openxmlformats.org/officeDocument/2006/relationships/slideMaster" Target="/ppt/slideMasters/slideMaster1.xml" Id="R782bd8eb24ee4041" /><Relationship Type="http://schemas.openxmlformats.org/officeDocument/2006/relationships/slideMaster" Target="/ppt/slideMasters/slideMaster2.xml" Id="R54ba40a352424a91" /><Relationship Type="http://schemas.openxmlformats.org/officeDocument/2006/relationships/notesMaster" Target="/ppt/notesMasters/notesMaster1.xml" Id="Ra480b5df9e1640f3" /><Relationship Type="http://schemas.openxmlformats.org/officeDocument/2006/relationships/presProps" Target="/ppt/presProps.xml" Id="Rc598b9c2f09b4da0" /><Relationship Type="http://schemas.openxmlformats.org/officeDocument/2006/relationships/viewProps" Target="/ppt/viewProps.xml" Id="R55463ea040c14ef2" /><Relationship Type="http://schemas.openxmlformats.org/officeDocument/2006/relationships/tableStyles" Target="/ppt/tableStyles.xml" Id="R15ca722ae1964f35" /><Relationship Type="http://schemas.openxmlformats.org/officeDocument/2006/relationships/slide" Target="/ppt/slides/slide1.xml" Id="R4841a7fa7326464f" /><Relationship Type="http://schemas.openxmlformats.org/officeDocument/2006/relationships/slide" Target="/ppt/slides/slide2.xml" Id="R8deb7c8488c04de3" /><Relationship Type="http://schemas.openxmlformats.org/officeDocument/2006/relationships/slide" Target="/ppt/slides/slide3.xml" Id="R745f8a572ed04e35" /><Relationship Type="http://schemas.openxmlformats.org/officeDocument/2006/relationships/slide" Target="/ppt/slides/slide4.xml" Id="R8aab7dc2439c4ad3" /><Relationship Type="http://schemas.openxmlformats.org/officeDocument/2006/relationships/slide" Target="/ppt/slides/slide5.xml" Id="R2e3c2f0110e147d0" /><Relationship Type="http://schemas.openxmlformats.org/officeDocument/2006/relationships/slide" Target="/ppt/slides/slide6.xml" Id="Reea3659e97c44681" /><Relationship Type="http://schemas.openxmlformats.org/officeDocument/2006/relationships/slide" Target="/ppt/slides/slide7.xml" Id="Rad08801464d44a6c" /><Relationship Type="http://schemas.openxmlformats.org/officeDocument/2006/relationships/slide" Target="/ppt/slides/slide8.xml" Id="R2e0190ecc2bd4e7d" /><Relationship Type="http://schemas.openxmlformats.org/officeDocument/2006/relationships/slide" Target="/ppt/slides/slide9.xml" Id="R7e05553f49b34463" /><Relationship Type="http://schemas.openxmlformats.org/officeDocument/2006/relationships/slide" Target="/ppt/slides/slide10.xml" Id="R6b7388dc83634403" /><Relationship Type="http://schemas.openxmlformats.org/officeDocument/2006/relationships/slide" Target="/ppt/slides/slide11.xml" Id="R24d7b44bfee44f46" /><Relationship Type="http://schemas.openxmlformats.org/officeDocument/2006/relationships/slide" Target="/ppt/slides/slide12.xml" Id="R2aa9091a127e4399" /><Relationship Type="http://schemas.openxmlformats.org/officeDocument/2006/relationships/slide" Target="/ppt/slides/slide13.xml" Id="Rc8f4ac45d6b64c4b" /><Relationship Type="http://schemas.openxmlformats.org/officeDocument/2006/relationships/slide" Target="/ppt/slides/slide14.xml" Id="R3786e6f0a3214287" /><Relationship Type="http://schemas.openxmlformats.org/officeDocument/2006/relationships/slide" Target="/ppt/slides/slide15.xml" Id="R5c242ed6732141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5c25d6b40f941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9406d36ef142e5" /><Relationship Type="http://schemas.openxmlformats.org/officeDocument/2006/relationships/notesMaster" Target="/ppt/notesMasters/notesMaster1.xml" Id="R014b51f2d57a4b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a18a32a7ca4688" /><Relationship Type="http://schemas.openxmlformats.org/officeDocument/2006/relationships/notesMaster" Target="/ppt/notesMasters/notesMaster1.xml" Id="R7702a0f6d26f49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03f86a772f4486" /><Relationship Type="http://schemas.openxmlformats.org/officeDocument/2006/relationships/notesMaster" Target="/ppt/notesMasters/notesMaster1.xml" Id="R5f2bcd16fa3e4f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c01d98e10f43e7" /><Relationship Type="http://schemas.openxmlformats.org/officeDocument/2006/relationships/notesMaster" Target="/ppt/notesMasters/notesMaster1.xml" Id="R991f1433ff984c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dd678ae631483a" /><Relationship Type="http://schemas.openxmlformats.org/officeDocument/2006/relationships/notesMaster" Target="/ppt/notesMasters/notesMaster1.xml" Id="R34aef29867d448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45626ddfd04c57" /><Relationship Type="http://schemas.openxmlformats.org/officeDocument/2006/relationships/notesMaster" Target="/ppt/notesMasters/notesMaster1.xml" Id="Rf7029a8555a84d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e4c52bf95d43e2" /><Relationship Type="http://schemas.openxmlformats.org/officeDocument/2006/relationships/notesMaster" Target="/ppt/notesMasters/notesMaster1.xml" Id="R10c42c83c5644d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10e1bf3f1f492a" /><Relationship Type="http://schemas.openxmlformats.org/officeDocument/2006/relationships/notesMaster" Target="/ppt/notesMasters/notesMaster1.xml" Id="R8cbfa614499e4c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c7c8d9a0a64dd9" /><Relationship Type="http://schemas.openxmlformats.org/officeDocument/2006/relationships/notesMaster" Target="/ppt/notesMasters/notesMaster1.xml" Id="R9dbe021826ae4f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c1db56b5c84344" /><Relationship Type="http://schemas.openxmlformats.org/officeDocument/2006/relationships/notesMaster" Target="/ppt/notesMasters/notesMaster1.xml" Id="Rb67da4ed9f9d4e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82393bfd41418d" /><Relationship Type="http://schemas.openxmlformats.org/officeDocument/2006/relationships/notesMaster" Target="/ppt/notesMasters/notesMaster1.xml" Id="Re25737cd2b6e44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71dd39969f421a" /><Relationship Type="http://schemas.openxmlformats.org/officeDocument/2006/relationships/notesMaster" Target="/ppt/notesMasters/notesMaster1.xml" Id="Rdcc41363051a49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11419039e74941" /><Relationship Type="http://schemas.openxmlformats.org/officeDocument/2006/relationships/notesMaster" Target="/ppt/notesMasters/notesMaster1.xml" Id="R9f69df14287342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dc2ec51e3d47fa" /><Relationship Type="http://schemas.openxmlformats.org/officeDocument/2006/relationships/notesMaster" Target="/ppt/notesMasters/notesMaster1.xml" Id="R473f257ff2964d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b9c268bc794e3a" /><Relationship Type="http://schemas.openxmlformats.org/officeDocument/2006/relationships/notesMaster" Target="/ppt/notesMasters/notesMaster1.xml" Id="R9b0286ef0fbe49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从教材印刷页7—10进入《两条直线被第三条直线所截》。说明本课在第7章 相交线与平行线中的位置。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人教版《义务教育教科书·数学七年级下册》，印刷页7—10。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形成第一个核心概念：同位角。要求学生标出对象、条件、表示和作用。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形成第二个核心概念或方法：内错角。与前一概念对比，避免相近知识混淆。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呈现Q4，保留独立思考时间。题型对应教材印刷页7—10的例题或典型任务。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人教版《义务教育教科书·数学七年级下册》，印刷页7—10。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f927b28e845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3bbf509c44f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f6b8aed0ae49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cc5699afcb45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4eb29542c8461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88251a6a6442e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d61f2ff05406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82a0882d4f493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2f6069400478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a7c9a39f145b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fbde7c64e45b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02f16f2ea348b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0d09796ca24eac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82de69ec914642" /><Relationship Type="http://schemas.openxmlformats.org/officeDocument/2006/relationships/slideLayout" Target="/ppt/slideLayouts/slideLayout1.xml" Id="R8c9fe1cbbea34d4f" /><Relationship Type="http://schemas.openxmlformats.org/officeDocument/2006/relationships/slideLayout" Target="/ppt/slideLayouts/slideLayout2.xml" Id="Rb9bf56b6b2eb4245" /><Relationship Type="http://schemas.openxmlformats.org/officeDocument/2006/relationships/slideLayout" Target="/ppt/slideLayouts/slideLayout3.xml" Id="R6adf85b65bcb4a39" /><Relationship Type="http://schemas.openxmlformats.org/officeDocument/2006/relationships/slideLayout" Target="/ppt/slideLayouts/slideLayout4.xml" Id="Rb505ddf913f04d7a" /><Relationship Type="http://schemas.openxmlformats.org/officeDocument/2006/relationships/slideLayout" Target="/ppt/slideLayouts/slideLayout5.xml" Id="R0f05866d02644743" /><Relationship Type="http://schemas.openxmlformats.org/officeDocument/2006/relationships/slideLayout" Target="/ppt/slideLayouts/slideLayout6.xml" Id="R0f57dfbc13214c8d" /><Relationship Type="http://schemas.openxmlformats.org/officeDocument/2006/relationships/slideLayout" Target="/ppt/slideLayouts/slideLayout7.xml" Id="R47e6430405514e92" /><Relationship Type="http://schemas.openxmlformats.org/officeDocument/2006/relationships/slideLayout" Target="/ppt/slideLayouts/slideLayout8.xml" Id="Rd18b5f595d5142a6" /><Relationship Type="http://schemas.openxmlformats.org/officeDocument/2006/relationships/slideLayout" Target="/ppt/slideLayouts/slideLayout9.xml" Id="Rdafcd93a820c49b0" /><Relationship Type="http://schemas.openxmlformats.org/officeDocument/2006/relationships/slideLayout" Target="/ppt/slideLayouts/slideLayout10.xml" Id="R4e2382d3b22f410d" /><Relationship Type="http://schemas.openxmlformats.org/officeDocument/2006/relationships/slideLayout" Target="/ppt/slideLayouts/slideLayout11.xml" Id="Rde33ec55c338425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d657519b4a44c94" /><Relationship Type="http://schemas.openxmlformats.org/officeDocument/2006/relationships/slideLayout" Target="/ppt/slideLayouts/slideLayout12.xml" Id="Rcd228e76cbc54a33" /><Relationship Type="http://schemas.openxmlformats.org/officeDocument/2006/relationships/slideLayout" Target="/ppt/slideLayouts/slideLayout13.xml" Id="Rdc4a2252324b4e6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9fe1cbbea34d4f"/>
    <p:sldLayoutId xmlns:r="http://schemas.openxmlformats.org/officeDocument/2006/relationships" id="2147483650" r:id="Rb9bf56b6b2eb4245"/>
    <p:sldLayoutId xmlns:r="http://schemas.openxmlformats.org/officeDocument/2006/relationships" id="2147483651" r:id="R6adf85b65bcb4a39"/>
    <p:sldLayoutId xmlns:r="http://schemas.openxmlformats.org/officeDocument/2006/relationships" id="2147483652" r:id="Rb505ddf913f04d7a"/>
    <p:sldLayoutId xmlns:r="http://schemas.openxmlformats.org/officeDocument/2006/relationships" id="2147483653" r:id="R0f05866d02644743"/>
    <p:sldLayoutId xmlns:r="http://schemas.openxmlformats.org/officeDocument/2006/relationships" id="2147483654" r:id="R0f57dfbc13214c8d"/>
    <p:sldLayoutId xmlns:r="http://schemas.openxmlformats.org/officeDocument/2006/relationships" id="2147483655" r:id="R47e6430405514e92"/>
    <p:sldLayoutId xmlns:r="http://schemas.openxmlformats.org/officeDocument/2006/relationships" id="2147483656" r:id="Rd18b5f595d5142a6"/>
    <p:sldLayoutId xmlns:r="http://schemas.openxmlformats.org/officeDocument/2006/relationships" id="2147483657" r:id="Rdafcd93a820c49b0"/>
    <p:sldLayoutId xmlns:r="http://schemas.openxmlformats.org/officeDocument/2006/relationships" id="2147483658" r:id="R4e2382d3b22f410d"/>
    <p:sldLayoutId xmlns:r="http://schemas.openxmlformats.org/officeDocument/2006/relationships" id="2147483659" r:id="Rde33ec55c338425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d228e76cbc54a33"/>
    <p:sldLayoutId xmlns:r="http://schemas.openxmlformats.org/officeDocument/2006/relationships" id="2147483662" r:id="Rdc4a2252324b4e6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17a0125c19e4dfc" /><Relationship Type="http://schemas.openxmlformats.org/officeDocument/2006/relationships/image" Target="/ppt/media/image.jpeg" Id="R806d31449ef84362" /><Relationship Type="http://schemas.openxmlformats.org/officeDocument/2006/relationships/notesSlide" Target="/ppt/notesSlides/notesSlide1.xml" Id="R4619ce34c11043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30a8998ae524a07" /><Relationship Type="http://schemas.openxmlformats.org/officeDocument/2006/relationships/image" Target="/ppt/media/image2.jpeg" Id="Rd3ed103e78744f66" /><Relationship Type="http://schemas.openxmlformats.org/officeDocument/2006/relationships/image" Target="/ppt/media/image.svg" Id="Ref70c611453b4045" /><Relationship Type="http://schemas.openxmlformats.org/officeDocument/2006/relationships/image" Target="/ppt/media/image.jpeg" Id="R25cc804826774f30" /><Relationship Type="http://schemas.openxmlformats.org/officeDocument/2006/relationships/image" Target="/ppt/media/image2.svg" Id="Ra7d72bc9a068411c" /><Relationship Type="http://schemas.openxmlformats.org/officeDocument/2006/relationships/image" Target="/ppt/media/image3.jpeg" Id="R7ff598591ff14340" /><Relationship Type="http://schemas.openxmlformats.org/officeDocument/2006/relationships/image" Target="/ppt/media/image3.svg" Id="R786dddc1735744cf" /><Relationship Type="http://schemas.openxmlformats.org/officeDocument/2006/relationships/image" Target="/ppt/media/image4.jpeg" Id="R9d377aecec274c6b" /><Relationship Type="http://schemas.openxmlformats.org/officeDocument/2006/relationships/image" Target="/ppt/media/image4.svg" Id="Rcaf1303f5dd54d36" /><Relationship Type="http://schemas.openxmlformats.org/officeDocument/2006/relationships/notesSlide" Target="/ppt/notesSlides/notesSlide2.xml" Id="Rdc0b6c9328514a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a53e55376cd4e5c" /><Relationship Type="http://schemas.openxmlformats.org/officeDocument/2006/relationships/image" Target="/ppt/media/image2.jpeg" Id="R2284955bf2374513" /><Relationship Type="http://schemas.openxmlformats.org/officeDocument/2006/relationships/notesSlide" Target="/ppt/notesSlides/notesSlide3.xml" Id="Rc1681ef1dddb45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301702cb21d4f91" /><Relationship Type="http://schemas.openxmlformats.org/officeDocument/2006/relationships/image" Target="/ppt/media/image2.jpeg" Id="Rba2debfa8a644821" /><Relationship Type="http://schemas.openxmlformats.org/officeDocument/2006/relationships/notesSlide" Target="/ppt/notesSlides/notesSlide4.xml" Id="R8a169e3bc63f46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0336f8955b84cb8" /><Relationship Type="http://schemas.openxmlformats.org/officeDocument/2006/relationships/image" Target="/ppt/media/image2.jpeg" Id="Ra98daddf194f4b67" /><Relationship Type="http://schemas.openxmlformats.org/officeDocument/2006/relationships/notesSlide" Target="/ppt/notesSlides/notesSlide5.xml" Id="R83e5b86a74a747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ce315d11fa04977" /><Relationship Type="http://schemas.openxmlformats.org/officeDocument/2006/relationships/image" Target="/ppt/media/image2.jpeg" Id="R48f434ac8bf74458" /><Relationship Type="http://schemas.openxmlformats.org/officeDocument/2006/relationships/notesSlide" Target="/ppt/notesSlides/notesSlide6.xml" Id="Rb38cd2fed84243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79b800a0ea04aea" /><Relationship Type="http://schemas.openxmlformats.org/officeDocument/2006/relationships/image" Target="/ppt/media/image2.jpeg" Id="R120a609856014dbb" /><Relationship Type="http://schemas.openxmlformats.org/officeDocument/2006/relationships/notesSlide" Target="/ppt/notesSlides/notesSlide7.xml" Id="R39cf92bca0c74f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3008aa86d6b4637" /><Relationship Type="http://schemas.openxmlformats.org/officeDocument/2006/relationships/image" Target="/ppt/media/image2.jpeg" Id="Rba6c7535e8e94729" /><Relationship Type="http://schemas.openxmlformats.org/officeDocument/2006/relationships/notesSlide" Target="/ppt/notesSlides/notesSlide8.xml" Id="R6ef263fe6b9241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82495fe249c4c55" /><Relationship Type="http://schemas.openxmlformats.org/officeDocument/2006/relationships/image" Target="/ppt/media/image2.jpeg" Id="Rbdf54af1b22045d1" /><Relationship Type="http://schemas.openxmlformats.org/officeDocument/2006/relationships/notesSlide" Target="/ppt/notesSlides/notesSlide9.xml" Id="R4fc03a55594e44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07cabb24dd54547" /><Relationship Type="http://schemas.openxmlformats.org/officeDocument/2006/relationships/image" Target="/ppt/media/image2.jpeg" Id="R658b9b84c07e4ad2" /><Relationship Type="http://schemas.openxmlformats.org/officeDocument/2006/relationships/notesSlide" Target="/ppt/notesSlides/notesSlide10.xml" Id="R6b60fa8136c846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4e1695aead34f13" /><Relationship Type="http://schemas.openxmlformats.org/officeDocument/2006/relationships/image" Target="/ppt/media/image2.jpeg" Id="R8f20ae83a139422f" /><Relationship Type="http://schemas.openxmlformats.org/officeDocument/2006/relationships/notesSlide" Target="/ppt/notesSlides/notesSlide11.xml" Id="R07610b0762ab42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c001908f7dc4963" /><Relationship Type="http://schemas.openxmlformats.org/officeDocument/2006/relationships/image" Target="/ppt/media/image2.jpeg" Id="R1d87004c07e74199" /><Relationship Type="http://schemas.openxmlformats.org/officeDocument/2006/relationships/notesSlide" Target="/ppt/notesSlides/notesSlide12.xml" Id="R175310dbbdd648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516f313d6d74a52" /><Relationship Type="http://schemas.openxmlformats.org/officeDocument/2006/relationships/image" Target="/ppt/media/image2.jpeg" Id="Ra4b241fcc2094c5f" /><Relationship Type="http://schemas.openxmlformats.org/officeDocument/2006/relationships/notesSlide" Target="/ppt/notesSlides/notesSlide13.xml" Id="Rd5a3256bca7745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eae26de9d4949e4" /><Relationship Type="http://schemas.openxmlformats.org/officeDocument/2006/relationships/image" Target="/ppt/media/image2.jpeg" Id="Rbb9934f546024427" /><Relationship Type="http://schemas.openxmlformats.org/officeDocument/2006/relationships/notesSlide" Target="/ppt/notesSlides/notesSlide14.xml" Id="R3bcd61409b5442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652845f50fb4da9" /><Relationship Type="http://schemas.openxmlformats.org/officeDocument/2006/relationships/image" Target="/ppt/media/image5.jpeg" Id="R370fe3a0c0da4ed1" /><Relationship Type="http://schemas.openxmlformats.org/officeDocument/2006/relationships/notesSlide" Target="/ppt/notesSlides/notesSlide15.xml" Id="R31eaa46bd4e54914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06d31449ef8436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7.1.3 两条直线被第三条直线所截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第7章 相交线与平行线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教材印刷页7—10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3ed103e78744f6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c804826774f30">
            <a:extLst>
              <a:ext uri="{96DAC541-7B7A-43D3-8B79-37D633B846F1}">
                <asvg:svgBlip xmlns:asvg="http://schemas.microsoft.com/office/drawing/2016/SVG/main" r:embed="Ref70c611453b404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通过阅读、观察或操作，准确说出同位角、内错角、同旁内角、图形观察的含义、表示或基本步骤。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d103e78744f66">
            <a:extLst>
              <a:ext uri="{96DAC541-7B7A-43D3-8B79-37D633B846F1}">
                <asvg:svgBlip xmlns:asvg="http://schemas.microsoft.com/office/drawing/2016/SVG/main" r:embed="Ra7d72bc9a068411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在Q2—Q4中运用“按位置识别三类角”，能用完整语言、式子、图形或图表说明依据。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598591ff14340">
            <a:extLst>
              <a:ext uri="{96DAC541-7B7A-43D3-8B79-37D633B846F1}">
                <asvg:svgBlip xmlns:asvg="http://schemas.microsoft.com/office/drawing/2016/SVG/main" r:embed="R786dddc1735744c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在基础与变式练习中运用“按位置识别三类角”解决同类问题，并对结果进行检验。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77aecec274c6b">
            <a:extLst>
              <a:ext uri="{96DAC541-7B7A-43D3-8B79-37D633B846F1}">
                <asvg:svgBlip xmlns:asvg="http://schemas.microsoft.com/office/drawing/2016/SVG/main" r:embed="Rcaf1303f5dd54d3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284955bf237451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对应印刷页7—10。先读图、读表或读题，圈出已知和所求。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调用学生已经学习相交线、角的表示，具备基本观察、计算、作图或整理数据的经验。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聚焦同位角、内错角、同旁内角、图形观察，不急于抄结论。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B9119EC-8340-4B6F-BF86-7468DEBF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8CE842C-490D-490D-9759-C5601FED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3901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696FD96-33A9-4527-B68E-B972887D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8777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021C627-30AA-4AC0-B258-7CE1CBAF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02730" y="21157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0B8274D-CCCB-400F-AA87-7432064C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10CBD76-4EDC-40F1-8E71-74E924FA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3901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398BC37-E446-492C-AE17-07FD3A74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8777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E84743D-9F3D-468D-9A1E-4B3B6178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63698" y="21157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53F60AE-D555-43A7-B4BD-8ADA0A65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E1BF289-26E5-43DA-B634-9FC5CC02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48666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04D35AC-3C71-4C73-8A23-2BC24BBD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3542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3C93A75-6D91-446F-AF47-3636A220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02730" y="45922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4B53985-81CE-47D6-9F01-9FF0DE60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1A777B1-D994-4C45-A843-5AFCB183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48666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235F080-6D4A-44C6-9792-EFA53617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3542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BF440E7-7250-4EB6-95B2-70E28943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63698" y="45922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a2debfa8a64482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旧知回顾：回顾“相交线”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回顾“相交线”：写出一条与本课有关的定义、性质或计算规则。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参考要点：正确表述“相交线”的核心含义，并说明它与“同位角”的联系。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BF46090-B196-4BDC-AE69-353BFC0E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B351D30-AAC2-4C98-9F81-7204424F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37947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9548F56-6A07-4E0B-A7CC-ECCD2CB1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9011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2EF000A-B53A-4949-8C71-9442FE5D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3405" y="2642235"/>
            <a:ext cx="1570673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552E19A-A8FE-4366-B010-7D725782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309372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04C39AC-0FB3-49FE-A3CB-89925DD6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440436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5431A8A-5DFF-4412-B0E0-E30A6DF9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343662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F3532F0-43B1-4ACF-BC8E-62940770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40436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98daddf194f4b6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阅读教材印刷页7—10，圈出“同位角、内错角、同旁内角、图形观察”，分别用一句话记录它们解决什么问题。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小组探究：围绕“在复杂图形中确定两直线和截线”设计一次观察、操作或推理，记录现象、猜想和验证依据。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围绕“按位置识别三类角”说明理由；同伴只追问条件和依据。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824C6DA-E114-448D-8822-796A4068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9739B09-10C3-497D-94A8-45BED231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6915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3C9EBEB-FA18-4192-A140-694776C5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11111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056879D-6DF6-4238-9752-7A97CFA3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30755" y="4420553"/>
            <a:ext cx="1408748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8f434ac8bf7445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概念一：同位角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同位角：按教材明确其定义、条件、表示、性质或步骤。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916174F-37D5-48E5-BC74-CCE29F84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E9CF6C1-B2EC-479E-9F2F-54A7C860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37947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E6F92A3-FB10-451C-8C7A-5F0968B3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9011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D0C4253-FB65-4CE1-8DB7-01EC13F5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3405" y="2642235"/>
            <a:ext cx="1570673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723E406-F274-4F68-A439-53C7930B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309372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D519980-FEDB-4044-AD11-0CA98A9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440436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6A702CB-2FD2-4B8D-9E1F-091F6227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343662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EF85519-10F2-4548-B6CB-615B4F6F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40436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20a609856014db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概念二：内错角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内错角：按教材明确其定义、条件、表示、性质或步骤。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易错提醒：在复杂图形中确定两直线和截线。先审条件，再使用结论。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8B91DFC-F9C2-4AC3-8CEA-D9052901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F6B6CA2-C606-4E47-8DBE-29DBAB4A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37947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CE59473-7BFD-4D93-BD98-AA3FE675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9011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DCD2FAB-8549-45E4-AE1C-3FE7AAC1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3405" y="2642235"/>
            <a:ext cx="1570673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37C73F1-1B45-492B-8A9D-53087AB1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309372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B2E9521-CA5B-4D83-B245-AABB5886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440436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4DF79CB-9B5C-430E-A482-9459F3BD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343662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3E5BBB4-7038-4373-BEF8-F9BD80AD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40436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a6c7535e8e9472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小组探究：围绕“在复杂图形中确定两直线和截线”设计一次观察、操作或推理，记录现象、猜想和验证依据。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参考思路：先明确条件，再围绕“按位置识别三类角”形成猜想，最后用定义、计算、图表或反例验证。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FA3D40E-B85D-4A77-921C-E5144F08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AC01530-9BC6-4CBD-9FC9-19BCA4AB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2905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E42045E-4EBF-4FDD-96CF-B7E99891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667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2DF76E9-3DF4-47E4-867E-C59E64F9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56295" y="2476500"/>
            <a:ext cx="1343978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8536303-4409-4A31-8A52-4728B8B6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2619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C397FEC-A06F-436A-9CE3-630D724C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3381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14C7F34-203D-4C16-B03E-B3EFCFC1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962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63A8DE2-8546-4127-8C40-0C459FD7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381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f54af1b22045d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只记“同位角”的结论，不检查适用条件。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把“按位置识别三类角”与相近概念或逆命题混淆。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58b9b84c07e4ad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教材例题：例题（对应教材7.1例3、观察与猜想“看图…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例题（对应教材7.1例3、观察与猜想“看图时的错觉”）：直线a、b被截线c所截，∠1和∠5位于a、b同侧且在c同旁，∠3和∠5位于a、b之间且在c两侧。分别判…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选用按位置识别三类角；3.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教材印刷页7—10：先思考，再对照规范解答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41E0FE9-5551-4343-A054-FBFD58CB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0AE1C86-FD16-4F3A-8D91-ED58B711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6915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AD62D50-FE3B-4515-9E09-5F0F0F74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11111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2A911B6-48C3-46B3-9FF6-D5AA27EE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30755" y="4420553"/>
            <a:ext cx="1408748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f20ae83a139422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选择“按位置识别三类角”对应的方法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∠1与∠5是同位角；∠3与∠5是内错角。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没有先确认“按位置识别三类角”的条件，或只写结果不写依据。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72DD1DC-7706-48E2-933C-7619BD4E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B043E0A-580A-4A8E-839B-04EAF245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2905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8C369EC-ED9C-456B-979A-D345C64C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667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9CE0B3C-1048-40DD-9CF5-86B68627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56295" y="2476500"/>
            <a:ext cx="1343978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6403831-9CBF-4756-B131-F60E0412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2619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206365A-CF28-4F35-80D4-835F0E7A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3381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3F9DDD8-9F67-489F-99D5-F1477921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962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8DC2CFD-22D0-4F3B-B95B-780162F6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381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d87004c07e7419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基础辨析：判断“使用‘同位角’时不需要检查条件，只要结论看起来合理即可”，并说明理由。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变式练习：把Q4的一个条件、数据或表示方式作合理改变，仍用“按位置识别三类角”解决，并写出检验。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71AED36-2961-4E35-911A-F163EC1B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C3C4253-2E7C-4856-80E6-CC260FBE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498729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F6E5C34-16D5-46E6-BE90-D55C4778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39877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B04F799-E9F1-4FA6-88CB-FC171DCE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39315" y="4755833"/>
            <a:ext cx="1311593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4b241fcc2094c5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变式练习：把Q4的一个条件、数据或表示方式作合理改变，仍用“按位置识别三类角”解决，并写出检验。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答案不唯一。评价要点：改变后的条件完整；方法仍属于“按位置识别三类角”；过程正确；检验与新条件一致。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033715C-A6AE-455C-BB69-937891E0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8E076A5-9B14-4204-B67C-B0C90B47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6915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DA9828B-1669-49DE-828B-1077C226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11111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CD68E0A-C287-4A24-A673-C2AB58E7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30755" y="4420553"/>
            <a:ext cx="1408748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b9934f54602442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纠错：“研究两条直线被第三条直线所截时，只记结论，不必区分条件、过程和依据。”这句话对吗？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当堂检测：识别同旁内角时，应同时检查哪三个位置条件？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E492719-010E-482E-BA30-E8ED0774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F09C358-7E23-440E-9896-A13A43C6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498729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07BC1FB-852F-40B5-B623-7CBA4AFC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39877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F713145-79E9-4F64-B5FF-B73B31C2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39315" y="4755833"/>
            <a:ext cx="1311593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70fe3a0c0da4ed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小结参考：本课围绕“两条直线被第三条直线所截”，掌握同位角、内错角、同旁内角、图形观察，并能运用按位置识别三类角。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基础：完成教材7.1习题第1—7题中的基础题并订正Q5、Q7 提升：当堂检测：识别同旁内角时，应同时检查哪三个位置条件？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我能否：①准确表达同位角；②运用按位置识别三类角；③写清依据并检验？选择“会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26A1DE9-6EF6-440F-9A39-002C45A6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5502E7F-F75B-41AE-9603-794838DC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2796540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73F09AA-E9DA-4421-BE77-6632B48A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208020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C22B36F-2771-4C60-8655-559B2430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7215" y="2565083"/>
            <a:ext cx="1473518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2026-08-02T18:13:14.1170000Z</dcterms:created>
  <dcterms:modified xsi:type="dcterms:W3CDTF">2026-08-02T18:13:14.1170000Z</dcterms:modified>
</coreProperties>
</file>