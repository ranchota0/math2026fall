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1c17654ab4182" /><Relationship Type="http://schemas.openxmlformats.org/officeDocument/2006/relationships/extended-properties" Target="/docProps/app.xml" Id="R330762195a804426" /><Relationship Type="http://schemas.openxmlformats.org/officeDocument/2006/relationships/officeDocument" Target="/ppt/presentation.xml" Id="R9bd1c54a833f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2d73c795844ee"/>
    <p:sldMasterId xmlns:r="http://schemas.openxmlformats.org/officeDocument/2006/relationships" id="2147483660" r:id="R7afe73d97f40447a"/>
  </p:sldMasterIdLst>
  <p:notesMasterIdLst>
    <p:notesMasterId xmlns:r="http://schemas.openxmlformats.org/officeDocument/2006/relationships" r:id="Rdfbc5cf64608458b"/>
  </p:notesMasterIdLst>
  <p:sldIdLst>
    <p:sldId xmlns:r="http://schemas.openxmlformats.org/officeDocument/2006/relationships" id="256" r:id="Rbe42fb16fc3a4540"/>
    <p:sldId xmlns:r="http://schemas.openxmlformats.org/officeDocument/2006/relationships" id="257" r:id="R9b18c11c5fc248ee"/>
    <p:sldId xmlns:r="http://schemas.openxmlformats.org/officeDocument/2006/relationships" id="258" r:id="R0f8257dcfa834d17"/>
    <p:sldId xmlns:r="http://schemas.openxmlformats.org/officeDocument/2006/relationships" id="259" r:id="Rb4eb0c67e4fe4898"/>
    <p:sldId xmlns:r="http://schemas.openxmlformats.org/officeDocument/2006/relationships" id="260" r:id="R15407ea1b2444460"/>
    <p:sldId xmlns:r="http://schemas.openxmlformats.org/officeDocument/2006/relationships" id="261" r:id="R064acbd802bf4ce8"/>
    <p:sldId xmlns:r="http://schemas.openxmlformats.org/officeDocument/2006/relationships" id="262" r:id="Rd9bf0ca2cf3b44f2"/>
    <p:sldId xmlns:r="http://schemas.openxmlformats.org/officeDocument/2006/relationships" id="263" r:id="R8f656794d68b4ee7"/>
    <p:sldId xmlns:r="http://schemas.openxmlformats.org/officeDocument/2006/relationships" id="264" r:id="R9e7b0ffd0e9f431c"/>
    <p:sldId xmlns:r="http://schemas.openxmlformats.org/officeDocument/2006/relationships" id="265" r:id="R9b1555c48da744aa"/>
    <p:sldId xmlns:r="http://schemas.openxmlformats.org/officeDocument/2006/relationships" id="266" r:id="R98aa08935bea4fe2"/>
    <p:sldId xmlns:r="http://schemas.openxmlformats.org/officeDocument/2006/relationships" id="267" r:id="R39a156dbbbb84463"/>
    <p:sldId xmlns:r="http://schemas.openxmlformats.org/officeDocument/2006/relationships" id="268" r:id="Rd271054f5de440ec"/>
    <p:sldId xmlns:r="http://schemas.openxmlformats.org/officeDocument/2006/relationships" id="269" r:id="R062234ae70384839"/>
    <p:sldId xmlns:r="http://schemas.openxmlformats.org/officeDocument/2006/relationships" id="270" r:id="Rf2a011d56cb740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aa74fd5924580" /><Relationship Type="http://schemas.openxmlformats.org/officeDocument/2006/relationships/slideMaster" Target="/ppt/slideMasters/slideMaster1.xml" Id="Rbcc2d73c795844ee" /><Relationship Type="http://schemas.openxmlformats.org/officeDocument/2006/relationships/slideMaster" Target="/ppt/slideMasters/slideMaster2.xml" Id="R7afe73d97f40447a" /><Relationship Type="http://schemas.openxmlformats.org/officeDocument/2006/relationships/notesMaster" Target="/ppt/notesMasters/notesMaster1.xml" Id="Rdfbc5cf64608458b" /><Relationship Type="http://schemas.openxmlformats.org/officeDocument/2006/relationships/presProps" Target="/ppt/presProps.xml" Id="R2267cef8a76a49ca" /><Relationship Type="http://schemas.openxmlformats.org/officeDocument/2006/relationships/viewProps" Target="/ppt/viewProps.xml" Id="R5cad8f7fa23e411a" /><Relationship Type="http://schemas.openxmlformats.org/officeDocument/2006/relationships/tableStyles" Target="/ppt/tableStyles.xml" Id="Rf1be6e4cb5264737" /><Relationship Type="http://schemas.openxmlformats.org/officeDocument/2006/relationships/slide" Target="/ppt/slides/slide1.xml" Id="Rbe42fb16fc3a4540" /><Relationship Type="http://schemas.openxmlformats.org/officeDocument/2006/relationships/slide" Target="/ppt/slides/slide2.xml" Id="R9b18c11c5fc248ee" /><Relationship Type="http://schemas.openxmlformats.org/officeDocument/2006/relationships/slide" Target="/ppt/slides/slide3.xml" Id="R0f8257dcfa834d17" /><Relationship Type="http://schemas.openxmlformats.org/officeDocument/2006/relationships/slide" Target="/ppt/slides/slide4.xml" Id="Rb4eb0c67e4fe4898" /><Relationship Type="http://schemas.openxmlformats.org/officeDocument/2006/relationships/slide" Target="/ppt/slides/slide5.xml" Id="R15407ea1b2444460" /><Relationship Type="http://schemas.openxmlformats.org/officeDocument/2006/relationships/slide" Target="/ppt/slides/slide6.xml" Id="R064acbd802bf4ce8" /><Relationship Type="http://schemas.openxmlformats.org/officeDocument/2006/relationships/slide" Target="/ppt/slides/slide7.xml" Id="Rd9bf0ca2cf3b44f2" /><Relationship Type="http://schemas.openxmlformats.org/officeDocument/2006/relationships/slide" Target="/ppt/slides/slide8.xml" Id="R8f656794d68b4ee7" /><Relationship Type="http://schemas.openxmlformats.org/officeDocument/2006/relationships/slide" Target="/ppt/slides/slide9.xml" Id="R9e7b0ffd0e9f431c" /><Relationship Type="http://schemas.openxmlformats.org/officeDocument/2006/relationships/slide" Target="/ppt/slides/slide10.xml" Id="R9b1555c48da744aa" /><Relationship Type="http://schemas.openxmlformats.org/officeDocument/2006/relationships/slide" Target="/ppt/slides/slide11.xml" Id="R98aa08935bea4fe2" /><Relationship Type="http://schemas.openxmlformats.org/officeDocument/2006/relationships/slide" Target="/ppt/slides/slide12.xml" Id="R39a156dbbbb84463" /><Relationship Type="http://schemas.openxmlformats.org/officeDocument/2006/relationships/slide" Target="/ppt/slides/slide13.xml" Id="Rd271054f5de440ec" /><Relationship Type="http://schemas.openxmlformats.org/officeDocument/2006/relationships/slide" Target="/ppt/slides/slide14.xml" Id="R062234ae70384839" /><Relationship Type="http://schemas.openxmlformats.org/officeDocument/2006/relationships/slide" Target="/ppt/slides/slide15.xml" Id="Rf2a011d56cb740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5475538054a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0f65666d34642" /><Relationship Type="http://schemas.openxmlformats.org/officeDocument/2006/relationships/notesMaster" Target="/ppt/notesMasters/notesMaster1.xml" Id="R3b9d7d8c127d43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cdc1b671b4eef" /><Relationship Type="http://schemas.openxmlformats.org/officeDocument/2006/relationships/notesMaster" Target="/ppt/notesMasters/notesMaster1.xml" Id="R6c1ac52d079d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521a50401c4992" /><Relationship Type="http://schemas.openxmlformats.org/officeDocument/2006/relationships/notesMaster" Target="/ppt/notesMasters/notesMaster1.xml" Id="Rc94612f77b2646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46583ca5804310" /><Relationship Type="http://schemas.openxmlformats.org/officeDocument/2006/relationships/notesMaster" Target="/ppt/notesMasters/notesMaster1.xml" Id="Rf7970847a640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c60fc1a9f48ce" /><Relationship Type="http://schemas.openxmlformats.org/officeDocument/2006/relationships/notesMaster" Target="/ppt/notesMasters/notesMaster1.xml" Id="Rd1098a879410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332df8369443c3" /><Relationship Type="http://schemas.openxmlformats.org/officeDocument/2006/relationships/notesMaster" Target="/ppt/notesMasters/notesMaster1.xml" Id="R6a7c6b363a7243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37d5a1d850433e" /><Relationship Type="http://schemas.openxmlformats.org/officeDocument/2006/relationships/notesMaster" Target="/ppt/notesMasters/notesMaster1.xml" Id="Recbf5106c85a4b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d4f93ebb114757" /><Relationship Type="http://schemas.openxmlformats.org/officeDocument/2006/relationships/notesMaster" Target="/ppt/notesMasters/notesMaster1.xml" Id="R47718c90ef784f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de9d2425a349ca" /><Relationship Type="http://schemas.openxmlformats.org/officeDocument/2006/relationships/notesMaster" Target="/ppt/notesMasters/notesMaster1.xml" Id="R2cc00282893841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0d9528e2b6486e" /><Relationship Type="http://schemas.openxmlformats.org/officeDocument/2006/relationships/notesMaster" Target="/ppt/notesMasters/notesMaster1.xml" Id="Rdde7357378414e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bc856609664fa6" /><Relationship Type="http://schemas.openxmlformats.org/officeDocument/2006/relationships/notesMaster" Target="/ppt/notesMasters/notesMaster1.xml" Id="R32b53e2c5c7b4d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08174f4be24898" /><Relationship Type="http://schemas.openxmlformats.org/officeDocument/2006/relationships/notesMaster" Target="/ppt/notesMasters/notesMaster1.xml" Id="R3ede2a99f05440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9ece26197f4446" /><Relationship Type="http://schemas.openxmlformats.org/officeDocument/2006/relationships/notesMaster" Target="/ppt/notesMasters/notesMaster1.xml" Id="R13cd4e3619c24d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6fe7621d944976" /><Relationship Type="http://schemas.openxmlformats.org/officeDocument/2006/relationships/notesMaster" Target="/ppt/notesMasters/notesMaster1.xml" Id="Rebc2922d067a4a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3b6991f06347a8" /><Relationship Type="http://schemas.openxmlformats.org/officeDocument/2006/relationships/notesMaster" Target="/ppt/notesMasters/notesMaster1.xml" Id="R8b634630bb6448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从教材印刷页26—29进入《平移的概念、性质与作图》。说明本课在第7章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人教版《义务教育教科书·数学七年级下册》，印刷页26—29。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形成第一个核心概念：平移。要求学生标出对象、条件、表示和作用。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形成第二个核心概念或方法：对应点与对应线段。与前一概念对比，避免相近知识混淆。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呈现Q4，保留独立思考时间。题型对应教材印刷页26—29的例题或典型任务。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人教版《义务教育教科书·数学七年级下册》，印刷页26—29。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f83dce6db44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0c815e2e94c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e6a6f093144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3cc277bbb44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ffb4069704c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7771042bd44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e41db83fe4a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75412228a45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49b11bb7e43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9e3ecd0e24b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46a48565c482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7c244084f44bf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326f310d83421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de84cac6ce499b" /><Relationship Type="http://schemas.openxmlformats.org/officeDocument/2006/relationships/slideLayout" Target="/ppt/slideLayouts/slideLayout1.xml" Id="R4e2494c4b5bf421e" /><Relationship Type="http://schemas.openxmlformats.org/officeDocument/2006/relationships/slideLayout" Target="/ppt/slideLayouts/slideLayout2.xml" Id="R6b87264374c4482c" /><Relationship Type="http://schemas.openxmlformats.org/officeDocument/2006/relationships/slideLayout" Target="/ppt/slideLayouts/slideLayout3.xml" Id="Rbb89c48afe124899" /><Relationship Type="http://schemas.openxmlformats.org/officeDocument/2006/relationships/slideLayout" Target="/ppt/slideLayouts/slideLayout4.xml" Id="R0fc50dabced74a75" /><Relationship Type="http://schemas.openxmlformats.org/officeDocument/2006/relationships/slideLayout" Target="/ppt/slideLayouts/slideLayout5.xml" Id="Raecb86a6ac814007" /><Relationship Type="http://schemas.openxmlformats.org/officeDocument/2006/relationships/slideLayout" Target="/ppt/slideLayouts/slideLayout6.xml" Id="Re2316686a4e24438" /><Relationship Type="http://schemas.openxmlformats.org/officeDocument/2006/relationships/slideLayout" Target="/ppt/slideLayouts/slideLayout7.xml" Id="Raaeeff68ec854cd0" /><Relationship Type="http://schemas.openxmlformats.org/officeDocument/2006/relationships/slideLayout" Target="/ppt/slideLayouts/slideLayout8.xml" Id="R13e1630a77784a78" /><Relationship Type="http://schemas.openxmlformats.org/officeDocument/2006/relationships/slideLayout" Target="/ppt/slideLayouts/slideLayout9.xml" Id="Radd1739d5d4d4fec" /><Relationship Type="http://schemas.openxmlformats.org/officeDocument/2006/relationships/slideLayout" Target="/ppt/slideLayouts/slideLayout10.xml" Id="R01fa3810d0474607" /><Relationship Type="http://schemas.openxmlformats.org/officeDocument/2006/relationships/slideLayout" Target="/ppt/slideLayouts/slideLayout11.xml" Id="Rbfbc1261ba734ba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cda232f8a4449d" /><Relationship Type="http://schemas.openxmlformats.org/officeDocument/2006/relationships/slideLayout" Target="/ppt/slideLayouts/slideLayout12.xml" Id="Rcc7870c392b349f8" /><Relationship Type="http://schemas.openxmlformats.org/officeDocument/2006/relationships/slideLayout" Target="/ppt/slideLayouts/slideLayout13.xml" Id="R5d456404fef648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494c4b5bf421e"/>
    <p:sldLayoutId xmlns:r="http://schemas.openxmlformats.org/officeDocument/2006/relationships" id="2147483650" r:id="R6b87264374c4482c"/>
    <p:sldLayoutId xmlns:r="http://schemas.openxmlformats.org/officeDocument/2006/relationships" id="2147483651" r:id="Rbb89c48afe124899"/>
    <p:sldLayoutId xmlns:r="http://schemas.openxmlformats.org/officeDocument/2006/relationships" id="2147483652" r:id="R0fc50dabced74a75"/>
    <p:sldLayoutId xmlns:r="http://schemas.openxmlformats.org/officeDocument/2006/relationships" id="2147483653" r:id="Raecb86a6ac814007"/>
    <p:sldLayoutId xmlns:r="http://schemas.openxmlformats.org/officeDocument/2006/relationships" id="2147483654" r:id="Re2316686a4e24438"/>
    <p:sldLayoutId xmlns:r="http://schemas.openxmlformats.org/officeDocument/2006/relationships" id="2147483655" r:id="Raaeeff68ec854cd0"/>
    <p:sldLayoutId xmlns:r="http://schemas.openxmlformats.org/officeDocument/2006/relationships" id="2147483656" r:id="R13e1630a77784a78"/>
    <p:sldLayoutId xmlns:r="http://schemas.openxmlformats.org/officeDocument/2006/relationships" id="2147483657" r:id="Radd1739d5d4d4fec"/>
    <p:sldLayoutId xmlns:r="http://schemas.openxmlformats.org/officeDocument/2006/relationships" id="2147483658" r:id="R01fa3810d0474607"/>
    <p:sldLayoutId xmlns:r="http://schemas.openxmlformats.org/officeDocument/2006/relationships" id="2147483659" r:id="Rbfbc1261ba734ba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c7870c392b349f8"/>
    <p:sldLayoutId xmlns:r="http://schemas.openxmlformats.org/officeDocument/2006/relationships" id="2147483662" r:id="R5d456404fef648f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46b5f922b14fa1" /><Relationship Type="http://schemas.openxmlformats.org/officeDocument/2006/relationships/image" Target="/ppt/media/image.jpeg" Id="R450db81356a54d72" /><Relationship Type="http://schemas.openxmlformats.org/officeDocument/2006/relationships/notesSlide" Target="/ppt/notesSlides/notesSlide1.xml" Id="Rbc618bbc7cae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ffa44dec534401" /><Relationship Type="http://schemas.openxmlformats.org/officeDocument/2006/relationships/image" Target="/ppt/media/image2.jpeg" Id="Rb2d8ef30da46490b" /><Relationship Type="http://schemas.openxmlformats.org/officeDocument/2006/relationships/image" Target="/ppt/media/image.svg" Id="R9e7e5f160c08420b" /><Relationship Type="http://schemas.openxmlformats.org/officeDocument/2006/relationships/image" Target="/ppt/media/image.jpeg" Id="R9c6de2ba1361449d" /><Relationship Type="http://schemas.openxmlformats.org/officeDocument/2006/relationships/image" Target="/ppt/media/image2.svg" Id="Rb5cd6808290341e1" /><Relationship Type="http://schemas.openxmlformats.org/officeDocument/2006/relationships/image" Target="/ppt/media/image3.jpeg" Id="Rdc94a006d1be4108" /><Relationship Type="http://schemas.openxmlformats.org/officeDocument/2006/relationships/image" Target="/ppt/media/image3.svg" Id="Rc4f1a050f7c14897" /><Relationship Type="http://schemas.openxmlformats.org/officeDocument/2006/relationships/image" Target="/ppt/media/image4.jpeg" Id="Ra43c092751d54a84" /><Relationship Type="http://schemas.openxmlformats.org/officeDocument/2006/relationships/image" Target="/ppt/media/image4.svg" Id="Raa82f41e33cf41ad" /><Relationship Type="http://schemas.openxmlformats.org/officeDocument/2006/relationships/notesSlide" Target="/ppt/notesSlides/notesSlide2.xml" Id="Rf6f5b936961d4f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b919676cce4ffd" /><Relationship Type="http://schemas.openxmlformats.org/officeDocument/2006/relationships/image" Target="/ppt/media/image2.jpeg" Id="Rc8e26ccc296e4a68" /><Relationship Type="http://schemas.openxmlformats.org/officeDocument/2006/relationships/notesSlide" Target="/ppt/notesSlides/notesSlide3.xml" Id="R8069c9e3b225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2830d5c12d49c5" /><Relationship Type="http://schemas.openxmlformats.org/officeDocument/2006/relationships/image" Target="/ppt/media/image2.jpeg" Id="Rf2c5683baf1046ae" /><Relationship Type="http://schemas.openxmlformats.org/officeDocument/2006/relationships/notesSlide" Target="/ppt/notesSlides/notesSlide4.xml" Id="R328a934607d940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ee301743b042a0" /><Relationship Type="http://schemas.openxmlformats.org/officeDocument/2006/relationships/image" Target="/ppt/media/image2.jpeg" Id="Rcea86e2197e943b2" /><Relationship Type="http://schemas.openxmlformats.org/officeDocument/2006/relationships/notesSlide" Target="/ppt/notesSlides/notesSlide5.xml" Id="R69f40c013f1d41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7f35de77154aec" /><Relationship Type="http://schemas.openxmlformats.org/officeDocument/2006/relationships/image" Target="/ppt/media/image2.jpeg" Id="R11ef8402ffde4c42" /><Relationship Type="http://schemas.openxmlformats.org/officeDocument/2006/relationships/notesSlide" Target="/ppt/notesSlides/notesSlide6.xml" Id="R7e0846d71064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6cd4399a977443a" /><Relationship Type="http://schemas.openxmlformats.org/officeDocument/2006/relationships/image" Target="/ppt/media/image2.jpeg" Id="R63e568df825e4b08" /><Relationship Type="http://schemas.openxmlformats.org/officeDocument/2006/relationships/notesSlide" Target="/ppt/notesSlides/notesSlide7.xml" Id="R0acc0c13580341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8558d6bdad4230" /><Relationship Type="http://schemas.openxmlformats.org/officeDocument/2006/relationships/image" Target="/ppt/media/image2.jpeg" Id="R72918fe23d264fbf" /><Relationship Type="http://schemas.openxmlformats.org/officeDocument/2006/relationships/notesSlide" Target="/ppt/notesSlides/notesSlide8.xml" Id="R47687854043945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5754a0549d47d1" /><Relationship Type="http://schemas.openxmlformats.org/officeDocument/2006/relationships/image" Target="/ppt/media/image2.jpeg" Id="R0e23972eafa8421b" /><Relationship Type="http://schemas.openxmlformats.org/officeDocument/2006/relationships/notesSlide" Target="/ppt/notesSlides/notesSlide9.xml" Id="Rffe31039ca4944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8ddd5c1c3b4575" /><Relationship Type="http://schemas.openxmlformats.org/officeDocument/2006/relationships/image" Target="/ppt/media/image2.jpeg" Id="Rf8a476e4a87a47e3" /><Relationship Type="http://schemas.openxmlformats.org/officeDocument/2006/relationships/notesSlide" Target="/ppt/notesSlides/notesSlide10.xml" Id="R1dbd010f91ab4a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0c646e5b31a4af9" /><Relationship Type="http://schemas.openxmlformats.org/officeDocument/2006/relationships/image" Target="/ppt/media/image2.jpeg" Id="Ra169413a4c0c47ca" /><Relationship Type="http://schemas.openxmlformats.org/officeDocument/2006/relationships/notesSlide" Target="/ppt/notesSlides/notesSlide11.xml" Id="R2715ab00607f49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7aaf97496149b0" /><Relationship Type="http://schemas.openxmlformats.org/officeDocument/2006/relationships/image" Target="/ppt/media/image2.jpeg" Id="R714ba7b8ecaf40be" /><Relationship Type="http://schemas.openxmlformats.org/officeDocument/2006/relationships/notesSlide" Target="/ppt/notesSlides/notesSlide12.xml" Id="R09c630b4370c49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72456e49794be0" /><Relationship Type="http://schemas.openxmlformats.org/officeDocument/2006/relationships/image" Target="/ppt/media/image2.jpeg" Id="Raeff91eeada544f3" /><Relationship Type="http://schemas.openxmlformats.org/officeDocument/2006/relationships/notesSlide" Target="/ppt/notesSlides/notesSlide13.xml" Id="Rad16855ef95048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f73f142e2c4746" /><Relationship Type="http://schemas.openxmlformats.org/officeDocument/2006/relationships/image" Target="/ppt/media/image2.jpeg" Id="R9e49e917a8b84c7d" /><Relationship Type="http://schemas.openxmlformats.org/officeDocument/2006/relationships/notesSlide" Target="/ppt/notesSlides/notesSlide14.xml" Id="Rd0aaaba2b00148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a4dc6cdd31405c" /><Relationship Type="http://schemas.openxmlformats.org/officeDocument/2006/relationships/image" Target="/ppt/media/image5.jpeg" Id="R87239b0c0e774ebe" /><Relationship Type="http://schemas.openxmlformats.org/officeDocument/2006/relationships/notesSlide" Target="/ppt/notesSlides/notesSlide15.xml" Id="R3d53086391da429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0db81356a54d7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7.4 平移的概念、性质与作图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教材印刷页26—29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d8ef30da4649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de2ba1361449d">
            <a:extLst>
              <a:ext uri="{96DAC541-7B7A-43D3-8B79-37D633B846F1}">
                <asvg:svgBlip xmlns:asvg="http://schemas.microsoft.com/office/drawing/2016/SVG/main" r:embed="R9e7e5f160c0842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通过阅读、观察或操作，准确说出平移、对应点与对应线段、平移性质、平移作图的含义、表示或基本步骤。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8ef30da46490b">
            <a:extLst>
              <a:ext uri="{96DAC541-7B7A-43D3-8B79-37D633B846F1}">
                <asvg:svgBlip xmlns:asvg="http://schemas.microsoft.com/office/drawing/2016/SVG/main" r:embed="Rb5cd6808290341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在Q2—Q4中运用“根据方向和距离作平移图形”，能用完整语言、式子、图形或图表说明依据。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4a006d1be4108">
            <a:extLst>
              <a:ext uri="{96DAC541-7B7A-43D3-8B79-37D633B846F1}">
                <asvg:svgBlip xmlns:asvg="http://schemas.microsoft.com/office/drawing/2016/SVG/main" r:embed="Rc4f1a050f7c148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在基础与变式练习中运用“根据方向和距离作平移图形”解决同类问题，并对结果进行检验。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c092751d54a84">
            <a:extLst>
              <a:ext uri="{96DAC541-7B7A-43D3-8B79-37D633B846F1}">
                <asvg:svgBlip xmlns:asvg="http://schemas.microsoft.com/office/drawing/2016/SVG/main" r:embed="Raa82f41e33cf41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e26ccc296e4a6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对应印刷页26—29。先读图、读表或读题，圈出已知和所求。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调用学生已经学习平行线、全等直观、基本作图，具备基本观察、计算、作图或整理数据的经验。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聚焦平移、对应点与对应线段、平移性质、平移作图，不急于抄结论。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E2143C1-7087-468C-BF40-36A3582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994018F6-5CD7-4C2B-842B-60A206D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8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E3B3CAA2-ADAA-4E65-A974-38DE137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881B58-5473-48F9-81D3-DDCEBFC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9CFDCA6-2773-40AA-B5F7-B69F2AB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BDA8FC7D-42DD-4E25-AE7C-3B896581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2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19C9940A-D82C-4FC9-AF78-701F2C9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EE70CE2-8B5A-4678-925A-552CC265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ECA85C4-89F4-4C4F-B825-C08DEAAB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AB565DD7-D440-4821-9BD6-E142972F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AE9B9EF4-A5F0-408F-9CE9-B03824A9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7CA52F-BFD2-447F-B3F8-5A351B1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72A2D11-10C9-48CE-8DED-A2A49BD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0BE687C2-FEF2-4640-B201-C4A4680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30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044360FD-F45A-4175-922E-414B8BF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26A376-2455-4835-816C-7DB52DA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2c5683baf1046a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旧知回顾：回顾“平行线”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回顾“平行线”：写出一条与本课有关的定义、性质或计算规则。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参考要点：正确表述“平行线”的核心含义，并说明它与“平移”的联系。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29402E2-EC22-4876-98B3-B13B3A0D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89C7457C-C5DB-40E4-A75A-ABE3A45A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CAE9F0E9-1ECE-4CC1-B3E2-D33F5517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84DFE89-0F4D-4888-A4EB-A2187D80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321DDB3-F711-4939-859A-88EE7D7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a86e2197e943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阅读教材印刷页26—29，圈出“平移、对应点与对应线段、平移性质、平移作图”，分别用一句话记录它们解决什么问题。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小组探究：围绕“确定所有对应点的平移方向和距离”设计一次观察、操作或推理，记录现象、猜想和验证依据。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围绕“根据方向和距离作平移图形”说明理由；同伴只追问条件和依据。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24279D7-3BB2-473D-8249-4939A68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A7832741-185E-475A-8F72-5B033B8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C9A45005-2B03-4280-A282-5AC0EFD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38C2997-8631-4538-AA8F-1850E6A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ef8402ffde4c4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242826-A118-4D5B-A6AE-D3B6BDC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29F377F1-68A9-4A34-B17B-AE839167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43BCB61E-5514-4F91-BD2F-FBC56FF8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9A87D11-BA8C-4F25-8CFF-B59B720D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8A0FDCD-93E0-4888-9D55-B43DB7D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3e568df825e4b0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概念二：对应点与对应线段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对应点与对应线段：按教材明确其定义、条件、表示、性质或步骤。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易错提醒：确定所有对应点的平移方向和距离。先审条件，再使用结论。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68837E-24CE-484F-B6C6-B1E23219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9B46B53A-0B3F-46A2-968F-AF69B9BC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A33DB9EA-808D-4671-B44A-3721258D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0FBD8A8-4D45-491D-8302-9FCC0976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D71B3FC-A4AF-4F27-BAED-623275B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918fe23d264fb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小组探究：围绕“确定所有对应点的平移方向和距离”设计一次观察、操作或推理，记录现象、猜想和验证依据。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参考思路：先明确条件，再围绕“根据方向和距离作平移图形”形成猜想，最后用定义、计算、图表或反例验证。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6322B33-3FA8-44C9-A443-5DE4A6F6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C2C92DED-DC6C-49C3-BDE9-4A45A38E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461EE532-3F33-462A-9900-91AE537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7FF152E-CE25-4009-804B-8D29D884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9338F7F-2154-4E86-A505-B3B8DFA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23972eafa8421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只记“平移”的结论，不检查适用条件。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把“根据方向和距离作平移图形”与相近概念或逆命题混淆。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a476e4a87a47e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教材例题：例题（对应教材7.4例题）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例题（对应教材7.4例题）：三角形ABC向右平移4格、向上平移2格得到A'B'C'。说明AA'、BB'、CC'的关系。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选用根据方向和距离作平移图形；3.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教材印刷页26—29：先思考，再对照规范解答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20BE423-B65E-4B16-80E2-7EEF60F2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8EA77570-97CF-4427-AF95-A0FEC091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B34EA8A3-B4C4-411A-821F-C0DB015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4D5A9B-1452-42CF-9F0A-815054F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169413a4c0c47c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选择“根据方向和距离作平移图形”对应的方法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三条线段平行且相等，方向均向右上，长度等于同一次平移的距离。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没有先确认“根据方向和距离作平移图形”的条件，或只写结果不写依据。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DF693C-A2A5-4723-9C17-033DE4A8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7ED3D8E7-7A56-458D-90D1-74D46237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78C9A5A6-52C7-4261-B577-B17F732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4EC11A-6D54-4217-9054-4E10F58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8328A21-62D5-4DB7-9781-A241DEF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4ba7b8ecaf40b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基础辨析：判断“使用‘平移’时不需要检查条件，只要结论看起来合理即可”，并说明理由。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变式练习：把Q4的一个条件、数据或表示方式作合理改变，仍用“根据方向和距离作平移图形”解决，并写出检验。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C406D3-AF2D-412F-BD82-FAF7306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6EDD78B4-BD98-49F0-9404-A0403CC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0A4D6018-FF11-4753-B9A9-A5ED441D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03081D-5119-44C3-9F35-065759D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ff91eeada544f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变式练习：把Q4的一个条件、数据或表示方式作合理改变，仍用“根据方向和距离作平移图形”解决，并写出检验。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答案不唯一。评价要点：改变后的条件完整；方法仍属于“根据方向和距离作平移图形”；过程正确；检验与新条件一致。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A59BDF9-20AA-4B23-AC33-E410D065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0AC031AE-EC58-45FA-9FCE-1FD80E0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1C894849-D4D4-4EDD-8AC3-B237F01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00D7F8-246A-4D2C-B1C3-94588862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e49e917a8b84c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纠错：“研究平移的概念、性质与作图时，只记结论，不必区分条件、过程和依据。”这句话对吗？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当堂检测：平移后图形的形状、大小和方向是否改变？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95D7289-B815-48DF-A191-8D33453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383F8F4A-A491-4DA0-A150-B5F13B5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6029070B-2B62-48AD-BEF4-5AA36E2B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B710AC0-C7B9-44E0-A04B-20B77A7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7239b0c0e774eb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小结参考：本课围绕“平移的概念、性质与作图”，掌握平移、对应点与对应线段、平移性质、平移作图，并能运用根据方向和距离作平移图形。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基础：完成教材第28—29页练习中的基础题并订正Q5、Q7 提升：当堂检测：平移后图形的形状、大小和方向是否改变？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我能否：①准确表达平移；②运用根据方向和距离作平移图形；③写清依据并检验？选择“会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11133F4-85CB-488D-94C4-E609FB7F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76046520-4621-4BFF-A998-C828724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95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1FD3EBE0-F566-4C73-9194-8DC1784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378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E18736-6C1E-4BB9-A681-CC8A810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0570" y="2976563"/>
            <a:ext cx="9534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2026-08-02T18:13:20.2170000Z</dcterms:created>
  <dcterms:modified xsi:type="dcterms:W3CDTF">2026-08-02T18:13:20.2170000Z</dcterms:modified>
</coreProperties>
</file>