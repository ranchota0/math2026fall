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efcd08f3e4f13" /><Relationship Type="http://schemas.openxmlformats.org/officeDocument/2006/relationships/extended-properties" Target="/docProps/app.xml" Id="Ra9f917900be64fc3" /><Relationship Type="http://schemas.openxmlformats.org/officeDocument/2006/relationships/officeDocument" Target="/ppt/presentation.xml" Id="R295dd1651aff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1c2a2f926d45a8"/>
    <p:sldMasterId xmlns:r="http://schemas.openxmlformats.org/officeDocument/2006/relationships" id="2147483660" r:id="Rcfb378ff34bc4676"/>
  </p:sldMasterIdLst>
  <p:notesMasterIdLst>
    <p:notesMasterId xmlns:r="http://schemas.openxmlformats.org/officeDocument/2006/relationships" r:id="R2391f5d416144bac"/>
  </p:notesMasterIdLst>
  <p:sldIdLst>
    <p:sldId xmlns:r="http://schemas.openxmlformats.org/officeDocument/2006/relationships" id="256" r:id="Rd7c7229a90aa43a0"/>
    <p:sldId xmlns:r="http://schemas.openxmlformats.org/officeDocument/2006/relationships" id="257" r:id="Ra2c0e3d351a144e7"/>
    <p:sldId xmlns:r="http://schemas.openxmlformats.org/officeDocument/2006/relationships" id="258" r:id="Rebe42932cc4d42e0"/>
    <p:sldId xmlns:r="http://schemas.openxmlformats.org/officeDocument/2006/relationships" id="259" r:id="R40cd8993e06e4fe8"/>
    <p:sldId xmlns:r="http://schemas.openxmlformats.org/officeDocument/2006/relationships" id="260" r:id="Rc50b54a14eff4a5e"/>
    <p:sldId xmlns:r="http://schemas.openxmlformats.org/officeDocument/2006/relationships" id="261" r:id="R365471a99f0a4a06"/>
    <p:sldId xmlns:r="http://schemas.openxmlformats.org/officeDocument/2006/relationships" id="262" r:id="R30b54fbfa1b14da5"/>
    <p:sldId xmlns:r="http://schemas.openxmlformats.org/officeDocument/2006/relationships" id="263" r:id="R9bba94e9b3ea4490"/>
    <p:sldId xmlns:r="http://schemas.openxmlformats.org/officeDocument/2006/relationships" id="264" r:id="R288358d2eaa84262"/>
    <p:sldId xmlns:r="http://schemas.openxmlformats.org/officeDocument/2006/relationships" id="265" r:id="R06977276632646db"/>
    <p:sldId xmlns:r="http://schemas.openxmlformats.org/officeDocument/2006/relationships" id="266" r:id="R0dd9bc5e6f1342ee"/>
    <p:sldId xmlns:r="http://schemas.openxmlformats.org/officeDocument/2006/relationships" id="267" r:id="R0ffd0f09e1ba48d9"/>
    <p:sldId xmlns:r="http://schemas.openxmlformats.org/officeDocument/2006/relationships" id="268" r:id="R9c1ebe00225e48ba"/>
    <p:sldId xmlns:r="http://schemas.openxmlformats.org/officeDocument/2006/relationships" id="269" r:id="R9bd63babfa334688"/>
    <p:sldId xmlns:r="http://schemas.openxmlformats.org/officeDocument/2006/relationships" id="270" r:id="Rd971413c4fa749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88947489b4c62" /><Relationship Type="http://schemas.openxmlformats.org/officeDocument/2006/relationships/slideMaster" Target="/ppt/slideMasters/slideMaster1.xml" Id="Rfa1c2a2f926d45a8" /><Relationship Type="http://schemas.openxmlformats.org/officeDocument/2006/relationships/slideMaster" Target="/ppt/slideMasters/slideMaster2.xml" Id="Rcfb378ff34bc4676" /><Relationship Type="http://schemas.openxmlformats.org/officeDocument/2006/relationships/notesMaster" Target="/ppt/notesMasters/notesMaster1.xml" Id="R2391f5d416144bac" /><Relationship Type="http://schemas.openxmlformats.org/officeDocument/2006/relationships/presProps" Target="/ppt/presProps.xml" Id="R7293d4a9c358490b" /><Relationship Type="http://schemas.openxmlformats.org/officeDocument/2006/relationships/viewProps" Target="/ppt/viewProps.xml" Id="Rbb1e0204c464449f" /><Relationship Type="http://schemas.openxmlformats.org/officeDocument/2006/relationships/tableStyles" Target="/ppt/tableStyles.xml" Id="R6027e9fdfaa24b34" /><Relationship Type="http://schemas.openxmlformats.org/officeDocument/2006/relationships/slide" Target="/ppt/slides/slide1.xml" Id="Rd7c7229a90aa43a0" /><Relationship Type="http://schemas.openxmlformats.org/officeDocument/2006/relationships/slide" Target="/ppt/slides/slide2.xml" Id="Ra2c0e3d351a144e7" /><Relationship Type="http://schemas.openxmlformats.org/officeDocument/2006/relationships/slide" Target="/ppt/slides/slide3.xml" Id="Rebe42932cc4d42e0" /><Relationship Type="http://schemas.openxmlformats.org/officeDocument/2006/relationships/slide" Target="/ppt/slides/slide4.xml" Id="R40cd8993e06e4fe8" /><Relationship Type="http://schemas.openxmlformats.org/officeDocument/2006/relationships/slide" Target="/ppt/slides/slide5.xml" Id="Rc50b54a14eff4a5e" /><Relationship Type="http://schemas.openxmlformats.org/officeDocument/2006/relationships/slide" Target="/ppt/slides/slide6.xml" Id="R365471a99f0a4a06" /><Relationship Type="http://schemas.openxmlformats.org/officeDocument/2006/relationships/slide" Target="/ppt/slides/slide7.xml" Id="R30b54fbfa1b14da5" /><Relationship Type="http://schemas.openxmlformats.org/officeDocument/2006/relationships/slide" Target="/ppt/slides/slide8.xml" Id="R9bba94e9b3ea4490" /><Relationship Type="http://schemas.openxmlformats.org/officeDocument/2006/relationships/slide" Target="/ppt/slides/slide9.xml" Id="R288358d2eaa84262" /><Relationship Type="http://schemas.openxmlformats.org/officeDocument/2006/relationships/slide" Target="/ppt/slides/slide10.xml" Id="R06977276632646db" /><Relationship Type="http://schemas.openxmlformats.org/officeDocument/2006/relationships/slide" Target="/ppt/slides/slide11.xml" Id="R0dd9bc5e6f1342ee" /><Relationship Type="http://schemas.openxmlformats.org/officeDocument/2006/relationships/slide" Target="/ppt/slides/slide12.xml" Id="R0ffd0f09e1ba48d9" /><Relationship Type="http://schemas.openxmlformats.org/officeDocument/2006/relationships/slide" Target="/ppt/slides/slide13.xml" Id="R9c1ebe00225e48ba" /><Relationship Type="http://schemas.openxmlformats.org/officeDocument/2006/relationships/slide" Target="/ppt/slides/slide14.xml" Id="R9bd63babfa334688" /><Relationship Type="http://schemas.openxmlformats.org/officeDocument/2006/relationships/slide" Target="/ppt/slides/slide15.xml" Id="Rd971413c4fa7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b1f3c8cb5da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0aaf637e74f65" /><Relationship Type="http://schemas.openxmlformats.org/officeDocument/2006/relationships/notesMaster" Target="/ppt/notesMasters/notesMaster1.xml" Id="Rf3f2afb531f041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8e328b64d340e9" /><Relationship Type="http://schemas.openxmlformats.org/officeDocument/2006/relationships/notesMaster" Target="/ppt/notesMasters/notesMaster1.xml" Id="R666c293da03d4c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3d5e5358c46bc" /><Relationship Type="http://schemas.openxmlformats.org/officeDocument/2006/relationships/notesMaster" Target="/ppt/notesMasters/notesMaster1.xml" Id="Rc91d9247d062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8ccdc780fc4c0a" /><Relationship Type="http://schemas.openxmlformats.org/officeDocument/2006/relationships/notesMaster" Target="/ppt/notesMasters/notesMaster1.xml" Id="R9dffd3cdc0e440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6eecbc24664a13" /><Relationship Type="http://schemas.openxmlformats.org/officeDocument/2006/relationships/notesMaster" Target="/ppt/notesMasters/notesMaster1.xml" Id="Re80c6f304bdb4a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a7e54f6eb04b84" /><Relationship Type="http://schemas.openxmlformats.org/officeDocument/2006/relationships/notesMaster" Target="/ppt/notesMasters/notesMaster1.xml" Id="R17978f3f043c43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8096bf9d874f5a" /><Relationship Type="http://schemas.openxmlformats.org/officeDocument/2006/relationships/notesMaster" Target="/ppt/notesMasters/notesMaster1.xml" Id="Rd4efe39569e841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c236a534a244e2" /><Relationship Type="http://schemas.openxmlformats.org/officeDocument/2006/relationships/notesMaster" Target="/ppt/notesMasters/notesMaster1.xml" Id="Reb1da964285148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ee424a44b4749" /><Relationship Type="http://schemas.openxmlformats.org/officeDocument/2006/relationships/notesMaster" Target="/ppt/notesMasters/notesMaster1.xml" Id="Rfca24f2b3b9a4c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651d8f223049d3" /><Relationship Type="http://schemas.openxmlformats.org/officeDocument/2006/relationships/notesMaster" Target="/ppt/notesMasters/notesMaster1.xml" Id="R55c99cd8dac240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cf9f3cc48c41cf" /><Relationship Type="http://schemas.openxmlformats.org/officeDocument/2006/relationships/notesMaster" Target="/ppt/notesMasters/notesMaster1.xml" Id="R1fe41caa49b046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c6c22646444017" /><Relationship Type="http://schemas.openxmlformats.org/officeDocument/2006/relationships/notesMaster" Target="/ppt/notesMasters/notesMaster1.xml" Id="R223640dadcc746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d35b00c7ec4282" /><Relationship Type="http://schemas.openxmlformats.org/officeDocument/2006/relationships/notesMaster" Target="/ppt/notesMasters/notesMaster1.xml" Id="R4fb04db4344d4b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17e4c5cc724a54" /><Relationship Type="http://schemas.openxmlformats.org/officeDocument/2006/relationships/notesMaster" Target="/ppt/notesMasters/notesMaster1.xml" Id="R8a08f9adceb143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0d6a34c6404fc2" /><Relationship Type="http://schemas.openxmlformats.org/officeDocument/2006/relationships/notesMaster" Target="/ppt/notesMasters/notesMaster1.xml" Id="Rb8cd46d2b53140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从教材印刷页30—31进入《利用平移设计图案》。说明本课在第7章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人教版《义务教育教科书·数学七年级下册》，印刷页30—31。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形成第一个核心概念：基本图形。要求学生标出对象、条件、表示和作用。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形成第二个核心概念或方法：连续平移。与前一概念对比，避免相近知识混淆。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呈现Q4，保留独立思考时间。题型对应教材印刷页30—31的例题或典型任务。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人教版《义务教育教科书·数学七年级下册》，印刷页30—31。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43176dacc4b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51942b01542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f2b5d69ab42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abf1e2f724e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9ea01c075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36a3d89ed4b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25a848c444fd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fe960fcf84f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f722ef4b643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34a27ce4a464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ec65369ae4e0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4623a03b16425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e992844d4e463e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c4a551905040cb" /><Relationship Type="http://schemas.openxmlformats.org/officeDocument/2006/relationships/slideLayout" Target="/ppt/slideLayouts/slideLayout1.xml" Id="R770763f5a0d141e7" /><Relationship Type="http://schemas.openxmlformats.org/officeDocument/2006/relationships/slideLayout" Target="/ppt/slideLayouts/slideLayout2.xml" Id="R027019a0a5744a23" /><Relationship Type="http://schemas.openxmlformats.org/officeDocument/2006/relationships/slideLayout" Target="/ppt/slideLayouts/slideLayout3.xml" Id="Rd265e47f7cf54ed7" /><Relationship Type="http://schemas.openxmlformats.org/officeDocument/2006/relationships/slideLayout" Target="/ppt/slideLayouts/slideLayout4.xml" Id="R9adfddf53a4f4c1c" /><Relationship Type="http://schemas.openxmlformats.org/officeDocument/2006/relationships/slideLayout" Target="/ppt/slideLayouts/slideLayout5.xml" Id="Rc6cf56e1b8644945" /><Relationship Type="http://schemas.openxmlformats.org/officeDocument/2006/relationships/slideLayout" Target="/ppt/slideLayouts/slideLayout6.xml" Id="R3857cdd76b554811" /><Relationship Type="http://schemas.openxmlformats.org/officeDocument/2006/relationships/slideLayout" Target="/ppt/slideLayouts/slideLayout7.xml" Id="Rcc1a246aa262464f" /><Relationship Type="http://schemas.openxmlformats.org/officeDocument/2006/relationships/slideLayout" Target="/ppt/slideLayouts/slideLayout8.xml" Id="Re6d4cb81a06040b7" /><Relationship Type="http://schemas.openxmlformats.org/officeDocument/2006/relationships/slideLayout" Target="/ppt/slideLayouts/slideLayout9.xml" Id="Rf7402891534448ff" /><Relationship Type="http://schemas.openxmlformats.org/officeDocument/2006/relationships/slideLayout" Target="/ppt/slideLayouts/slideLayout10.xml" Id="R69f5f3da10724ca2" /><Relationship Type="http://schemas.openxmlformats.org/officeDocument/2006/relationships/slideLayout" Target="/ppt/slideLayouts/slideLayout11.xml" Id="R8a99ee01f636467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e6d2df33de64bda" /><Relationship Type="http://schemas.openxmlformats.org/officeDocument/2006/relationships/slideLayout" Target="/ppt/slideLayouts/slideLayout12.xml" Id="R836dfcf2e77e44b1" /><Relationship Type="http://schemas.openxmlformats.org/officeDocument/2006/relationships/slideLayout" Target="/ppt/slideLayouts/slideLayout13.xml" Id="R3f16d873a86148c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763f5a0d141e7"/>
    <p:sldLayoutId xmlns:r="http://schemas.openxmlformats.org/officeDocument/2006/relationships" id="2147483650" r:id="R027019a0a5744a23"/>
    <p:sldLayoutId xmlns:r="http://schemas.openxmlformats.org/officeDocument/2006/relationships" id="2147483651" r:id="Rd265e47f7cf54ed7"/>
    <p:sldLayoutId xmlns:r="http://schemas.openxmlformats.org/officeDocument/2006/relationships" id="2147483652" r:id="R9adfddf53a4f4c1c"/>
    <p:sldLayoutId xmlns:r="http://schemas.openxmlformats.org/officeDocument/2006/relationships" id="2147483653" r:id="Rc6cf56e1b8644945"/>
    <p:sldLayoutId xmlns:r="http://schemas.openxmlformats.org/officeDocument/2006/relationships" id="2147483654" r:id="R3857cdd76b554811"/>
    <p:sldLayoutId xmlns:r="http://schemas.openxmlformats.org/officeDocument/2006/relationships" id="2147483655" r:id="Rcc1a246aa262464f"/>
    <p:sldLayoutId xmlns:r="http://schemas.openxmlformats.org/officeDocument/2006/relationships" id="2147483656" r:id="Re6d4cb81a06040b7"/>
    <p:sldLayoutId xmlns:r="http://schemas.openxmlformats.org/officeDocument/2006/relationships" id="2147483657" r:id="Rf7402891534448ff"/>
    <p:sldLayoutId xmlns:r="http://schemas.openxmlformats.org/officeDocument/2006/relationships" id="2147483658" r:id="R69f5f3da10724ca2"/>
    <p:sldLayoutId xmlns:r="http://schemas.openxmlformats.org/officeDocument/2006/relationships" id="2147483659" r:id="R8a99ee01f636467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36dfcf2e77e44b1"/>
    <p:sldLayoutId xmlns:r="http://schemas.openxmlformats.org/officeDocument/2006/relationships" id="2147483662" r:id="R3f16d873a86148c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ae665f493154fd8" /><Relationship Type="http://schemas.openxmlformats.org/officeDocument/2006/relationships/image" Target="/ppt/media/image.jpeg" Id="R8eba3e7d1b6147c9" /><Relationship Type="http://schemas.openxmlformats.org/officeDocument/2006/relationships/notesSlide" Target="/ppt/notesSlides/notesSlide1.xml" Id="Rd62338e757f74f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5629c97b124882" /><Relationship Type="http://schemas.openxmlformats.org/officeDocument/2006/relationships/image" Target="/ppt/media/image2.jpeg" Id="R0005e26014e4440e" /><Relationship Type="http://schemas.openxmlformats.org/officeDocument/2006/relationships/image" Target="/ppt/media/image.svg" Id="R4010d19af6254eda" /><Relationship Type="http://schemas.openxmlformats.org/officeDocument/2006/relationships/image" Target="/ppt/media/image.jpeg" Id="Reb23fdd3b2fd4ecc" /><Relationship Type="http://schemas.openxmlformats.org/officeDocument/2006/relationships/image" Target="/ppt/media/image2.svg" Id="Rabbc40c6433249f2" /><Relationship Type="http://schemas.openxmlformats.org/officeDocument/2006/relationships/image" Target="/ppt/media/image3.jpeg" Id="Rea2936df8bc842cb" /><Relationship Type="http://schemas.openxmlformats.org/officeDocument/2006/relationships/image" Target="/ppt/media/image3.svg" Id="Ra95d9965ea5142b0" /><Relationship Type="http://schemas.openxmlformats.org/officeDocument/2006/relationships/image" Target="/ppt/media/image4.jpeg" Id="R665533d45e594c03" /><Relationship Type="http://schemas.openxmlformats.org/officeDocument/2006/relationships/image" Target="/ppt/media/image4.svg" Id="Re688a03c6ec34e77" /><Relationship Type="http://schemas.openxmlformats.org/officeDocument/2006/relationships/notesSlide" Target="/ppt/notesSlides/notesSlide2.xml" Id="Ra66d519078b6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714e3909c045a7" /><Relationship Type="http://schemas.openxmlformats.org/officeDocument/2006/relationships/image" Target="/ppt/media/image2.jpeg" Id="R3f8e40c88d1d413c" /><Relationship Type="http://schemas.openxmlformats.org/officeDocument/2006/relationships/notesSlide" Target="/ppt/notesSlides/notesSlide3.xml" Id="R07fb37327da6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c10f715eb64ff9" /><Relationship Type="http://schemas.openxmlformats.org/officeDocument/2006/relationships/image" Target="/ppt/media/image2.jpeg" Id="Rf1149f7c53704064" /><Relationship Type="http://schemas.openxmlformats.org/officeDocument/2006/relationships/notesSlide" Target="/ppt/notesSlides/notesSlide4.xml" Id="Rba1ff961057e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2753c320de4bc9" /><Relationship Type="http://schemas.openxmlformats.org/officeDocument/2006/relationships/image" Target="/ppt/media/image2.jpeg" Id="R4bcdd47c0d4341ee" /><Relationship Type="http://schemas.openxmlformats.org/officeDocument/2006/relationships/notesSlide" Target="/ppt/notesSlides/notesSlide5.xml" Id="R802216c7a0e246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bea9a1409749b1" /><Relationship Type="http://schemas.openxmlformats.org/officeDocument/2006/relationships/image" Target="/ppt/media/image2.jpeg" Id="R048332960ee44cd0" /><Relationship Type="http://schemas.openxmlformats.org/officeDocument/2006/relationships/notesSlide" Target="/ppt/notesSlides/notesSlide6.xml" Id="R34054e83db99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b3ec9acd284555" /><Relationship Type="http://schemas.openxmlformats.org/officeDocument/2006/relationships/image" Target="/ppt/media/image2.jpeg" Id="R0ffd1f496ea441e8" /><Relationship Type="http://schemas.openxmlformats.org/officeDocument/2006/relationships/notesSlide" Target="/ppt/notesSlides/notesSlide7.xml" Id="R60d0df6b4d7846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3c4243e35d4320" /><Relationship Type="http://schemas.openxmlformats.org/officeDocument/2006/relationships/image" Target="/ppt/media/image2.jpeg" Id="R7cc773d917bf41e1" /><Relationship Type="http://schemas.openxmlformats.org/officeDocument/2006/relationships/notesSlide" Target="/ppt/notesSlides/notesSlide8.xml" Id="Rb2cab63679274a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913cf5037a24047" /><Relationship Type="http://schemas.openxmlformats.org/officeDocument/2006/relationships/image" Target="/ppt/media/image2.jpeg" Id="Rbc86c6df226a477c" /><Relationship Type="http://schemas.openxmlformats.org/officeDocument/2006/relationships/notesSlide" Target="/ppt/notesSlides/notesSlide9.xml" Id="R3f4a2d3223cf42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656bd3cbb342d2" /><Relationship Type="http://schemas.openxmlformats.org/officeDocument/2006/relationships/image" Target="/ppt/media/image2.jpeg" Id="Re61ee84332504e05" /><Relationship Type="http://schemas.openxmlformats.org/officeDocument/2006/relationships/notesSlide" Target="/ppt/notesSlides/notesSlide10.xml" Id="R25460834c5cb47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db55b696154e6d" /><Relationship Type="http://schemas.openxmlformats.org/officeDocument/2006/relationships/image" Target="/ppt/media/image2.jpeg" Id="R23c3d319b7e943dd" /><Relationship Type="http://schemas.openxmlformats.org/officeDocument/2006/relationships/notesSlide" Target="/ppt/notesSlides/notesSlide11.xml" Id="R128c9948ff2442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2516c9079e4334" /><Relationship Type="http://schemas.openxmlformats.org/officeDocument/2006/relationships/image" Target="/ppt/media/image2.jpeg" Id="R498dde679af1410d" /><Relationship Type="http://schemas.openxmlformats.org/officeDocument/2006/relationships/notesSlide" Target="/ppt/notesSlides/notesSlide12.xml" Id="R11b541aba5d144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aa042caf944f92" /><Relationship Type="http://schemas.openxmlformats.org/officeDocument/2006/relationships/image" Target="/ppt/media/image2.jpeg" Id="R148b8cf8f12d4008" /><Relationship Type="http://schemas.openxmlformats.org/officeDocument/2006/relationships/notesSlide" Target="/ppt/notesSlides/notesSlide13.xml" Id="Rbc590b92c7ef41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c32a924ff246e7" /><Relationship Type="http://schemas.openxmlformats.org/officeDocument/2006/relationships/image" Target="/ppt/media/image2.jpeg" Id="R6c5e9cc353ed43a9" /><Relationship Type="http://schemas.openxmlformats.org/officeDocument/2006/relationships/notesSlide" Target="/ppt/notesSlides/notesSlide14.xml" Id="R11746ac81ca949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8b6e25942c45ce" /><Relationship Type="http://schemas.openxmlformats.org/officeDocument/2006/relationships/image" Target="/ppt/media/image5.jpeg" Id="R1df23d9f2a784507" /><Relationship Type="http://schemas.openxmlformats.org/officeDocument/2006/relationships/notesSlide" Target="/ppt/notesSlides/notesSlide15.xml" Id="R90248914872b486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eba3e7d1b6147c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7.4-探究与发现 利用平移设计图案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教材印刷页30—31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05e26014e4440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3fdd3b2fd4ecc">
            <a:extLst>
              <a:ext uri="{96DAC541-7B7A-43D3-8B79-37D633B846F1}">
                <asvg:svgBlip xmlns:asvg="http://schemas.microsoft.com/office/drawing/2016/SVG/main" r:embed="R4010d19af6254e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通过阅读、观察或操作，准确说出基本图形、连续平移、图案设计的含义、表示或基本步骤。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5e26014e4440e">
            <a:extLst>
              <a:ext uri="{96DAC541-7B7A-43D3-8B79-37D633B846F1}">
                <asvg:svgBlip xmlns:asvg="http://schemas.microsoft.com/office/drawing/2016/SVG/main" r:embed="Rabbc40c6433249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在Q2—Q4中运用“选择基本图形并设计平移序列”，能用完整语言、式子、图形或图表说明依据。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936df8bc842cb">
            <a:extLst>
              <a:ext uri="{96DAC541-7B7A-43D3-8B79-37D633B846F1}">
                <asvg:svgBlip xmlns:asvg="http://schemas.microsoft.com/office/drawing/2016/SVG/main" r:embed="Ra95d9965ea5142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在基础与变式练习中运用“选择基本图形并设计平移序列”解决同类问题，并对结果进行检验。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533d45e594c03">
            <a:extLst>
              <a:ext uri="{96DAC541-7B7A-43D3-8B79-37D633B846F1}">
                <asvg:svgBlip xmlns:asvg="http://schemas.microsoft.com/office/drawing/2016/SVG/main" r:embed="Re688a03c6ec34e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f8e40c88d1d413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对应印刷页30—31。先读图、读表或读题，圈出已知和所求。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调用学生已经学习平移性质与作图，具备基本观察、计算、作图或整理数据的经验。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聚焦基本图形、连续平移、图案设计，不急于抄结论。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E68B3C9-4526-45EB-925B-FCCECBB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BEE41E52-9AC5-4C01-BDB3-47D18097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15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8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E8AED574-7C01-42C5-9246-455FAE06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320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53E7C50-C724-4EF4-A402-8DE325D1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84009" y="26034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44E34C2-F31F-4AA1-9DBC-3CD2681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4EDD12DC-05E1-458D-A9AC-74597EFB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3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2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AED987AD-F5BF-40AB-97B7-6873FE2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289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F30B3A-B92F-464F-A5D6-272B2A25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4977" y="26034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34C4192-95AD-4788-B772-55FF69B2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12B2534C-9757-487E-85B0-999A449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15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DBF1DBC6-1851-4173-B630-AD54B86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320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59A684-8D42-44B0-95AA-85265C3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84009" y="50799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8B4C762-8177-4350-A977-C134E5CA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8BF5308B-A934-49E2-BED1-70DDFBE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3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30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C83B991B-72EC-40F8-BB48-A150734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289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4DB6FD-D634-4787-B25B-1C0CFEA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4977" y="50799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149f7c5370406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旧知回顾：回顾“平移性质与作图”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回顾“平移性质与作图”：写出一条与本课有关的定义、性质或计算规则。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参考要点：正确表述“平移性质与作图”的核心含义，并说明它与“基本图形”的联系。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12107E9-6AB9-450A-A804-E4123C0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8B11072E-575E-4CF6-BB6A-03C4844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85E888DC-F913-4B3C-8D47-32C4F3C1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F2BD12-E723-41EE-B100-B7A46E2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7DA2A6B-600D-42F5-9F13-FA77312C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cdd47c0d4341e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阅读教材印刷页30—31，圈出“基本图形、连续平移、图案设计”，分别用一句话记录它们解决什么问题。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小组探究：围绕“用数学语言说明图案生成过程”设计一次观察、操作或推理，记录现象、猜想和验证依据。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围绕“选择基本图形并设计平移序列”说明理由；同伴只追问条件和依据。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96D6868-B14F-4A8B-8424-50AFCBA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D291873D-8761-47FB-8D9D-5985C339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9695B432-6758-4809-BDD8-A372958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65F268-95D1-49D3-A3F4-C386264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8332960ee44cd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概念一：基本图形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基本图形：按教材明确其定义、条件、表示、性质或步骤。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7A8BBC2-26A2-4406-B2DE-8A75774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E7221441-0FD6-4F57-8E6D-DAB2BDE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521424D6-FBF8-4E77-A453-3691E58D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661FB6-136A-454C-8A4D-6A42A0E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4CE8CB3-4AAD-48A6-9EB5-70442FD6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fd1f496ea441e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概念二：连续平移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连续平移：按教材明确其定义、条件、表示、性质或步骤。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易错提醒：用数学语言说明图案生成过程。先审条件，再使用结论。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09E8B74-E065-4244-9A05-C5EB37A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E60D524D-573A-4DE3-B062-7612CFAD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649A8A78-DE9A-4AE1-8D68-CD36EE4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CEAA51-D9AE-460E-848B-EF7E5B0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5DBEAF0-FF46-4FB2-B5D4-7E02405E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c773d917bf41e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小组探究：围绕“用数学语言说明图案生成过程”设计一次观察、操作或推理，记录现象、猜想和验证依据。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参考思路：先明确条件，再围绕“选择基本图形并设计平移序列”形成猜想，最后用定义、计算、图表或反例验证。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7AD85AB-558A-4B6F-B203-DE88A5CE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FEB25702-AB0A-458F-A65F-36534B6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1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511F1308-F3E4-490F-8861-E582A222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DFBD72B-4A07-4A8D-B77A-8A71A295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4410" y="3238500"/>
            <a:ext cx="86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496913D-04D4-42B9-9DF3-AD2F4107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38450"/>
            <a:ext cx="11068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86c6df226a477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只记“基本图形”的结论，不检查适用条件。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把“选择基本图形并设计平移序列”与相近概念或逆命题混淆。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1ee84332504e0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教材例题：例题（对应探究与发现“利用平移设计图案”）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例题（对应探究与发现“利用平移设计图案”）：选一个小三角形作为基本图形，设计连续平移图案，并用“方向、距离、次数”说明生成过程。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选用选择基本图形并设计平移序列；3.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教材印刷页30—31：先思考，再对照规范解答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9531239-F9A2-4388-A2D8-C92D3670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354C5E9D-96E7-496D-8152-067C9E42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4E6C8C10-24ED-4616-BF0F-E2D52EE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6FE8CBF-9DBB-485C-81B9-42CDBEB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c3d319b7e943d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选择“选择基本图形并设计平移序列”对应的方法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示例：每次向右平移3 cm，连续平移5次；各基本图形全等，对应边平行且相等。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没有先确认“选择基本图形并设计平移序列”的条件，或只写结果不写依据。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7886CD7-F03F-4932-AD68-DD2422F1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7314D1AE-E235-4BA8-AA4D-3663E18F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1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B11D06D2-E5E3-4B6E-B20D-2C84E23B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9231D2-FAF6-4CE9-8444-2C498C6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4410" y="3238500"/>
            <a:ext cx="86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C2DCF1B-64D0-4BD0-903A-A5F2712D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38450"/>
            <a:ext cx="11068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8dde679af1410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基础辨析：判断“使用‘基本图形’时不需要检查条件，只要结论看起来合理即可”，并说明理由。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变式练习：把Q4的一个条件、数据或表示方式作合理改变，仍用“选择基本图形并设计平移序列”解决，并写出检验。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6E8752A-1517-4D12-992C-FF5F449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EECBB6E0-EC40-4C1A-87D6-FD5D0570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11D2D027-C708-43C1-A763-43CCEB43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603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A68CE7-4407-40FB-A4F5-E386031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93620" y="5167313"/>
            <a:ext cx="848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48b8cf8f12d400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变式练习：把Q4的一个条件、数据或表示方式作合理改变，仍用“选择基本图形并设计平移序列”解决，并写出检验。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答案不唯一。评价要点：改变后的条件完整；方法仍属于“选择基本图形并设计平移序列”；过程正确；检验与新条件一致。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500E201-D9CF-4270-A5D6-8309121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85A9140A-DDD0-48A5-B110-5C93A046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5470C339-5289-46AC-B0FF-C0294686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62FB9E-8712-4EAA-AA6A-001EEB0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c5e9cc353ed43a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纠错：“研究利用平移设计图案时，只记结论，不必区分条件、过程和依据。”这句话对吗？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当堂检测：评价一幅平移图案是否合格，至少检查哪三项？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5FCAC7B-460D-4FAB-82FA-6C0C2108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051D640E-7025-4EAD-A53E-23A9698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F84A949D-63A3-44A5-BA2B-8E7A9F32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603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CB99A33-B846-412F-8ECD-857A141A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93620" y="5167313"/>
            <a:ext cx="848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df23d9f2a78450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小结参考：本课围绕“利用平移设计图案”，掌握基本图形、连续平移、图案设计，并能运用选择基本图形并设计平移序列。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基础：完成教材第30—31页设计任务中的基础题并订正Q5、Q7 提升：当堂检测：评价一幅平移图案是否合格，至少检查哪三项？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我能否：①准确表达基本图形；②运用选择基本图形并设计平移序列；③写清依据并检验？选择“会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8633AB9-7C4F-4698-8431-09B7091A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60623C05-5D74-4D16-85D2-CF7E6649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95" y="282868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3EF209F0-13E2-4989-9F69-62EADE1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378" y="282868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C047EB-6A19-4664-B01B-E5A92BE6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0570" y="2976563"/>
            <a:ext cx="9534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2026-08-02T18:13:21.0710000Z</dcterms:created>
  <dcterms:modified xsi:type="dcterms:W3CDTF">2026-08-02T18:13:21.0710000Z</dcterms:modified>
</coreProperties>
</file>