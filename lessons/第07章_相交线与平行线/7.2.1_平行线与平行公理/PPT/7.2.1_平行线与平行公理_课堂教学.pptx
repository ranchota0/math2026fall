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4872e0a12d47c4" /><Relationship Type="http://schemas.openxmlformats.org/officeDocument/2006/relationships/extended-properties" Target="/docProps/app.xml" Id="R4882fe0928d54908" /><Relationship Type="http://schemas.openxmlformats.org/officeDocument/2006/relationships/officeDocument" Target="/ppt/presentation.xml" Id="R6e35a56797a94c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85514370724c3d"/>
    <p:sldMasterId xmlns:r="http://schemas.openxmlformats.org/officeDocument/2006/relationships" id="2147483660" r:id="R58a7e9ee37d34e34"/>
  </p:sldMasterIdLst>
  <p:notesMasterIdLst>
    <p:notesMasterId xmlns:r="http://schemas.openxmlformats.org/officeDocument/2006/relationships" r:id="R169615d1199049ee"/>
  </p:notesMasterIdLst>
  <p:sldIdLst>
    <p:sldId xmlns:r="http://schemas.openxmlformats.org/officeDocument/2006/relationships" id="256" r:id="R222e361edd9f426f"/>
    <p:sldId xmlns:r="http://schemas.openxmlformats.org/officeDocument/2006/relationships" id="257" r:id="R92e65e47c9f24b0f"/>
    <p:sldId xmlns:r="http://schemas.openxmlformats.org/officeDocument/2006/relationships" id="258" r:id="Rb3fef8a7fe3143f0"/>
    <p:sldId xmlns:r="http://schemas.openxmlformats.org/officeDocument/2006/relationships" id="259" r:id="R08adfed9f4b54df1"/>
    <p:sldId xmlns:r="http://schemas.openxmlformats.org/officeDocument/2006/relationships" id="260" r:id="R51e418c5da844782"/>
    <p:sldId xmlns:r="http://schemas.openxmlformats.org/officeDocument/2006/relationships" id="261" r:id="R7a62f465026f451b"/>
    <p:sldId xmlns:r="http://schemas.openxmlformats.org/officeDocument/2006/relationships" id="262" r:id="R37599511955a4399"/>
    <p:sldId xmlns:r="http://schemas.openxmlformats.org/officeDocument/2006/relationships" id="263" r:id="Rf57e223d5b6d4a86"/>
    <p:sldId xmlns:r="http://schemas.openxmlformats.org/officeDocument/2006/relationships" id="264" r:id="Rbd51fdb728fe418c"/>
    <p:sldId xmlns:r="http://schemas.openxmlformats.org/officeDocument/2006/relationships" id="265" r:id="Rdf8e78ab5bca456e"/>
    <p:sldId xmlns:r="http://schemas.openxmlformats.org/officeDocument/2006/relationships" id="266" r:id="R13575f2f31e642bd"/>
    <p:sldId xmlns:r="http://schemas.openxmlformats.org/officeDocument/2006/relationships" id="267" r:id="R5753285a30004290"/>
    <p:sldId xmlns:r="http://schemas.openxmlformats.org/officeDocument/2006/relationships" id="268" r:id="Rfe5d5301d9bf43a9"/>
    <p:sldId xmlns:r="http://schemas.openxmlformats.org/officeDocument/2006/relationships" id="269" r:id="R9e4408a7d2644020"/>
    <p:sldId xmlns:r="http://schemas.openxmlformats.org/officeDocument/2006/relationships" id="270" r:id="R2f158e1ba15d4a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9e88346d39467e" /><Relationship Type="http://schemas.openxmlformats.org/officeDocument/2006/relationships/slideMaster" Target="/ppt/slideMasters/slideMaster1.xml" Id="R9085514370724c3d" /><Relationship Type="http://schemas.openxmlformats.org/officeDocument/2006/relationships/slideMaster" Target="/ppt/slideMasters/slideMaster2.xml" Id="R58a7e9ee37d34e34" /><Relationship Type="http://schemas.openxmlformats.org/officeDocument/2006/relationships/notesMaster" Target="/ppt/notesMasters/notesMaster1.xml" Id="R169615d1199049ee" /><Relationship Type="http://schemas.openxmlformats.org/officeDocument/2006/relationships/presProps" Target="/ppt/presProps.xml" Id="Rfb29ecac51be4e1f" /><Relationship Type="http://schemas.openxmlformats.org/officeDocument/2006/relationships/viewProps" Target="/ppt/viewProps.xml" Id="R42429398c314412c" /><Relationship Type="http://schemas.openxmlformats.org/officeDocument/2006/relationships/tableStyles" Target="/ppt/tableStyles.xml" Id="R81c3c51bd9c144b9" /><Relationship Type="http://schemas.openxmlformats.org/officeDocument/2006/relationships/slide" Target="/ppt/slides/slide1.xml" Id="R222e361edd9f426f" /><Relationship Type="http://schemas.openxmlformats.org/officeDocument/2006/relationships/slide" Target="/ppt/slides/slide2.xml" Id="R92e65e47c9f24b0f" /><Relationship Type="http://schemas.openxmlformats.org/officeDocument/2006/relationships/slide" Target="/ppt/slides/slide3.xml" Id="Rb3fef8a7fe3143f0" /><Relationship Type="http://schemas.openxmlformats.org/officeDocument/2006/relationships/slide" Target="/ppt/slides/slide4.xml" Id="R08adfed9f4b54df1" /><Relationship Type="http://schemas.openxmlformats.org/officeDocument/2006/relationships/slide" Target="/ppt/slides/slide5.xml" Id="R51e418c5da844782" /><Relationship Type="http://schemas.openxmlformats.org/officeDocument/2006/relationships/slide" Target="/ppt/slides/slide6.xml" Id="R7a62f465026f451b" /><Relationship Type="http://schemas.openxmlformats.org/officeDocument/2006/relationships/slide" Target="/ppt/slides/slide7.xml" Id="R37599511955a4399" /><Relationship Type="http://schemas.openxmlformats.org/officeDocument/2006/relationships/slide" Target="/ppt/slides/slide8.xml" Id="Rf57e223d5b6d4a86" /><Relationship Type="http://schemas.openxmlformats.org/officeDocument/2006/relationships/slide" Target="/ppt/slides/slide9.xml" Id="Rbd51fdb728fe418c" /><Relationship Type="http://schemas.openxmlformats.org/officeDocument/2006/relationships/slide" Target="/ppt/slides/slide10.xml" Id="Rdf8e78ab5bca456e" /><Relationship Type="http://schemas.openxmlformats.org/officeDocument/2006/relationships/slide" Target="/ppt/slides/slide11.xml" Id="R13575f2f31e642bd" /><Relationship Type="http://schemas.openxmlformats.org/officeDocument/2006/relationships/slide" Target="/ppt/slides/slide12.xml" Id="R5753285a30004290" /><Relationship Type="http://schemas.openxmlformats.org/officeDocument/2006/relationships/slide" Target="/ppt/slides/slide13.xml" Id="Rfe5d5301d9bf43a9" /><Relationship Type="http://schemas.openxmlformats.org/officeDocument/2006/relationships/slide" Target="/ppt/slides/slide14.xml" Id="R9e4408a7d2644020" /><Relationship Type="http://schemas.openxmlformats.org/officeDocument/2006/relationships/slide" Target="/ppt/slides/slide15.xml" Id="R2f158e1ba15d4a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1f30064774f49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b81f74578844e9" /><Relationship Type="http://schemas.openxmlformats.org/officeDocument/2006/relationships/notesMaster" Target="/ppt/notesMasters/notesMaster1.xml" Id="R4f75b992f5d049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f405b91add44d7" /><Relationship Type="http://schemas.openxmlformats.org/officeDocument/2006/relationships/notesMaster" Target="/ppt/notesMasters/notesMaster1.xml" Id="Re96d560956d442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ca21cfb7e644fa" /><Relationship Type="http://schemas.openxmlformats.org/officeDocument/2006/relationships/notesMaster" Target="/ppt/notesMasters/notesMaster1.xml" Id="Ree2c698f3e3941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136189872f4b58" /><Relationship Type="http://schemas.openxmlformats.org/officeDocument/2006/relationships/notesMaster" Target="/ppt/notesMasters/notesMaster1.xml" Id="Rf4b2352e6ffb44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1ff776f2704607" /><Relationship Type="http://schemas.openxmlformats.org/officeDocument/2006/relationships/notesMaster" Target="/ppt/notesMasters/notesMaster1.xml" Id="Rd5e6fd59abd942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87168656384886" /><Relationship Type="http://schemas.openxmlformats.org/officeDocument/2006/relationships/notesMaster" Target="/ppt/notesMasters/notesMaster1.xml" Id="R68da4335bff343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6aa3fb8b4d49cb" /><Relationship Type="http://schemas.openxmlformats.org/officeDocument/2006/relationships/notesMaster" Target="/ppt/notesMasters/notesMaster1.xml" Id="R8a28412b80fe47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c42838efb9453c" /><Relationship Type="http://schemas.openxmlformats.org/officeDocument/2006/relationships/notesMaster" Target="/ppt/notesMasters/notesMaster1.xml" Id="R7d7207d8cd7847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491f5b58964faa" /><Relationship Type="http://schemas.openxmlformats.org/officeDocument/2006/relationships/notesMaster" Target="/ppt/notesMasters/notesMaster1.xml" Id="Rd1f3cd910edd4b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6e3a2c1d154f9c" /><Relationship Type="http://schemas.openxmlformats.org/officeDocument/2006/relationships/notesMaster" Target="/ppt/notesMasters/notesMaster1.xml" Id="Rac04dd1d47e24b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70e0bb21294102" /><Relationship Type="http://schemas.openxmlformats.org/officeDocument/2006/relationships/notesMaster" Target="/ppt/notesMasters/notesMaster1.xml" Id="Rbfe357d87d0347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de0989125e440c" /><Relationship Type="http://schemas.openxmlformats.org/officeDocument/2006/relationships/notesMaster" Target="/ppt/notesMasters/notesMaster1.xml" Id="Re97ea0e10dec4a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36cd67457a4d25" /><Relationship Type="http://schemas.openxmlformats.org/officeDocument/2006/relationships/notesMaster" Target="/ppt/notesMasters/notesMaster1.xml" Id="Rf1d4665a73354f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5f0757f37f4182" /><Relationship Type="http://schemas.openxmlformats.org/officeDocument/2006/relationships/notesMaster" Target="/ppt/notesMasters/notesMaster1.xml" Id="R6dd6906fc5d243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811761955443cb" /><Relationship Type="http://schemas.openxmlformats.org/officeDocument/2006/relationships/notesMaster" Target="/ppt/notesMasters/notesMaster1.xml" Id="R2d7b55f6b7304e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从教材印刷页11—12进入《平行线与平行公理》。说明本课在第7章 相交线与平行线中的位置。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人教版《义务教育教科书·数学七年级下册》，印刷页11—12。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形成第一个核心概念：平行线定义。要求学生标出对象、条件、表示和作用。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形成第二个核心概念或方法：平行线画法。与前一概念对比，避免相近知识混淆。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呈现Q4，保留独立思考时间。题型对应教材印刷页11—12的例题或典型任务。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人教版《义务教育教科书·数学七年级下册》，印刷页11—12。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3a9667e664e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fd43edbb845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1a094794d42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981c7fbd54c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5eb358f1b443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c2eb4cdbd4c2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1de6fa860420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d0b447e0d40f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8ce9e82cb452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a93afa7d7f4f3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569a35518e4c8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488ab84c4d4ad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efe8271eb44996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52f18b5249460a" /><Relationship Type="http://schemas.openxmlformats.org/officeDocument/2006/relationships/slideLayout" Target="/ppt/slideLayouts/slideLayout1.xml" Id="R07e89b9753d042ad" /><Relationship Type="http://schemas.openxmlformats.org/officeDocument/2006/relationships/slideLayout" Target="/ppt/slideLayouts/slideLayout2.xml" Id="Rf337577642054c28" /><Relationship Type="http://schemas.openxmlformats.org/officeDocument/2006/relationships/slideLayout" Target="/ppt/slideLayouts/slideLayout3.xml" Id="Re4c0e3fdcb634621" /><Relationship Type="http://schemas.openxmlformats.org/officeDocument/2006/relationships/slideLayout" Target="/ppt/slideLayouts/slideLayout4.xml" Id="Rdf8aea9bc1484712" /><Relationship Type="http://schemas.openxmlformats.org/officeDocument/2006/relationships/slideLayout" Target="/ppt/slideLayouts/slideLayout5.xml" Id="R0953cb95ca7e4a71" /><Relationship Type="http://schemas.openxmlformats.org/officeDocument/2006/relationships/slideLayout" Target="/ppt/slideLayouts/slideLayout6.xml" Id="R353d03052df141b8" /><Relationship Type="http://schemas.openxmlformats.org/officeDocument/2006/relationships/slideLayout" Target="/ppt/slideLayouts/slideLayout7.xml" Id="R5b23879af022410b" /><Relationship Type="http://schemas.openxmlformats.org/officeDocument/2006/relationships/slideLayout" Target="/ppt/slideLayouts/slideLayout8.xml" Id="R385dbe21075a481b" /><Relationship Type="http://schemas.openxmlformats.org/officeDocument/2006/relationships/slideLayout" Target="/ppt/slideLayouts/slideLayout9.xml" Id="Rbc7b3745bc9b4ab3" /><Relationship Type="http://schemas.openxmlformats.org/officeDocument/2006/relationships/slideLayout" Target="/ppt/slideLayouts/slideLayout10.xml" Id="Rfacbb58fd66c4e1f" /><Relationship Type="http://schemas.openxmlformats.org/officeDocument/2006/relationships/slideLayout" Target="/ppt/slideLayouts/slideLayout11.xml" Id="R583f96abafbe4fd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41b8e6ef7b343b5" /><Relationship Type="http://schemas.openxmlformats.org/officeDocument/2006/relationships/slideLayout" Target="/ppt/slideLayouts/slideLayout12.xml" Id="R34c3d398b17047f7" /><Relationship Type="http://schemas.openxmlformats.org/officeDocument/2006/relationships/slideLayout" Target="/ppt/slideLayouts/slideLayout13.xml" Id="Re4f79a993db6492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e89b9753d042ad"/>
    <p:sldLayoutId xmlns:r="http://schemas.openxmlformats.org/officeDocument/2006/relationships" id="2147483650" r:id="Rf337577642054c28"/>
    <p:sldLayoutId xmlns:r="http://schemas.openxmlformats.org/officeDocument/2006/relationships" id="2147483651" r:id="Re4c0e3fdcb634621"/>
    <p:sldLayoutId xmlns:r="http://schemas.openxmlformats.org/officeDocument/2006/relationships" id="2147483652" r:id="Rdf8aea9bc1484712"/>
    <p:sldLayoutId xmlns:r="http://schemas.openxmlformats.org/officeDocument/2006/relationships" id="2147483653" r:id="R0953cb95ca7e4a71"/>
    <p:sldLayoutId xmlns:r="http://schemas.openxmlformats.org/officeDocument/2006/relationships" id="2147483654" r:id="R353d03052df141b8"/>
    <p:sldLayoutId xmlns:r="http://schemas.openxmlformats.org/officeDocument/2006/relationships" id="2147483655" r:id="R5b23879af022410b"/>
    <p:sldLayoutId xmlns:r="http://schemas.openxmlformats.org/officeDocument/2006/relationships" id="2147483656" r:id="R385dbe21075a481b"/>
    <p:sldLayoutId xmlns:r="http://schemas.openxmlformats.org/officeDocument/2006/relationships" id="2147483657" r:id="Rbc7b3745bc9b4ab3"/>
    <p:sldLayoutId xmlns:r="http://schemas.openxmlformats.org/officeDocument/2006/relationships" id="2147483658" r:id="Rfacbb58fd66c4e1f"/>
    <p:sldLayoutId xmlns:r="http://schemas.openxmlformats.org/officeDocument/2006/relationships" id="2147483659" r:id="R583f96abafbe4fd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4c3d398b17047f7"/>
    <p:sldLayoutId xmlns:r="http://schemas.openxmlformats.org/officeDocument/2006/relationships" id="2147483662" r:id="Re4f79a993db6492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a08beaab716407f" /><Relationship Type="http://schemas.openxmlformats.org/officeDocument/2006/relationships/image" Target="/ppt/media/image.jpeg" Id="R8026185c6a23437c" /><Relationship Type="http://schemas.openxmlformats.org/officeDocument/2006/relationships/notesSlide" Target="/ppt/notesSlides/notesSlide1.xml" Id="R348b1cdcbf9d46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328dbf3ec204d0d" /><Relationship Type="http://schemas.openxmlformats.org/officeDocument/2006/relationships/image" Target="/ppt/media/image2.jpeg" Id="R916447e33afa49b8" /><Relationship Type="http://schemas.openxmlformats.org/officeDocument/2006/relationships/image" Target="/ppt/media/image.svg" Id="R13dc25f4d2dd4e58" /><Relationship Type="http://schemas.openxmlformats.org/officeDocument/2006/relationships/image" Target="/ppt/media/image.jpeg" Id="R869beab66f1e4fa9" /><Relationship Type="http://schemas.openxmlformats.org/officeDocument/2006/relationships/image" Target="/ppt/media/image2.svg" Id="Ra83555946db34bd3" /><Relationship Type="http://schemas.openxmlformats.org/officeDocument/2006/relationships/image" Target="/ppt/media/image3.jpeg" Id="R7dfcd6ec45844b09" /><Relationship Type="http://schemas.openxmlformats.org/officeDocument/2006/relationships/image" Target="/ppt/media/image3.svg" Id="R66ebb51761ba461d" /><Relationship Type="http://schemas.openxmlformats.org/officeDocument/2006/relationships/image" Target="/ppt/media/image4.jpeg" Id="Ra1ccb147523b4140" /><Relationship Type="http://schemas.openxmlformats.org/officeDocument/2006/relationships/image" Target="/ppt/media/image4.svg" Id="Rdb3dcf0e5a504253" /><Relationship Type="http://schemas.openxmlformats.org/officeDocument/2006/relationships/notesSlide" Target="/ppt/notesSlides/notesSlide2.xml" Id="Rc81212717b014b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0ea8b5fc94b40df" /><Relationship Type="http://schemas.openxmlformats.org/officeDocument/2006/relationships/image" Target="/ppt/media/image2.jpeg" Id="Rcf097c88066b4690" /><Relationship Type="http://schemas.openxmlformats.org/officeDocument/2006/relationships/notesSlide" Target="/ppt/notesSlides/notesSlide3.xml" Id="Rd07adefff30f42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6c96f00d3d148e6" /><Relationship Type="http://schemas.openxmlformats.org/officeDocument/2006/relationships/image" Target="/ppt/media/image2.jpeg" Id="Rf4d31f29b2a14cc8" /><Relationship Type="http://schemas.openxmlformats.org/officeDocument/2006/relationships/notesSlide" Target="/ppt/notesSlides/notesSlide4.xml" Id="R5d04bf59447243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74779f5ed714869" /><Relationship Type="http://schemas.openxmlformats.org/officeDocument/2006/relationships/image" Target="/ppt/media/image2.jpeg" Id="Rbd50d434861c479c" /><Relationship Type="http://schemas.openxmlformats.org/officeDocument/2006/relationships/notesSlide" Target="/ppt/notesSlides/notesSlide5.xml" Id="R74bf08e16f3e46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378b013a7154482" /><Relationship Type="http://schemas.openxmlformats.org/officeDocument/2006/relationships/image" Target="/ppt/media/image2.jpeg" Id="Rca66630ae6c441f7" /><Relationship Type="http://schemas.openxmlformats.org/officeDocument/2006/relationships/notesSlide" Target="/ppt/notesSlides/notesSlide6.xml" Id="R595dd6b024d649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ecabdca39d4436c" /><Relationship Type="http://schemas.openxmlformats.org/officeDocument/2006/relationships/image" Target="/ppt/media/image2.jpeg" Id="Raec0260488394527" /><Relationship Type="http://schemas.openxmlformats.org/officeDocument/2006/relationships/notesSlide" Target="/ppt/notesSlides/notesSlide7.xml" Id="R5bd5bcf2286148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31cc9e6aca24edb" /><Relationship Type="http://schemas.openxmlformats.org/officeDocument/2006/relationships/image" Target="/ppt/media/image2.jpeg" Id="Rfb18e7789cb24a59" /><Relationship Type="http://schemas.openxmlformats.org/officeDocument/2006/relationships/notesSlide" Target="/ppt/notesSlides/notesSlide8.xml" Id="R800457a48c5f4d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e20887916cf4ff3" /><Relationship Type="http://schemas.openxmlformats.org/officeDocument/2006/relationships/image" Target="/ppt/media/image2.jpeg" Id="R8d383d5a04954c80" /><Relationship Type="http://schemas.openxmlformats.org/officeDocument/2006/relationships/notesSlide" Target="/ppt/notesSlides/notesSlide9.xml" Id="R8479a01f2db546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7ea7b649e2f4bca" /><Relationship Type="http://schemas.openxmlformats.org/officeDocument/2006/relationships/image" Target="/ppt/media/image2.jpeg" Id="Rc4d209a2335e48d5" /><Relationship Type="http://schemas.openxmlformats.org/officeDocument/2006/relationships/notesSlide" Target="/ppt/notesSlides/notesSlide10.xml" Id="Rd57ea39d6bbf46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bc858c985944f46" /><Relationship Type="http://schemas.openxmlformats.org/officeDocument/2006/relationships/image" Target="/ppt/media/image2.jpeg" Id="R9d26360b782143ff" /><Relationship Type="http://schemas.openxmlformats.org/officeDocument/2006/relationships/notesSlide" Target="/ppt/notesSlides/notesSlide11.xml" Id="R2206d89fb31e42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dcae6da72314a21" /><Relationship Type="http://schemas.openxmlformats.org/officeDocument/2006/relationships/image" Target="/ppt/media/image2.jpeg" Id="R6838bb9d02c44070" /><Relationship Type="http://schemas.openxmlformats.org/officeDocument/2006/relationships/notesSlide" Target="/ppt/notesSlides/notesSlide12.xml" Id="Rbb78ce96780346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4ed7b720b8c4cc9" /><Relationship Type="http://schemas.openxmlformats.org/officeDocument/2006/relationships/image" Target="/ppt/media/image2.jpeg" Id="R3bfa2a475eec4b91" /><Relationship Type="http://schemas.openxmlformats.org/officeDocument/2006/relationships/notesSlide" Target="/ppt/notesSlides/notesSlide13.xml" Id="R263e0d6b5a0642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562e4a1750242bf" /><Relationship Type="http://schemas.openxmlformats.org/officeDocument/2006/relationships/image" Target="/ppt/media/image2.jpeg" Id="Rebed5955d5c04625" /><Relationship Type="http://schemas.openxmlformats.org/officeDocument/2006/relationships/notesSlide" Target="/ppt/notesSlides/notesSlide14.xml" Id="Rbce55662d2ad4b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439c98f648b45bb" /><Relationship Type="http://schemas.openxmlformats.org/officeDocument/2006/relationships/image" Target="/ppt/media/image5.jpeg" Id="R730fd74a34954758" /><Relationship Type="http://schemas.openxmlformats.org/officeDocument/2006/relationships/notesSlide" Target="/ppt/notesSlides/notesSlide15.xml" Id="Rb31b567c72174cd3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026185c6a23437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7.2.1 平行线与平行公理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第7章 相交线与平行线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教材印刷页11—12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16447e33afa49b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beab66f1e4fa9">
            <a:extLst>
              <a:ext uri="{96DAC541-7B7A-43D3-8B79-37D633B846F1}">
                <asvg:svgBlip xmlns:asvg="http://schemas.microsoft.com/office/drawing/2016/SVG/main" r:embed="R13dc25f4d2dd4e5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通过阅读、观察或操作，准确说出平行线定义、平行线画法、平行公理及推论的含义、表示或基本步骤。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447e33afa49b8">
            <a:extLst>
              <a:ext uri="{96DAC541-7B7A-43D3-8B79-37D633B846F1}">
                <asvg:svgBlip xmlns:asvg="http://schemas.microsoft.com/office/drawing/2016/SVG/main" r:embed="Ra83555946db34bd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在Q2—Q4中运用“理解平行线基本事实并规范作图”，能用完整语言、式子、图形或图表说明依据。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cd6ec45844b09">
            <a:extLst>
              <a:ext uri="{96DAC541-7B7A-43D3-8B79-37D633B846F1}">
                <asvg:svgBlip xmlns:asvg="http://schemas.microsoft.com/office/drawing/2016/SVG/main" r:embed="R66ebb51761ba461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在基础与变式练习中运用“理解平行线基本事实并规范作图”解决同类问题，并对结果进行检验。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cb147523b4140">
            <a:extLst>
              <a:ext uri="{96DAC541-7B7A-43D3-8B79-37D633B846F1}">
                <asvg:svgBlip xmlns:asvg="http://schemas.microsoft.com/office/drawing/2016/SVG/main" r:embed="Rdb3dcf0e5a50425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f097c88066b469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对应印刷页11—12。先读图、读表或读题，圈出已知和所求。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调用学生已经学习同一平面内直线的位置关系，具备基本观察、计算、作图或整理数据的经验。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聚焦平行线定义、平行线画法、平行公理及推论，不急于抄结论。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228DD8C-E02C-4F87-ABC5-39D08945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63A3403-9A45-43E0-93BA-6E3712F1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4205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11E0F1D-3309-494F-A74C-1843483A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8473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1BAE28F-317A-485A-9916-ADCAA2E8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64E7F81-3445-4C9F-9D9A-40FE83DC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4205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D6AB141-F581-42D3-B2F2-7298B2AE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8473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6EC8E74-BFDA-4AB2-8648-31857459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8EA2EA3-8164-426B-AC63-8A3AFFD5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48970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7169442-50A5-4349-9ECF-5247C968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3238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5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133ED2F-6B8D-4430-9B9F-C8A9318F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8A698BF-7D9D-4291-A9D4-B9B85080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48970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511AD59-6F54-4041-82C6-8AE492B3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3238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4d31f29b2a14cc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旧知回顾：回顾“同一平面内直线的位置关系”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回顾“同一平面内直线的位置关系”：写出一条与本课有关的定义、性质或计算规则。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参考要点：正确表述“同一平面内直线的位置关系”的核心含义，并说明它与“平行线定义”的联系。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58A71A2-D97E-499D-AE5F-2416CE0C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5961AAA-F4AD-480A-A5DF-038284AD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46138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1E14760-590E-4B7C-B1CE-CB16D882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0819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4AE874F-17DF-415B-BA98-75E84E28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3830003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a ∥ b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50d434861c479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阅读教材印刷页11—12，圈出“平行线定义、平行线画法、平行公理及推论”，分别用一句话记录它们解决什么问题。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小组探究：围绕“正确使用“同一平面内”条件”设计一次观察、操作或推理，记录现象、猜想和验证依据。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围绕“理解平行线基本事实并规范作图”说明理由；同伴只追问条件和依据。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35B2003-8BC2-41E6-B926-80938C9C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A8E2EB6-440F-4EE4-BC18-0B1E3EB7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96778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33977C5-9F6E-4E4D-B17F-5EFA470F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08349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a66630ae6c441f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概念一：平行线定义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平行线定义：按教材明确其定义、条件、表示、性质或步骤。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26A0FB4-D1F2-44DC-A8ED-49B696DD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091DBDC-B26B-4DDC-AAF5-D8328710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46138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3761CCE-8CC7-4529-99B3-CE1780D7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0819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60A1E61-A3F8-4AB2-81EF-4C532352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3830003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a ∥ b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ec026048839452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概念二：平行线画法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平行线画法：按教材明确其定义、条件、表示、性质或步骤。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易错提醒：正确使用“同一平面内”条件。先审条件，再使用结论。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F5882C4-7BDA-4495-8582-7BA222E2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F764400-9C4F-4AFB-B433-F8094318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46138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1A38C59-4058-4875-8B1E-BCB9A3AD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0819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A19720E-1107-4A9C-893A-D430D380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3830003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a ∥ b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b18e7789cb24a5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小组探究：围绕“正确使用“同一平面内”条件”设计一次观察、操作或推理，记录现象、猜想和验证依据。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参考思路：先明确条件，再围绕“理解平行线基本事实并规范作图”形成猜想，最后用定义、计算、图表或反例验证。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600FCB6-2DDC-46AD-8BA0-825C6025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5D23D13-5A3C-4C75-B30B-EEB9EA1C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295275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3A798BF-D7BE-46A0-BEC8-366DAD01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619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FF2CC7A-4491-49F3-B524-954A5BE8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3167063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a ∥ b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d383d5a04954c8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只记“平行线定义”的结论，不检查适用条件。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把“理解平行线基本事实并规范作图”与相近概念或逆命题混淆。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4d209a2335e48d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教材例题：例题（对应教材第12页直尺三角尺画平行线）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例题（对应教材第12页直尺三角尺画平行线）：过直线l外一点P画l的平行线。能画几条？写出依据。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选用理解平行线基本事实并规范作图；3.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教材印刷页11—12：先思考，再对照规范解答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C4E8E6E-8CAC-406C-905C-4D0AA440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E26293A-E5AA-4AA0-AEE5-94FA3E17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96778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E1A8D18-83CA-4489-90B3-065D65C6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08349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d26360b782143f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选择“理解平行线基本事实并规范作图”对应的方法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只能画一条；经过直线外一点，有且只有一条直线与已知直线平行。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没有先确认“理解平行线基本事实并规范作图”的条件，或只写结果不写依据。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00FBC0B-88FB-474E-AD3F-2884A1D9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14D6C8F-52A5-4EFE-9264-FB95131B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295275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DA7BC3D-E961-43E1-B9A1-B0DCAA04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619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828254C-2EDF-4ADA-A7ED-676AE1AA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3167063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a ∥ b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838bb9d02c4407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基础辨析：判断“使用‘平行线定义’时不需要检查条件，只要结论看起来合理即可”，并说明理由。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变式练习：把Q4的一个条件、数据或表示方式作合理改变，仍用“理解平行线基本事实并规范作图”解决，并写出检验。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B3A4A04-3074-4A75-BB43-060261EC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16C636E-C9A4-408E-BBA9-C26DC565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013008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EE592D3-2F42-4103-AFA8-FCDB7FDA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37305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bfa2a475eec4b9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变式练习：把Q4的一个条件、数据或表示方式作合理改变，仍用“理解平行线基本事实并规范作图”解决，并写出检验。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答案不唯一。评价要点：改变后的条件完整；方法仍属于“理解平行线基本事实并规范作图”；过程正确；检验与新条件一致。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582EC0F-A145-45A7-AEF0-AFBCDD41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F8C8B15-3E31-441E-9629-5B02D40D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96778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72AF021-498A-4D3B-83A4-596F40BC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08349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bed5955d5c0462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纠错：“研究平行线与平行公理时，只记结论，不必区分条件、过程和依据。”这句话对吗？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当堂检测：若a∥b，b∥c，可得到什么结论？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E1A84E9-9216-482D-BA9E-57CAB5F6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9500DA3-3EDD-4F5C-B8F1-BDBC4026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013008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BDF7431-C238-4132-ACFF-67F0DE6C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37305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30fd74a3495475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小结参考：本课围绕“平行线与平行公理”，掌握平行线定义、平行线画法、平行公理及推论，并能运用理解平行线基本事实并规范作图。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基础：完成教材第12页练习中的基础题并订正Q5、Q7 提升：当堂检测：若a∥b，b∥c，可得到什么结论？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我能否：①准确表达平行线定义；②运用理解平行线基本事实并规范作图；③写清依据并检验？选择“会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40E320D-50A2-409C-AEE2-287CDC58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54C7242-2D9C-49C8-8DB2-E1170EA2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2822258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276BF6E-BAA4-4A6C-B657-15BA6CB9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182303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2026-08-02T18:13:15.3060000Z</dcterms:created>
  <dcterms:modified xsi:type="dcterms:W3CDTF">2026-08-02T18:13:15.3060000Z</dcterms:modified>
</coreProperties>
</file>