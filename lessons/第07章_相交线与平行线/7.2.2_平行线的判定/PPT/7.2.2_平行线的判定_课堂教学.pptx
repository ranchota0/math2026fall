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f14f3255c4180" /><Relationship Type="http://schemas.openxmlformats.org/officeDocument/2006/relationships/extended-properties" Target="/docProps/app.xml" Id="Re78b3706c60144af" /><Relationship Type="http://schemas.openxmlformats.org/officeDocument/2006/relationships/officeDocument" Target="/ppt/presentation.xml" Id="Ree6c0357fcc3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fefccd792d4079"/>
    <p:sldMasterId xmlns:r="http://schemas.openxmlformats.org/officeDocument/2006/relationships" id="2147483660" r:id="R4ad5433d27004c90"/>
  </p:sldMasterIdLst>
  <p:notesMasterIdLst>
    <p:notesMasterId xmlns:r="http://schemas.openxmlformats.org/officeDocument/2006/relationships" r:id="Re50cf7c5d1d74ba4"/>
  </p:notesMasterIdLst>
  <p:sldIdLst>
    <p:sldId xmlns:r="http://schemas.openxmlformats.org/officeDocument/2006/relationships" id="256" r:id="R2309680f297245b1"/>
    <p:sldId xmlns:r="http://schemas.openxmlformats.org/officeDocument/2006/relationships" id="257" r:id="R681e08d98ca44021"/>
    <p:sldId xmlns:r="http://schemas.openxmlformats.org/officeDocument/2006/relationships" id="258" r:id="R43b6ea10b68344cb"/>
    <p:sldId xmlns:r="http://schemas.openxmlformats.org/officeDocument/2006/relationships" id="259" r:id="R83b1a86e53514756"/>
    <p:sldId xmlns:r="http://schemas.openxmlformats.org/officeDocument/2006/relationships" id="260" r:id="R876a75e576ff4a49"/>
    <p:sldId xmlns:r="http://schemas.openxmlformats.org/officeDocument/2006/relationships" id="261" r:id="R4a5fb128a1a74f04"/>
    <p:sldId xmlns:r="http://schemas.openxmlformats.org/officeDocument/2006/relationships" id="262" r:id="Ra7ae5b73e6634593"/>
    <p:sldId xmlns:r="http://schemas.openxmlformats.org/officeDocument/2006/relationships" id="263" r:id="Ra770fa87c89443f2"/>
    <p:sldId xmlns:r="http://schemas.openxmlformats.org/officeDocument/2006/relationships" id="264" r:id="Ra53ec1bb63074eac"/>
    <p:sldId xmlns:r="http://schemas.openxmlformats.org/officeDocument/2006/relationships" id="265" r:id="R44725e4b717a4f76"/>
    <p:sldId xmlns:r="http://schemas.openxmlformats.org/officeDocument/2006/relationships" id="266" r:id="Rdf608af0a5574f8f"/>
    <p:sldId xmlns:r="http://schemas.openxmlformats.org/officeDocument/2006/relationships" id="267" r:id="R413be70a449a4517"/>
    <p:sldId xmlns:r="http://schemas.openxmlformats.org/officeDocument/2006/relationships" id="268" r:id="R6657a3a6519542a3"/>
    <p:sldId xmlns:r="http://schemas.openxmlformats.org/officeDocument/2006/relationships" id="269" r:id="R3a055b869b264247"/>
    <p:sldId xmlns:r="http://schemas.openxmlformats.org/officeDocument/2006/relationships" id="270" r:id="R36a7e9de09b24f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f613ee04204232" /><Relationship Type="http://schemas.openxmlformats.org/officeDocument/2006/relationships/slideMaster" Target="/ppt/slideMasters/slideMaster1.xml" Id="R4afefccd792d4079" /><Relationship Type="http://schemas.openxmlformats.org/officeDocument/2006/relationships/slideMaster" Target="/ppt/slideMasters/slideMaster2.xml" Id="R4ad5433d27004c90" /><Relationship Type="http://schemas.openxmlformats.org/officeDocument/2006/relationships/notesMaster" Target="/ppt/notesMasters/notesMaster1.xml" Id="Re50cf7c5d1d74ba4" /><Relationship Type="http://schemas.openxmlformats.org/officeDocument/2006/relationships/presProps" Target="/ppt/presProps.xml" Id="Rda3cb660d8cf4c9b" /><Relationship Type="http://schemas.openxmlformats.org/officeDocument/2006/relationships/viewProps" Target="/ppt/viewProps.xml" Id="R2286c2d9eed146d0" /><Relationship Type="http://schemas.openxmlformats.org/officeDocument/2006/relationships/tableStyles" Target="/ppt/tableStyles.xml" Id="Ra3bde497b4c14bd0" /><Relationship Type="http://schemas.openxmlformats.org/officeDocument/2006/relationships/slide" Target="/ppt/slides/slide1.xml" Id="R2309680f297245b1" /><Relationship Type="http://schemas.openxmlformats.org/officeDocument/2006/relationships/slide" Target="/ppt/slides/slide2.xml" Id="R681e08d98ca44021" /><Relationship Type="http://schemas.openxmlformats.org/officeDocument/2006/relationships/slide" Target="/ppt/slides/slide3.xml" Id="R43b6ea10b68344cb" /><Relationship Type="http://schemas.openxmlformats.org/officeDocument/2006/relationships/slide" Target="/ppt/slides/slide4.xml" Id="R83b1a86e53514756" /><Relationship Type="http://schemas.openxmlformats.org/officeDocument/2006/relationships/slide" Target="/ppt/slides/slide5.xml" Id="R876a75e576ff4a49" /><Relationship Type="http://schemas.openxmlformats.org/officeDocument/2006/relationships/slide" Target="/ppt/slides/slide6.xml" Id="R4a5fb128a1a74f04" /><Relationship Type="http://schemas.openxmlformats.org/officeDocument/2006/relationships/slide" Target="/ppt/slides/slide7.xml" Id="Ra7ae5b73e6634593" /><Relationship Type="http://schemas.openxmlformats.org/officeDocument/2006/relationships/slide" Target="/ppt/slides/slide8.xml" Id="Ra770fa87c89443f2" /><Relationship Type="http://schemas.openxmlformats.org/officeDocument/2006/relationships/slide" Target="/ppt/slides/slide9.xml" Id="Ra53ec1bb63074eac" /><Relationship Type="http://schemas.openxmlformats.org/officeDocument/2006/relationships/slide" Target="/ppt/slides/slide10.xml" Id="R44725e4b717a4f76" /><Relationship Type="http://schemas.openxmlformats.org/officeDocument/2006/relationships/slide" Target="/ppt/slides/slide11.xml" Id="Rdf608af0a5574f8f" /><Relationship Type="http://schemas.openxmlformats.org/officeDocument/2006/relationships/slide" Target="/ppt/slides/slide12.xml" Id="R413be70a449a4517" /><Relationship Type="http://schemas.openxmlformats.org/officeDocument/2006/relationships/slide" Target="/ppt/slides/slide13.xml" Id="R6657a3a6519542a3" /><Relationship Type="http://schemas.openxmlformats.org/officeDocument/2006/relationships/slide" Target="/ppt/slides/slide14.xml" Id="R3a055b869b264247" /><Relationship Type="http://schemas.openxmlformats.org/officeDocument/2006/relationships/slide" Target="/ppt/slides/slide15.xml" Id="R36a7e9de09b2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b5437e22cb6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e8ba87ca44243" /><Relationship Type="http://schemas.openxmlformats.org/officeDocument/2006/relationships/notesMaster" Target="/ppt/notesMasters/notesMaster1.xml" Id="Rfffd6c6a627e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69b5ebce3142a5" /><Relationship Type="http://schemas.openxmlformats.org/officeDocument/2006/relationships/notesMaster" Target="/ppt/notesMasters/notesMaster1.xml" Id="R041d8d3e6d45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72924c265494f" /><Relationship Type="http://schemas.openxmlformats.org/officeDocument/2006/relationships/notesMaster" Target="/ppt/notesMasters/notesMaster1.xml" Id="Rdc3a3c167769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54fadca7a4642" /><Relationship Type="http://schemas.openxmlformats.org/officeDocument/2006/relationships/notesMaster" Target="/ppt/notesMasters/notesMaster1.xml" Id="R55ef31cb3df944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00435eb6c4e13" /><Relationship Type="http://schemas.openxmlformats.org/officeDocument/2006/relationships/notesMaster" Target="/ppt/notesMasters/notesMaster1.xml" Id="R2096d978133c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b34dfdaff841fb" /><Relationship Type="http://schemas.openxmlformats.org/officeDocument/2006/relationships/notesMaster" Target="/ppt/notesMasters/notesMaster1.xml" Id="Rfd91a44f653d4d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40042d985468b" /><Relationship Type="http://schemas.openxmlformats.org/officeDocument/2006/relationships/notesMaster" Target="/ppt/notesMasters/notesMaster1.xml" Id="R03d23cdbe88b40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41039da44f4d81" /><Relationship Type="http://schemas.openxmlformats.org/officeDocument/2006/relationships/notesMaster" Target="/ppt/notesMasters/notesMaster1.xml" Id="R4eeb83bdb06d4b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fd1c24797459a" /><Relationship Type="http://schemas.openxmlformats.org/officeDocument/2006/relationships/notesMaster" Target="/ppt/notesMasters/notesMaster1.xml" Id="Ra9891124ef1f4a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6fdf08e1c44aaf" /><Relationship Type="http://schemas.openxmlformats.org/officeDocument/2006/relationships/notesMaster" Target="/ppt/notesMasters/notesMaster1.xml" Id="R9b25dfb5bf2b45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10973e58b14f61" /><Relationship Type="http://schemas.openxmlformats.org/officeDocument/2006/relationships/notesMaster" Target="/ppt/notesMasters/notesMaster1.xml" Id="R67862826d4294b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f49ea1941c4feb" /><Relationship Type="http://schemas.openxmlformats.org/officeDocument/2006/relationships/notesMaster" Target="/ppt/notesMasters/notesMaster1.xml" Id="R391d961deda24d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9102c1047e407e" /><Relationship Type="http://schemas.openxmlformats.org/officeDocument/2006/relationships/notesMaster" Target="/ppt/notesMasters/notesMaster1.xml" Id="R28c4a73fe3fd46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214ceab168452c" /><Relationship Type="http://schemas.openxmlformats.org/officeDocument/2006/relationships/notesMaster" Target="/ppt/notesMasters/notesMaster1.xml" Id="R94b98060755d4a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2c2b9b52694827" /><Relationship Type="http://schemas.openxmlformats.org/officeDocument/2006/relationships/notesMaster" Target="/ppt/notesMasters/notesMaster1.xml" Id="R9b40488913a9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从教材印刷页13—15进入《平行线的判定》。说明本课在第7章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人教版《义务教育教科书·数学七年级下册》，印刷页13—15。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形成第一个核心概念：同位角判定。要求学生标出对象、条件、表示和作用。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形成第二个核心概念或方法：内错角判定。与前一概念对比，避免相近知识混淆。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呈现Q4，保留独立思考时间。题型对应教材印刷页13—15的例题或典型任务。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人教版《义务教育教科书·数学七年级下册》，印刷页13—15。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07a33fe5c47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a9fe5e1f846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f54a01bbf42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5ae11744c4e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d0ddc4c0841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8a03c62994f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c56e4bafe4e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3f6a72c924a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142cbec124f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55c44eceb453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09e199f7c4f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0cf9e3302b495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af9fae47ec4077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25acc56fd45cc" /><Relationship Type="http://schemas.openxmlformats.org/officeDocument/2006/relationships/slideLayout" Target="/ppt/slideLayouts/slideLayout1.xml" Id="R1e46c0b433ab4468" /><Relationship Type="http://schemas.openxmlformats.org/officeDocument/2006/relationships/slideLayout" Target="/ppt/slideLayouts/slideLayout2.xml" Id="R8cf9952798484db4" /><Relationship Type="http://schemas.openxmlformats.org/officeDocument/2006/relationships/slideLayout" Target="/ppt/slideLayouts/slideLayout3.xml" Id="Rc30eff340796449d" /><Relationship Type="http://schemas.openxmlformats.org/officeDocument/2006/relationships/slideLayout" Target="/ppt/slideLayouts/slideLayout4.xml" Id="R0f339416e9164c22" /><Relationship Type="http://schemas.openxmlformats.org/officeDocument/2006/relationships/slideLayout" Target="/ppt/slideLayouts/slideLayout5.xml" Id="R3a192631d66d44b8" /><Relationship Type="http://schemas.openxmlformats.org/officeDocument/2006/relationships/slideLayout" Target="/ppt/slideLayouts/slideLayout6.xml" Id="R70320b2af4f64859" /><Relationship Type="http://schemas.openxmlformats.org/officeDocument/2006/relationships/slideLayout" Target="/ppt/slideLayouts/slideLayout7.xml" Id="Rfb36f8f309f347dd" /><Relationship Type="http://schemas.openxmlformats.org/officeDocument/2006/relationships/slideLayout" Target="/ppt/slideLayouts/slideLayout8.xml" Id="Re7d77379e9a14ebf" /><Relationship Type="http://schemas.openxmlformats.org/officeDocument/2006/relationships/slideLayout" Target="/ppt/slideLayouts/slideLayout9.xml" Id="Rc1b1cca92a4d4190" /><Relationship Type="http://schemas.openxmlformats.org/officeDocument/2006/relationships/slideLayout" Target="/ppt/slideLayouts/slideLayout10.xml" Id="Ra0f926b9418340b1" /><Relationship Type="http://schemas.openxmlformats.org/officeDocument/2006/relationships/slideLayout" Target="/ppt/slideLayouts/slideLayout11.xml" Id="R6b651933127f40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2338e55507e43f1" /><Relationship Type="http://schemas.openxmlformats.org/officeDocument/2006/relationships/slideLayout" Target="/ppt/slideLayouts/slideLayout12.xml" Id="R21cd65a83b864ba4" /><Relationship Type="http://schemas.openxmlformats.org/officeDocument/2006/relationships/slideLayout" Target="/ppt/slideLayouts/slideLayout13.xml" Id="R0f1b1b9a981c40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46c0b433ab4468"/>
    <p:sldLayoutId xmlns:r="http://schemas.openxmlformats.org/officeDocument/2006/relationships" id="2147483650" r:id="R8cf9952798484db4"/>
    <p:sldLayoutId xmlns:r="http://schemas.openxmlformats.org/officeDocument/2006/relationships" id="2147483651" r:id="Rc30eff340796449d"/>
    <p:sldLayoutId xmlns:r="http://schemas.openxmlformats.org/officeDocument/2006/relationships" id="2147483652" r:id="R0f339416e9164c22"/>
    <p:sldLayoutId xmlns:r="http://schemas.openxmlformats.org/officeDocument/2006/relationships" id="2147483653" r:id="R3a192631d66d44b8"/>
    <p:sldLayoutId xmlns:r="http://schemas.openxmlformats.org/officeDocument/2006/relationships" id="2147483654" r:id="R70320b2af4f64859"/>
    <p:sldLayoutId xmlns:r="http://schemas.openxmlformats.org/officeDocument/2006/relationships" id="2147483655" r:id="Rfb36f8f309f347dd"/>
    <p:sldLayoutId xmlns:r="http://schemas.openxmlformats.org/officeDocument/2006/relationships" id="2147483656" r:id="Re7d77379e9a14ebf"/>
    <p:sldLayoutId xmlns:r="http://schemas.openxmlformats.org/officeDocument/2006/relationships" id="2147483657" r:id="Rc1b1cca92a4d4190"/>
    <p:sldLayoutId xmlns:r="http://schemas.openxmlformats.org/officeDocument/2006/relationships" id="2147483658" r:id="Ra0f926b9418340b1"/>
    <p:sldLayoutId xmlns:r="http://schemas.openxmlformats.org/officeDocument/2006/relationships" id="2147483659" r:id="R6b651933127f405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1cd65a83b864ba4"/>
    <p:sldLayoutId xmlns:r="http://schemas.openxmlformats.org/officeDocument/2006/relationships" id="2147483662" r:id="R0f1b1b9a981c40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a067d92a4b42bd" /><Relationship Type="http://schemas.openxmlformats.org/officeDocument/2006/relationships/image" Target="/ppt/media/image.jpeg" Id="R42511b414ded4bb1" /><Relationship Type="http://schemas.openxmlformats.org/officeDocument/2006/relationships/notesSlide" Target="/ppt/notesSlides/notesSlide1.xml" Id="R17e967eedb604d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ece4b3cae914230" /><Relationship Type="http://schemas.openxmlformats.org/officeDocument/2006/relationships/image" Target="/ppt/media/image2.jpeg" Id="R1d56291931ad48de" /><Relationship Type="http://schemas.openxmlformats.org/officeDocument/2006/relationships/image" Target="/ppt/media/image.svg" Id="Ra5012905fb664ed5" /><Relationship Type="http://schemas.openxmlformats.org/officeDocument/2006/relationships/image" Target="/ppt/media/image.jpeg" Id="R2b240544a58348b7" /><Relationship Type="http://schemas.openxmlformats.org/officeDocument/2006/relationships/image" Target="/ppt/media/image2.svg" Id="R936c12cf740549cd" /><Relationship Type="http://schemas.openxmlformats.org/officeDocument/2006/relationships/image" Target="/ppt/media/image3.jpeg" Id="R4cc99b1dc5644fbe" /><Relationship Type="http://schemas.openxmlformats.org/officeDocument/2006/relationships/image" Target="/ppt/media/image3.svg" Id="Ra0e4c90782b24ce9" /><Relationship Type="http://schemas.openxmlformats.org/officeDocument/2006/relationships/image" Target="/ppt/media/image4.jpeg" Id="R0c8f12c6ce2d443c" /><Relationship Type="http://schemas.openxmlformats.org/officeDocument/2006/relationships/image" Target="/ppt/media/image4.svg" Id="R1a654c0d4b82467b" /><Relationship Type="http://schemas.openxmlformats.org/officeDocument/2006/relationships/notesSlide" Target="/ppt/notesSlides/notesSlide2.xml" Id="Rcc29ec3281c6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0ceb195ecc4cfc" /><Relationship Type="http://schemas.openxmlformats.org/officeDocument/2006/relationships/image" Target="/ppt/media/image2.jpeg" Id="Rf33336a8390a4be1" /><Relationship Type="http://schemas.openxmlformats.org/officeDocument/2006/relationships/notesSlide" Target="/ppt/notesSlides/notesSlide3.xml" Id="R8bd63b7e91da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3f4c8667f94d43" /><Relationship Type="http://schemas.openxmlformats.org/officeDocument/2006/relationships/image" Target="/ppt/media/image2.jpeg" Id="R5a081065a6e949f2" /><Relationship Type="http://schemas.openxmlformats.org/officeDocument/2006/relationships/notesSlide" Target="/ppt/notesSlides/notesSlide4.xml" Id="Rb80010e5df7f4a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6deaaa85b147c3" /><Relationship Type="http://schemas.openxmlformats.org/officeDocument/2006/relationships/image" Target="/ppt/media/image2.jpeg" Id="Ra998a529700046b8" /><Relationship Type="http://schemas.openxmlformats.org/officeDocument/2006/relationships/notesSlide" Target="/ppt/notesSlides/notesSlide5.xml" Id="Ra930e77839dd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b84a0404e24c1c" /><Relationship Type="http://schemas.openxmlformats.org/officeDocument/2006/relationships/image" Target="/ppt/media/image2.jpeg" Id="Rebc37da0d9884af0" /><Relationship Type="http://schemas.openxmlformats.org/officeDocument/2006/relationships/notesSlide" Target="/ppt/notesSlides/notesSlide6.xml" Id="R2fc8b6ef640841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07d79a5d114dbf" /><Relationship Type="http://schemas.openxmlformats.org/officeDocument/2006/relationships/image" Target="/ppt/media/image2.jpeg" Id="R27957b2790cd4081" /><Relationship Type="http://schemas.openxmlformats.org/officeDocument/2006/relationships/notesSlide" Target="/ppt/notesSlides/notesSlide7.xml" Id="R4b5b27119af34a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4f70e9f4374bcb" /><Relationship Type="http://schemas.openxmlformats.org/officeDocument/2006/relationships/image" Target="/ppt/media/image2.jpeg" Id="Rc74c15c0dff84154" /><Relationship Type="http://schemas.openxmlformats.org/officeDocument/2006/relationships/notesSlide" Target="/ppt/notesSlides/notesSlide8.xml" Id="Rb2095733237e49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827471086943f8" /><Relationship Type="http://schemas.openxmlformats.org/officeDocument/2006/relationships/image" Target="/ppt/media/image2.jpeg" Id="Radf4001d093e4649" /><Relationship Type="http://schemas.openxmlformats.org/officeDocument/2006/relationships/notesSlide" Target="/ppt/notesSlides/notesSlide9.xml" Id="R0810457a341540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e00798e6d74282" /><Relationship Type="http://schemas.openxmlformats.org/officeDocument/2006/relationships/image" Target="/ppt/media/image2.jpeg" Id="Rdd84c024ccb64b8f" /><Relationship Type="http://schemas.openxmlformats.org/officeDocument/2006/relationships/notesSlide" Target="/ppt/notesSlides/notesSlide10.xml" Id="Recd70c7ffbec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4a949d993a4c09" /><Relationship Type="http://schemas.openxmlformats.org/officeDocument/2006/relationships/image" Target="/ppt/media/image2.jpeg" Id="R83e64bf590d34273" /><Relationship Type="http://schemas.openxmlformats.org/officeDocument/2006/relationships/notesSlide" Target="/ppt/notesSlides/notesSlide11.xml" Id="Rbd77ee0ab0cb4a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c418e52e9b432b" /><Relationship Type="http://schemas.openxmlformats.org/officeDocument/2006/relationships/image" Target="/ppt/media/image2.jpeg" Id="R971bc8c442894029" /><Relationship Type="http://schemas.openxmlformats.org/officeDocument/2006/relationships/notesSlide" Target="/ppt/notesSlides/notesSlide12.xml" Id="Rc59e65f3ebdb4c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de4807946a4adc" /><Relationship Type="http://schemas.openxmlformats.org/officeDocument/2006/relationships/image" Target="/ppt/media/image2.jpeg" Id="Ra6b50895a5e548a1" /><Relationship Type="http://schemas.openxmlformats.org/officeDocument/2006/relationships/notesSlide" Target="/ppt/notesSlides/notesSlide13.xml" Id="R00aafca640b94b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f9ce7926c8a4529" /><Relationship Type="http://schemas.openxmlformats.org/officeDocument/2006/relationships/image" Target="/ppt/media/image2.jpeg" Id="Re32f7e0e7ba14300" /><Relationship Type="http://schemas.openxmlformats.org/officeDocument/2006/relationships/notesSlide" Target="/ppt/notesSlides/notesSlide14.xml" Id="R34bdc43a19bb4a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0d9ab6b142d4e1b" /><Relationship Type="http://schemas.openxmlformats.org/officeDocument/2006/relationships/image" Target="/ppt/media/image5.jpeg" Id="R83d616b153c54ef8" /><Relationship Type="http://schemas.openxmlformats.org/officeDocument/2006/relationships/notesSlide" Target="/ppt/notesSlides/notesSlide15.xml" Id="R2abf20e4902e4de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2511b414ded4bb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7.2.2 平行线的判定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教材印刷页13—15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d56291931ad48d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0544a58348b7">
            <a:extLst>
              <a:ext uri="{96DAC541-7B7A-43D3-8B79-37D633B846F1}">
                <asvg:svgBlip xmlns:asvg="http://schemas.microsoft.com/office/drawing/2016/SVG/main" r:embed="Ra5012905fb664e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通过阅读、观察或操作，准确说出同位角判定、内错角判定、同旁内角判定的含义、表示或基本步骤。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6291931ad48de">
            <a:extLst>
              <a:ext uri="{96DAC541-7B7A-43D3-8B79-37D633B846F1}">
                <asvg:svgBlip xmlns:asvg="http://schemas.microsoft.com/office/drawing/2016/SVG/main" r:embed="R936c12cf740549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在Q2—Q4中运用“三种判定方法及依据”，能用完整语言、式子、图形或图表说明依据。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99b1dc5644fbe">
            <a:extLst>
              <a:ext uri="{96DAC541-7B7A-43D3-8B79-37D633B846F1}">
                <asvg:svgBlip xmlns:asvg="http://schemas.microsoft.com/office/drawing/2016/SVG/main" r:embed="Ra0e4c90782b24c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在基础与变式练习中运用“三种判定方法及依据”解决同类问题，并对结果进行检验。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f12c6ce2d443c">
            <a:extLst>
              <a:ext uri="{96DAC541-7B7A-43D3-8B79-37D633B846F1}">
                <asvg:svgBlip xmlns:asvg="http://schemas.microsoft.com/office/drawing/2016/SVG/main" r:embed="R1a654c0d4b8246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3336a8390a4be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对应印刷页13—15。先读图、读表或读题，圈出已知和所求。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调用学生已经学习三线八角、平行线定义，具备基本观察、计算、作图或整理数据的经验。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聚焦同位角判定、内错角判定、同旁内角判定，不急于抄结论。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41047E5-7612-4E57-BE50-42156671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51E9CCF-695B-4820-BDAA-236BBE72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8AF263-0346-4559-AF4D-810D81D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2FB848-4AF0-4631-A7A6-1796DBD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BF2BC19-1695-4165-9F56-B60D56A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C6A4CD-6BCD-4F39-B3BF-3410EAC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3901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C1D327-351C-4881-9B8F-2BFCDCD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8777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7D4C40-89E9-4EFF-A815-9FCC991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21157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788BB61-F046-4965-934C-2746834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5899D9-35C8-4702-AF6D-0719CED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D2D9D2-4175-4597-A203-3739300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EE6483-9629-4CF0-9568-63E186D4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2730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10B261-7272-4B0D-865F-4B2281F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029333F-8399-41EE-97AB-9EA172B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486660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89CD0B-98AD-40B0-9D74-0B1F6C6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35428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7D3AF0-8AAD-4140-86EE-AF301E84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63698" y="4592288"/>
            <a:ext cx="690869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081065a6e949f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旧知回顾：回顾“三线八角”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回顾“三线八角”：写出一条与本课有关的定义、性质或计算规则。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参考要点：正确表述“三线八角”的核心含义，并说明它与“同位角判定”的联系。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97EF9E-4068-472C-8232-8C127EF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AEC797-E34B-4FD1-93F3-FC62FF2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F0A48D-6AE2-4AEE-BFFD-04A2E960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1D03158-F940-4825-8FB1-3881BF1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E5530AD-5B23-4D7F-BAE9-C78AC73D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96C6B2A-ED41-4B54-8930-DC7FF0E7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AF32BFD-F99E-49B7-9F2C-24E5166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16A51DB-89B9-455F-B077-64DF57D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998a529700046b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阅读教材印刷页13—15，圈出“同位角判定、内错角判定、同旁内角判定”，分别用一句话记录它们解决什么问题。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小组探究：围绕“由角关系选择恰当判定方法”设计一次观察、操作或推理，记录现象、猜想和验证依据。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围绕“三种判定方法及依据”说明理由；同伴只追问条件和依据。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D5969B-0B4B-4BFD-A967-7B226B5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000929C-9783-432A-B85F-C35506FD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26E8E0-BF05-4350-B316-E60BC35F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BAB102-55F6-4BFE-BCA4-F2926D9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c37da0d9884af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概念一：同位角判定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同位角判定：按教材明确其定义、条件、表示、性质或步骤。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FB6C5E8-9165-47CC-BD6F-086C6F5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FC54CF-280E-4136-9512-8B684AA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0059EA-DC56-48D6-8FBC-E199E026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8020AD-2DAF-4AB8-B92D-E66D3084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E03D3E-774C-4135-BA91-860561C9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2082E91-7E39-4BF7-A486-168F4B68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FF0DD59-7B3B-4B8D-B471-621D6FA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59C2256-95EF-476B-B014-987FFDD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957b2790cd408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概念二：内错角判定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内错角判定：按教材明确其定义、条件、表示、性质或步骤。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易错提醒：由角关系选择恰当判定方法。先审条件，再使用结论。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1E2CD04-2CAD-4D61-B782-3CD049C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9D3727-975D-4225-A354-8592F381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37947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2DBA58-2697-42AE-BA79-381CF0C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69011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D0713C-5491-4A42-B9AF-AFD528E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3405" y="2642235"/>
            <a:ext cx="1570673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6C14156-F52D-4279-A9FA-A6C48BB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309372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4B787AE-1527-4FC6-844C-C944256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433" y="440436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0D67D43-0E31-4F27-AAE4-E552D6C3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343662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3249D9-87C3-4D0C-8F0F-C719877C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40436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4c15c0dff8415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小组探究：围绕“由角关系选择恰当判定方法”设计一次观察、操作或推理，记录现象、猜想和验证依据。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参考思路：先明确条件，再围绕“三种判定方法及依据”形成猜想，最后用定义、计算、图表或反例验证。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2776CA1-C6E1-4CE6-AD55-2EF92BC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36EA04-971C-4D11-B9B9-7AC12D1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D80896-75D0-490F-857E-78123E4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F27BC7-9F1E-445A-A6AA-4B3AB4E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EF5B0D-C294-472A-ACF2-861F05D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7BB2D7-D765-4053-B604-94B9AA6D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C0CE1EC-9216-4567-8D8B-8D39394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E56DE3-B43B-448C-8CA0-DAB80468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df4001d093e46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只记“同位角判定”的结论，不检查适用条件。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把“三种判定方法及依据”与相近概念或逆命题混淆。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84c024ccb64b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教材例题：例题（对应教材7.2例1）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例题（对应教材7.2例1）：直线a、b被c所截，一对同位角均为65°。能否判定a∥b？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选用三种判定方法及依据；3.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教材印刷页13—15：先思考，再对照规范解答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FF389AE-FEE8-49C9-B30F-45E29F7B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B3AC49-9B2E-44F2-AB3C-1C8A1A2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3F00948-8DC3-4B57-A154-E5EE3A26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E13F79-4C18-4516-B9AA-C90B2BD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e64bf590d342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选择“三种判定方法及依据”对应的方法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能；同位角相等，两直线平行。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没有先确认“三种判定方法及依据”的条件，或只写结果不写依据。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545E5CF-BEB7-42B2-AB2F-B9A389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52346A-A537-41A9-B670-5608CBA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2905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5E15BF-CC9E-48E8-A71E-49DB74C8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66712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789E6AB-4A82-4E52-9DFB-6A9913FC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6295" y="2476500"/>
            <a:ext cx="1343978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6CDD740-FB5A-4750-BF41-A783589B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2619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a</a:t>
            </a:r>
          </a:p>
        </p:txBody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CB0CBF9-3DA9-48D2-B705-F41C558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8" y="3381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b</a:t>
            </a:r>
          </a:p>
        </p:txBody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D3CF1F7-8E79-4789-B878-B02C7581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62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1</a:t>
            </a:r>
          </a:p>
        </p:txBody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28CE69B-F210-4DE7-8027-98B557F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71bc8c44289402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基础辨析：判断“使用‘同位角判定’时不需要检查条件，只要结论看起来合理即可”，并说明理由。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变式练习：把Q4的一个条件、数据或表示方式作合理改变，仍用“三种判定方法及依据”解决，并写出检验。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91284D-1F3A-436B-B81D-1CDD416E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195FE5-0DFF-4A2B-8C30-9661B28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57A3B7B-C7AB-4241-B41F-6805C33D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D8FA40-8316-44DF-9FB6-385ED2B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b50895a5e548a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变式练习：把Q4的一个条件、数据或表示方式作合理改变，仍用“三种判定方法及依据”解决，并写出检验。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答案不唯一。评价要点：改变后的条件完整；方法仍属于“三种判定方法及依据”；过程正确；检验与新条件一致。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D08BD18-95BE-4DB5-A8F2-C83D45C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DDF7B1-FE7F-4D4C-BD1A-F6062E20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66915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E7B7F1-0DA8-4768-9DD0-EB9872A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5111115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937192-5EA5-492A-965C-CD0AA84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30755" y="4420553"/>
            <a:ext cx="1408748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2f7e0e7ba1430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纠错：“研究平行线的判定时，只记结论，不必区分条件、过程和依据。”这句话对吗？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当堂检测：一对同旁内角分别为112°和68°，能否判定两直线平行？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0FACCF4-DBF4-4B0B-A231-19002F5B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4E75AF-3CF8-4F83-9CC4-67ABD476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498729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D3CCA21-47FF-459E-8480-F4FADEB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398770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36F913-6103-46B7-A8A7-50811D2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9315" y="4755833"/>
            <a:ext cx="1311593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d616b153c54ef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小结参考：本课围绕“平行线的判定”，掌握同位角判定、内错角判定、同旁内角判定，并能运用三种判定方法及依据。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基础：完成教材第14—15页练习中的基础题并订正Q5、Q7 提升：当堂检测：一对同旁内角分别为112°和68°，能否判定两直线平行？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我能否：①准确表达同位角判定；②运用三种判定方法及依据；③写清依据并检验？选择“会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20BC2AE-F4AE-4A00-A9DD-E66A7298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39B225-D25A-4DA4-B167-CAEE20F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79654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51A33FC-2C5C-4161-A342-D00AEB1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208020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78CAEE-4CE0-4E44-910D-A15BAE82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7215" y="2565083"/>
            <a:ext cx="1473518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2026-08-02T18:13:16.3040000Z</dcterms:created>
  <dcterms:modified xsi:type="dcterms:W3CDTF">2026-08-02T18:13:16.3040000Z</dcterms:modified>
</coreProperties>
</file>