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4aa44cd0e34cca" /><Relationship Type="http://schemas.openxmlformats.org/officeDocument/2006/relationships/extended-properties" Target="/docProps/app.xml" Id="R4b86819e67a74a1c" /><Relationship Type="http://schemas.openxmlformats.org/officeDocument/2006/relationships/officeDocument" Target="/ppt/presentation.xml" Id="R419de593f24e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ff1ea595c6485e"/>
    <p:sldMasterId xmlns:r="http://schemas.openxmlformats.org/officeDocument/2006/relationships" id="2147483660" r:id="Rc84ca0dc84244f46"/>
  </p:sldMasterIdLst>
  <p:notesMasterIdLst>
    <p:notesMasterId xmlns:r="http://schemas.openxmlformats.org/officeDocument/2006/relationships" r:id="R4dd105d3685c44bf"/>
  </p:notesMasterIdLst>
  <p:sldIdLst>
    <p:sldId xmlns:r="http://schemas.openxmlformats.org/officeDocument/2006/relationships" id="256" r:id="R122738eefb7e4cfc"/>
    <p:sldId xmlns:r="http://schemas.openxmlformats.org/officeDocument/2006/relationships" id="257" r:id="Rc13d9b17837b4927"/>
    <p:sldId xmlns:r="http://schemas.openxmlformats.org/officeDocument/2006/relationships" id="258" r:id="R8e7f18bf28de4c21"/>
    <p:sldId xmlns:r="http://schemas.openxmlformats.org/officeDocument/2006/relationships" id="259" r:id="Rffcb5b706cdc4e7a"/>
    <p:sldId xmlns:r="http://schemas.openxmlformats.org/officeDocument/2006/relationships" id="260" r:id="Rc80fff4c46e04540"/>
    <p:sldId xmlns:r="http://schemas.openxmlformats.org/officeDocument/2006/relationships" id="261" r:id="Rab04a46f6577407c"/>
    <p:sldId xmlns:r="http://schemas.openxmlformats.org/officeDocument/2006/relationships" id="262" r:id="R00a95670a09a4310"/>
    <p:sldId xmlns:r="http://schemas.openxmlformats.org/officeDocument/2006/relationships" id="263" r:id="Rae50bff570a64cc4"/>
    <p:sldId xmlns:r="http://schemas.openxmlformats.org/officeDocument/2006/relationships" id="264" r:id="R2e049ca53c714b21"/>
    <p:sldId xmlns:r="http://schemas.openxmlformats.org/officeDocument/2006/relationships" id="265" r:id="R9e639d65553d442e"/>
    <p:sldId xmlns:r="http://schemas.openxmlformats.org/officeDocument/2006/relationships" id="266" r:id="R650d1361a8884a05"/>
    <p:sldId xmlns:r="http://schemas.openxmlformats.org/officeDocument/2006/relationships" id="267" r:id="R9fc165cadee64744"/>
    <p:sldId xmlns:r="http://schemas.openxmlformats.org/officeDocument/2006/relationships" id="268" r:id="R429a5a7822c04f20"/>
    <p:sldId xmlns:r="http://schemas.openxmlformats.org/officeDocument/2006/relationships" id="269" r:id="R3b9e533f541e496f"/>
    <p:sldId xmlns:r="http://schemas.openxmlformats.org/officeDocument/2006/relationships" id="270" r:id="R7f1b7fd65df546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29bd1048d4f3e" /><Relationship Type="http://schemas.openxmlformats.org/officeDocument/2006/relationships/slideMaster" Target="/ppt/slideMasters/slideMaster1.xml" Id="Rb2ff1ea595c6485e" /><Relationship Type="http://schemas.openxmlformats.org/officeDocument/2006/relationships/slideMaster" Target="/ppt/slideMasters/slideMaster2.xml" Id="Rc84ca0dc84244f46" /><Relationship Type="http://schemas.openxmlformats.org/officeDocument/2006/relationships/notesMaster" Target="/ppt/notesMasters/notesMaster1.xml" Id="R4dd105d3685c44bf" /><Relationship Type="http://schemas.openxmlformats.org/officeDocument/2006/relationships/presProps" Target="/ppt/presProps.xml" Id="R9f2d557d80de4cbb" /><Relationship Type="http://schemas.openxmlformats.org/officeDocument/2006/relationships/viewProps" Target="/ppt/viewProps.xml" Id="R16027eb4c06a4bd6" /><Relationship Type="http://schemas.openxmlformats.org/officeDocument/2006/relationships/tableStyles" Target="/ppt/tableStyles.xml" Id="Rcb829c0a265648bb" /><Relationship Type="http://schemas.openxmlformats.org/officeDocument/2006/relationships/slide" Target="/ppt/slides/slide1.xml" Id="R122738eefb7e4cfc" /><Relationship Type="http://schemas.openxmlformats.org/officeDocument/2006/relationships/slide" Target="/ppt/slides/slide2.xml" Id="Rc13d9b17837b4927" /><Relationship Type="http://schemas.openxmlformats.org/officeDocument/2006/relationships/slide" Target="/ppt/slides/slide3.xml" Id="R8e7f18bf28de4c21" /><Relationship Type="http://schemas.openxmlformats.org/officeDocument/2006/relationships/slide" Target="/ppt/slides/slide4.xml" Id="Rffcb5b706cdc4e7a" /><Relationship Type="http://schemas.openxmlformats.org/officeDocument/2006/relationships/slide" Target="/ppt/slides/slide5.xml" Id="Rc80fff4c46e04540" /><Relationship Type="http://schemas.openxmlformats.org/officeDocument/2006/relationships/slide" Target="/ppt/slides/slide6.xml" Id="Rab04a46f6577407c" /><Relationship Type="http://schemas.openxmlformats.org/officeDocument/2006/relationships/slide" Target="/ppt/slides/slide7.xml" Id="R00a95670a09a4310" /><Relationship Type="http://schemas.openxmlformats.org/officeDocument/2006/relationships/slide" Target="/ppt/slides/slide8.xml" Id="Rae50bff570a64cc4" /><Relationship Type="http://schemas.openxmlformats.org/officeDocument/2006/relationships/slide" Target="/ppt/slides/slide9.xml" Id="R2e049ca53c714b21" /><Relationship Type="http://schemas.openxmlformats.org/officeDocument/2006/relationships/slide" Target="/ppt/slides/slide10.xml" Id="R9e639d65553d442e" /><Relationship Type="http://schemas.openxmlformats.org/officeDocument/2006/relationships/slide" Target="/ppt/slides/slide11.xml" Id="R650d1361a8884a05" /><Relationship Type="http://schemas.openxmlformats.org/officeDocument/2006/relationships/slide" Target="/ppt/slides/slide12.xml" Id="R9fc165cadee64744" /><Relationship Type="http://schemas.openxmlformats.org/officeDocument/2006/relationships/slide" Target="/ppt/slides/slide13.xml" Id="R429a5a7822c04f20" /><Relationship Type="http://schemas.openxmlformats.org/officeDocument/2006/relationships/slide" Target="/ppt/slides/slide14.xml" Id="R3b9e533f541e496f" /><Relationship Type="http://schemas.openxmlformats.org/officeDocument/2006/relationships/slide" Target="/ppt/slides/slide15.xml" Id="R7f1b7fd65df546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f29ad7239f1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de32f894d4e1c" /><Relationship Type="http://schemas.openxmlformats.org/officeDocument/2006/relationships/notesMaster" Target="/ppt/notesMasters/notesMaster1.xml" Id="Ra1449cf37499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541022c08742e2" /><Relationship Type="http://schemas.openxmlformats.org/officeDocument/2006/relationships/notesMaster" Target="/ppt/notesMasters/notesMaster1.xml" Id="Rc80e32628f6e49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d522e525844065" /><Relationship Type="http://schemas.openxmlformats.org/officeDocument/2006/relationships/notesMaster" Target="/ppt/notesMasters/notesMaster1.xml" Id="R2d55953bff614d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c28c910d9f42c8" /><Relationship Type="http://schemas.openxmlformats.org/officeDocument/2006/relationships/notesMaster" Target="/ppt/notesMasters/notesMaster1.xml" Id="R5abe54390b6c4b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c6b01efe914bb8" /><Relationship Type="http://schemas.openxmlformats.org/officeDocument/2006/relationships/notesMaster" Target="/ppt/notesMasters/notesMaster1.xml" Id="Rce25a48ff4fa45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ec9c0abc464be4" /><Relationship Type="http://schemas.openxmlformats.org/officeDocument/2006/relationships/notesMaster" Target="/ppt/notesMasters/notesMaster1.xml" Id="R3ad084f3bb2b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da724f2e304ae1" /><Relationship Type="http://schemas.openxmlformats.org/officeDocument/2006/relationships/notesMaster" Target="/ppt/notesMasters/notesMaster1.xml" Id="R3d8be2ac675c4d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4f1c758245490c" /><Relationship Type="http://schemas.openxmlformats.org/officeDocument/2006/relationships/notesMaster" Target="/ppt/notesMasters/notesMaster1.xml" Id="R09fa7347139041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fc8002ec314917" /><Relationship Type="http://schemas.openxmlformats.org/officeDocument/2006/relationships/notesMaster" Target="/ppt/notesMasters/notesMaster1.xml" Id="R39f8c34d313447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6e123153949e1" /><Relationship Type="http://schemas.openxmlformats.org/officeDocument/2006/relationships/notesMaster" Target="/ppt/notesMasters/notesMaster1.xml" Id="R39a0c4383c664a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39990d258c493f" /><Relationship Type="http://schemas.openxmlformats.org/officeDocument/2006/relationships/notesMaster" Target="/ppt/notesMasters/notesMaster1.xml" Id="R25b998f35a2b40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9ca2c5cc344620" /><Relationship Type="http://schemas.openxmlformats.org/officeDocument/2006/relationships/notesMaster" Target="/ppt/notesMasters/notesMaster1.xml" Id="R948f798abd5b4b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40974995d44d96" /><Relationship Type="http://schemas.openxmlformats.org/officeDocument/2006/relationships/notesMaster" Target="/ppt/notesMasters/notesMaster1.xml" Id="Ref5afa27203e43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36a370da364def" /><Relationship Type="http://schemas.openxmlformats.org/officeDocument/2006/relationships/notesMaster" Target="/ppt/notesMasters/notesMaster1.xml" Id="R5f4cadfc45aa4d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7878703ef141fd" /><Relationship Type="http://schemas.openxmlformats.org/officeDocument/2006/relationships/notesMaster" Target="/ppt/notesMasters/notesMaster1.xml" Id="R6a5159bcaf9f41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从教材印刷页4—5进入《垂线的概念与画法》。说明本课在第7章 相交线与平行线中的位置。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人教版《义务教育教科书·数学七年级下册》，印刷页4—5。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形成第一个核心概念：垂直与垂线。要求学生标出对象、条件、表示和作用。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形成第二个核心概念或方法：垂足。与前一概念对比，避免相近知识混淆。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呈现Q4，保留独立思考时间。题型对应教材印刷页4—5的例题或典型任务。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人教版《义务教育教科书·数学七年级下册》，印刷页4—5。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1d2bdd3384b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2831ed17d4b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61079a95048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c5207565948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d5918717542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3537107334c2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21a67d27f459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7dc4944fe44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f32f4cb084a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a4de33dd748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56a50bd014e2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cff70331064bb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7193ec481e447d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85a82ed2854ada" /><Relationship Type="http://schemas.openxmlformats.org/officeDocument/2006/relationships/slideLayout" Target="/ppt/slideLayouts/slideLayout1.xml" Id="R7d00a2ba1da34e8a" /><Relationship Type="http://schemas.openxmlformats.org/officeDocument/2006/relationships/slideLayout" Target="/ppt/slideLayouts/slideLayout2.xml" Id="R4c235a6dee284160" /><Relationship Type="http://schemas.openxmlformats.org/officeDocument/2006/relationships/slideLayout" Target="/ppt/slideLayouts/slideLayout3.xml" Id="R340da0315d1847e6" /><Relationship Type="http://schemas.openxmlformats.org/officeDocument/2006/relationships/slideLayout" Target="/ppt/slideLayouts/slideLayout4.xml" Id="Ra7a44e46f07c489b" /><Relationship Type="http://schemas.openxmlformats.org/officeDocument/2006/relationships/slideLayout" Target="/ppt/slideLayouts/slideLayout5.xml" Id="R0f95ad2a45c449c0" /><Relationship Type="http://schemas.openxmlformats.org/officeDocument/2006/relationships/slideLayout" Target="/ppt/slideLayouts/slideLayout6.xml" Id="R135bda5cfa2d469c" /><Relationship Type="http://schemas.openxmlformats.org/officeDocument/2006/relationships/slideLayout" Target="/ppt/slideLayouts/slideLayout7.xml" Id="R0f4db024c937466e" /><Relationship Type="http://schemas.openxmlformats.org/officeDocument/2006/relationships/slideLayout" Target="/ppt/slideLayouts/slideLayout8.xml" Id="Re5103fcca86647ea" /><Relationship Type="http://schemas.openxmlformats.org/officeDocument/2006/relationships/slideLayout" Target="/ppt/slideLayouts/slideLayout9.xml" Id="R200542f81a744a44" /><Relationship Type="http://schemas.openxmlformats.org/officeDocument/2006/relationships/slideLayout" Target="/ppt/slideLayouts/slideLayout10.xml" Id="Re5137aa3e14f4805" /><Relationship Type="http://schemas.openxmlformats.org/officeDocument/2006/relationships/slideLayout" Target="/ppt/slideLayouts/slideLayout11.xml" Id="R2107c20dd96d4df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d8fcc823f594bb8" /><Relationship Type="http://schemas.openxmlformats.org/officeDocument/2006/relationships/slideLayout" Target="/ppt/slideLayouts/slideLayout12.xml" Id="Rd510164017404410" /><Relationship Type="http://schemas.openxmlformats.org/officeDocument/2006/relationships/slideLayout" Target="/ppt/slideLayouts/slideLayout13.xml" Id="Rfefce5b9ce9c4a0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0a2ba1da34e8a"/>
    <p:sldLayoutId xmlns:r="http://schemas.openxmlformats.org/officeDocument/2006/relationships" id="2147483650" r:id="R4c235a6dee284160"/>
    <p:sldLayoutId xmlns:r="http://schemas.openxmlformats.org/officeDocument/2006/relationships" id="2147483651" r:id="R340da0315d1847e6"/>
    <p:sldLayoutId xmlns:r="http://schemas.openxmlformats.org/officeDocument/2006/relationships" id="2147483652" r:id="Ra7a44e46f07c489b"/>
    <p:sldLayoutId xmlns:r="http://schemas.openxmlformats.org/officeDocument/2006/relationships" id="2147483653" r:id="R0f95ad2a45c449c0"/>
    <p:sldLayoutId xmlns:r="http://schemas.openxmlformats.org/officeDocument/2006/relationships" id="2147483654" r:id="R135bda5cfa2d469c"/>
    <p:sldLayoutId xmlns:r="http://schemas.openxmlformats.org/officeDocument/2006/relationships" id="2147483655" r:id="R0f4db024c937466e"/>
    <p:sldLayoutId xmlns:r="http://schemas.openxmlformats.org/officeDocument/2006/relationships" id="2147483656" r:id="Re5103fcca86647ea"/>
    <p:sldLayoutId xmlns:r="http://schemas.openxmlformats.org/officeDocument/2006/relationships" id="2147483657" r:id="R200542f81a744a44"/>
    <p:sldLayoutId xmlns:r="http://schemas.openxmlformats.org/officeDocument/2006/relationships" id="2147483658" r:id="Re5137aa3e14f4805"/>
    <p:sldLayoutId xmlns:r="http://schemas.openxmlformats.org/officeDocument/2006/relationships" id="2147483659" r:id="R2107c20dd96d4df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510164017404410"/>
    <p:sldLayoutId xmlns:r="http://schemas.openxmlformats.org/officeDocument/2006/relationships" id="2147483662" r:id="Rfefce5b9ce9c4a0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9941e4d6bc4f5c" /><Relationship Type="http://schemas.openxmlformats.org/officeDocument/2006/relationships/image" Target="/ppt/media/image.jpeg" Id="Rf898763b0d744158" /><Relationship Type="http://schemas.openxmlformats.org/officeDocument/2006/relationships/notesSlide" Target="/ppt/notesSlides/notesSlide1.xml" Id="R7e0e66b0455346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b2187686ef4d5d" /><Relationship Type="http://schemas.openxmlformats.org/officeDocument/2006/relationships/image" Target="/ppt/media/image2.jpeg" Id="Ra30d047d916248d5" /><Relationship Type="http://schemas.openxmlformats.org/officeDocument/2006/relationships/image" Target="/ppt/media/image.svg" Id="R824413d203074a1d" /><Relationship Type="http://schemas.openxmlformats.org/officeDocument/2006/relationships/image" Target="/ppt/media/image.jpeg" Id="R0a2607d9e2104157" /><Relationship Type="http://schemas.openxmlformats.org/officeDocument/2006/relationships/image" Target="/ppt/media/image2.svg" Id="Rf7698808f1894719" /><Relationship Type="http://schemas.openxmlformats.org/officeDocument/2006/relationships/image" Target="/ppt/media/image3.jpeg" Id="Rea98900892cf4677" /><Relationship Type="http://schemas.openxmlformats.org/officeDocument/2006/relationships/image" Target="/ppt/media/image3.svg" Id="R551e036d05b54795" /><Relationship Type="http://schemas.openxmlformats.org/officeDocument/2006/relationships/image" Target="/ppt/media/image4.jpeg" Id="Rd07b2c75d37b41e5" /><Relationship Type="http://schemas.openxmlformats.org/officeDocument/2006/relationships/image" Target="/ppt/media/image4.svg" Id="R87f83c77ca8c4455" /><Relationship Type="http://schemas.openxmlformats.org/officeDocument/2006/relationships/notesSlide" Target="/ppt/notesSlides/notesSlide2.xml" Id="R4b7f133d742f4b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fd2abd1f1c4b97" /><Relationship Type="http://schemas.openxmlformats.org/officeDocument/2006/relationships/image" Target="/ppt/media/image2.jpeg" Id="R3876c69d030041a8" /><Relationship Type="http://schemas.openxmlformats.org/officeDocument/2006/relationships/notesSlide" Target="/ppt/notesSlides/notesSlide3.xml" Id="R8a366373511f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12bccac277449f" /><Relationship Type="http://schemas.openxmlformats.org/officeDocument/2006/relationships/image" Target="/ppt/media/image2.jpeg" Id="R88d82f92d29c4a18" /><Relationship Type="http://schemas.openxmlformats.org/officeDocument/2006/relationships/notesSlide" Target="/ppt/notesSlides/notesSlide4.xml" Id="Rb13b0370fd2342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fe09ad10ed454b" /><Relationship Type="http://schemas.openxmlformats.org/officeDocument/2006/relationships/image" Target="/ppt/media/image2.jpeg" Id="R4415a0bad28c4d40" /><Relationship Type="http://schemas.openxmlformats.org/officeDocument/2006/relationships/notesSlide" Target="/ppt/notesSlides/notesSlide5.xml" Id="R263f2495edd84f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da895e474548bf" /><Relationship Type="http://schemas.openxmlformats.org/officeDocument/2006/relationships/image" Target="/ppt/media/image2.jpeg" Id="R0857e3c0ef7b4e38" /><Relationship Type="http://schemas.openxmlformats.org/officeDocument/2006/relationships/notesSlide" Target="/ppt/notesSlides/notesSlide6.xml" Id="Rc177de06680f46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a5721ef139490a" /><Relationship Type="http://schemas.openxmlformats.org/officeDocument/2006/relationships/image" Target="/ppt/media/image2.jpeg" Id="R7f360e4964704e58" /><Relationship Type="http://schemas.openxmlformats.org/officeDocument/2006/relationships/notesSlide" Target="/ppt/notesSlides/notesSlide7.xml" Id="Ra1845c63b7784b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6c6d177a57418f" /><Relationship Type="http://schemas.openxmlformats.org/officeDocument/2006/relationships/image" Target="/ppt/media/image2.jpeg" Id="Recf6046f955341e3" /><Relationship Type="http://schemas.openxmlformats.org/officeDocument/2006/relationships/notesSlide" Target="/ppt/notesSlides/notesSlide8.xml" Id="Rcef9a3e40eef40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c99b76bbd2405b" /><Relationship Type="http://schemas.openxmlformats.org/officeDocument/2006/relationships/image" Target="/ppt/media/image2.jpeg" Id="R55d99abe43d14675" /><Relationship Type="http://schemas.openxmlformats.org/officeDocument/2006/relationships/notesSlide" Target="/ppt/notesSlides/notesSlide9.xml" Id="Rf8d734dae3384f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975a0a2afb490e" /><Relationship Type="http://schemas.openxmlformats.org/officeDocument/2006/relationships/image" Target="/ppt/media/image2.jpeg" Id="Rc3498cb9dec846c8" /><Relationship Type="http://schemas.openxmlformats.org/officeDocument/2006/relationships/notesSlide" Target="/ppt/notesSlides/notesSlide10.xml" Id="Re838bcb3fdb847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72b27dfd184a9a" /><Relationship Type="http://schemas.openxmlformats.org/officeDocument/2006/relationships/image" Target="/ppt/media/image2.jpeg" Id="R2adc936b86c942c0" /><Relationship Type="http://schemas.openxmlformats.org/officeDocument/2006/relationships/notesSlide" Target="/ppt/notesSlides/notesSlide11.xml" Id="R0f11c30239e94a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19094844c54e67" /><Relationship Type="http://schemas.openxmlformats.org/officeDocument/2006/relationships/image" Target="/ppt/media/image2.jpeg" Id="R7693f4f7c61b45fe" /><Relationship Type="http://schemas.openxmlformats.org/officeDocument/2006/relationships/notesSlide" Target="/ppt/notesSlides/notesSlide12.xml" Id="Re022a82f67ff4a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ab9cf9a81f4d40" /><Relationship Type="http://schemas.openxmlformats.org/officeDocument/2006/relationships/image" Target="/ppt/media/image2.jpeg" Id="R8f36d84ddd3d4490" /><Relationship Type="http://schemas.openxmlformats.org/officeDocument/2006/relationships/notesSlide" Target="/ppt/notesSlides/notesSlide13.xml" Id="Rffd5fe28181c4c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579fc2dc0c84f20" /><Relationship Type="http://schemas.openxmlformats.org/officeDocument/2006/relationships/image" Target="/ppt/media/image2.jpeg" Id="R12b1063f026a48de" /><Relationship Type="http://schemas.openxmlformats.org/officeDocument/2006/relationships/notesSlide" Target="/ppt/notesSlides/notesSlide14.xml" Id="R8c8f9cedc9104c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0d3f2deb89f4e3c" /><Relationship Type="http://schemas.openxmlformats.org/officeDocument/2006/relationships/image" Target="/ppt/media/image5.jpeg" Id="Red941630f77948b2" /><Relationship Type="http://schemas.openxmlformats.org/officeDocument/2006/relationships/notesSlide" Target="/ppt/notesSlides/notesSlide15.xml" Id="R1ab0adff2d154b1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898763b0d7441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7.1.2 垂线的概念与画法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第7章 相交线与平行线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教材印刷页4—5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30d047d916248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607d9e2104157">
            <a:extLst>
              <a:ext uri="{96DAC541-7B7A-43D3-8B79-37D633B846F1}">
                <asvg:svgBlip xmlns:asvg="http://schemas.microsoft.com/office/drawing/2016/SVG/main" r:embed="R824413d203074a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通过阅读、观察或操作，准确说出垂直与垂线、垂足、过一点画已知直线的垂线的含义、表示或基本步骤。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d047d916248d5">
            <a:extLst>
              <a:ext uri="{96DAC541-7B7A-43D3-8B79-37D633B846F1}">
                <asvg:svgBlip xmlns:asvg="http://schemas.microsoft.com/office/drawing/2016/SVG/main" r:embed="Rf7698808f18947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在Q2—Q4中运用“垂直的符号表示”，能用完整语言、式子、图形或图表说明依据。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8900892cf4677">
            <a:extLst>
              <a:ext uri="{96DAC541-7B7A-43D3-8B79-37D633B846F1}">
                <asvg:svgBlip xmlns:asvg="http://schemas.microsoft.com/office/drawing/2016/SVG/main" r:embed="R551e036d05b547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在基础与变式练习中运用“垂线基本事实与规范作图”解决同类问题，并对结果进行检验。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b2c75d37b41e5">
            <a:extLst>
              <a:ext uri="{96DAC541-7B7A-43D3-8B79-37D633B846F1}">
                <asvg:svgBlip xmlns:asvg="http://schemas.microsoft.com/office/drawing/2016/SVG/main" r:embed="R87f83c77ca8c44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876c69d030041a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对应印刷页4—5。先读图、读表或读题，圈出已知和所求。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调用学生已经学习相交线、直角，具备基本观察、计算、作图或整理数据的经验。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聚焦垂直与垂线、垂足、过一点画已知直线的垂线，不急于抄结论。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A3C8228-D18A-46D6-9102-3DFA4901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278081A-4A58-477A-B4BF-6F20273F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A8CCD1C-CE0A-4834-B1C4-BA3F309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9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B6BAFC04-7BD6-4D54-9612-45A2C07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34" y="24605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2F11A0A-F8F0-4127-9203-B77EA34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2844C02-4B3E-4295-AE80-1C1224B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AE8C5DE-901A-4F90-82CF-FBD5AAD0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3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4F31391E-67E4-4E0C-BFF0-4C0B946D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02" y="24605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B065D18-A458-4A9D-9EE1-207548D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E821DCA-B768-4AE2-A31F-87C7B3E2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AFE2978-0521-4C8A-97CF-3D60498A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2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847E19DE-B076-4270-A584-D12EDA34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34" y="49370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B6860C-93E3-4707-97E1-09B9225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44583E-F8F2-48B2-92A5-06981C4A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F60DE26-6E33-49FA-B215-64FE8D51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31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F2B2861F-A9C5-4490-9623-409FB4CE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02" y="4937093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d82f92d29c4a1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旧知回顾：回顾“相交线”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回顾“相交线”：写出一条与本课有关的定义、性质或计算规则。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参考要点：正确表述“相交线”的核心含义，并说明它与“垂直与垂线”的联系。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71EB9BD-37DE-4C02-8894-57E0EBE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2F9179F-5C5B-4CD2-A297-B4AA8E67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2CAE76C-3589-44FC-ADF5-2CD983C5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21B03ED5-BC74-4237-8ACE-95E6B66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906B5CB-6460-4DDC-BCFE-3F0702C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15a0bad28c4d4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阅读教材印刷页4—5，圈出“垂直与垂线、垂足、过一点画已知直线的垂线”，分别用一句话记录它们解决什么问题。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小组探究：围绕“区分垂线、垂线段和垂足”设计一次观察、操作或推理，记录现象、猜想和验证依据。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围绕“垂直的符号表示；垂线基本事实与规范作图”说明理由；同伴只追问条件和依据。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535390A-34F9-457A-9363-AC7F7DA5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70467E6-4D70-4A3B-9A7B-3E40D24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159B35B-DC74-450C-BA36-DC52028F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849E4E7B-C94C-428F-B7A2-6F217B3C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7196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857e3c0ef7b4e3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概念一：垂直与垂线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垂直与垂线：按教材明确其定义、条件、表示、性质或步骤。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5E61BF8-F333-427F-847C-685531BF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ABA1D6-841F-4089-8496-F7959E5F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6EDA12-B2F5-4C91-97E8-7ECACE5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753B1DE3-228F-4246-89EC-1EDA61B8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6897D65-5C47-4932-A2FE-566736BE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360e4964704e5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概念二：垂足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垂足：按教材明确其定义、条件、表示、性质或步骤。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易错提醒：区分垂线、垂线段和垂足。先审条件，再使用结论。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B0A25D1-227F-4720-AC78-D084865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166CAE-26E3-4DFE-B46F-92B2C6A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780A6F-1E3A-47D3-A696-C51D08A5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0E39A4FC-6A2B-49A9-AFB9-0DE9A435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724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4DB871F-F985-4317-9BBA-FB602B11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3629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cf6046f955341e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小组探究：围绕“区分垂线、垂线段和垂足”设计一次观察、操作或推理，记录现象、猜想和验证依据。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参考思路：先明确条件，再围绕“垂直的符号表示”形成猜想，最后用定义、计算、图表或反例验证。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E1A8057-F96B-4DFA-934B-76A355F2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2F85BB0-6399-4C8B-B2AD-BB63659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576633-346E-410C-93F9-22DC563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305EC1AB-9EEB-4E51-80A4-86F75888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009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27ACDD7-318C-42AF-8066-E4AAD3C2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2914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d99abe43d1467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只记“垂直与垂线”的结论，不检查适用条件。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把“垂直的符号表示”与相近概念或逆命题混淆。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3498cb9dec846c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教材例题：例题（对应教材7.1例2）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例题（对应教材7.1例2）：点A在直线l外，说明用直尺和三角尺过A画l的垂线的步骤，并标出垂足H。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选用垂直的符号表示；垂线基本事实与规范作图；3.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教材印刷页4—5：先思考，再对照规范解答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EFDA9AA-A70B-498C-9CFA-AC9EC62E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CB6B8BC-30AE-4C18-BEBC-4502053B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98A0F6-0177-430B-BD02-449EB78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202D3C70-D8E4-490E-8B33-FE275B45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7196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adc936b86c942c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选择“垂直的符号表示”对应的方法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一边贴合l，沿直尺平移三角尺直到另一条直角边经过A，沿该边画直线AH；AH⊥l，H为垂足。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没有先确认“垂直的符号表示”的条件，或只写结果不写依据。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918F410-34BA-4B30-8CC0-D3421CE7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50B6AB-2090-4D8B-9C30-2617BD58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9111B0B-6199-4892-9F25-EEE8DE1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B8F77"/>
            </a:solidFill>
            <a:prstDash val="solid"/>
          </a:ln>
        </p:spPr>
      </p:sp>
      <p:sp>
        <p:nvSpPr>
          <p:cNvPr id="22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C96F5F22-080C-4D12-8305-3842AB39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009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E32030F-6428-4724-B53B-60C77A84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2914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93f4f7c61b45f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基础辨析：判断“使用‘垂直与垂线’时不需要检查条件，只要结论看起来合理即可”，并说明理由。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变式练习：把Q4的一个条件、数据或表示方式作合理改变，仍用“垂线基本事实与规范作图”解决，并写出检验。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DA5120D-1FD3-4DC5-BF03-8C5B0979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9EDAFD-7673-442A-B01D-F2867B4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4D776B-D537-447A-82DD-E549E9D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08BBED30-7FA4-4330-B968-177A66E5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50244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f36d84ddd3d449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变式练习：把Q4的一个条件、数据或表示方式作合理改变，仍用“垂线基本事实与规范作图”解决，并写出检验。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答案不唯一。评价要点：改变后的条件完整；方法仍属于“垂线基本事实与规范作图”；过程正确；检验与新条件一致。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C9EE84F-E5D4-41DF-ABCF-B33A81B8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B0ECA7-AD3D-4776-9B59-F61641E4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9889A7-C948-4AD5-B9A9-E2904EA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2D6EC1C3-6EA6-4EFA-B1DD-76DE0F84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7196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2b1063f026a48d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纠错：“研究垂线的概念与画法时，只记结论，不必区分条件、过程和依据。”这句话对吗？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当堂检测：若直线AB、CD相交且∠AOC=90°，写出一组垂直关系并说明其余三个角。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E0F4E7-7928-4EC9-8C42-47CBA1C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9C33B7-F590-4F95-A61D-17E003B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0253800-5C7A-4364-B29F-BD04FD73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7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8F1B9DB0-E2FD-4249-BAF8-E43811E3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502443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941630f77948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小结参考：本课围绕“垂线的概念与画法”，掌握垂直与垂线、垂足、过一点画已知直线的垂线，并能运用垂直的符号表示、垂线基本事实与规范作图。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基础：完成教材第5页练习中的基础题并订正Q5、Q7 提升：当堂检测：若直线AB、CD相交且∠AOC=90°，写出一组垂直关系并说明其余三个角。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我能否：①准确表达垂直与垂线；②运用垂直的符号表示；垂线基本事实与规范作图；③写清依据并检验？选择“会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D128D21-216C-4EE8-9862-1663F82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59E28B-772D-47DD-A072-0404239C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210FE0-F7B7-482D-8C10-8CD2BAE2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1B8F77"/>
            </a:solidFill>
            <a:prstDash val="solid"/>
          </a:ln>
        </p:spPr>
      </p:sp>
      <p:sp>
        <p:nvSpPr>
          <p:cNvPr id="16" name="batch-right-angle">
            <a:extLst xmlns:a="http://schemas.openxmlformats.org/drawingml/2006/main">
              <a:ext uri="{FF2B5EF4-FFF2-40B4-BE49-F238E27FC236}">
                <a16:creationId xmlns:a16="http://schemas.microsoft.com/office/drawing/2014/main" id="{1D5045B2-594E-432E-AF91-3D2AD28F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833688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2026-08-02T18:13:11.6860000Z</dcterms:created>
  <dcterms:modified xsi:type="dcterms:W3CDTF">2026-08-02T18:13:11.6860000Z</dcterms:modified>
</coreProperties>
</file>