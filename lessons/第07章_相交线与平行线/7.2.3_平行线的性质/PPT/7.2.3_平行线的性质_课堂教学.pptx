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9aa1d87ceb4f13" /><Relationship Type="http://schemas.openxmlformats.org/officeDocument/2006/relationships/extended-properties" Target="/docProps/app.xml" Id="Reebe759ccbbf443b" /><Relationship Type="http://schemas.openxmlformats.org/officeDocument/2006/relationships/officeDocument" Target="/ppt/presentation.xml" Id="R3f74fc5aabcc48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2b5f43d1a449c5"/>
    <p:sldMasterId xmlns:r="http://schemas.openxmlformats.org/officeDocument/2006/relationships" id="2147483660" r:id="Ra4151ff911954343"/>
  </p:sldMasterIdLst>
  <p:notesMasterIdLst>
    <p:notesMasterId xmlns:r="http://schemas.openxmlformats.org/officeDocument/2006/relationships" r:id="R144cf990e83d48fc"/>
  </p:notesMasterIdLst>
  <p:sldIdLst>
    <p:sldId xmlns:r="http://schemas.openxmlformats.org/officeDocument/2006/relationships" id="256" r:id="Rcc29c52c1aca4962"/>
    <p:sldId xmlns:r="http://schemas.openxmlformats.org/officeDocument/2006/relationships" id="257" r:id="R3b28bca13b4d42b3"/>
    <p:sldId xmlns:r="http://schemas.openxmlformats.org/officeDocument/2006/relationships" id="258" r:id="R82707ed4e8b04861"/>
    <p:sldId xmlns:r="http://schemas.openxmlformats.org/officeDocument/2006/relationships" id="259" r:id="R0f7dd32945df412f"/>
    <p:sldId xmlns:r="http://schemas.openxmlformats.org/officeDocument/2006/relationships" id="260" r:id="R3c0a6b5b080f482f"/>
    <p:sldId xmlns:r="http://schemas.openxmlformats.org/officeDocument/2006/relationships" id="261" r:id="R73cc81445b98457a"/>
    <p:sldId xmlns:r="http://schemas.openxmlformats.org/officeDocument/2006/relationships" id="262" r:id="R7a09b4275fe74e82"/>
    <p:sldId xmlns:r="http://schemas.openxmlformats.org/officeDocument/2006/relationships" id="263" r:id="R1785bca1b4694455"/>
    <p:sldId xmlns:r="http://schemas.openxmlformats.org/officeDocument/2006/relationships" id="264" r:id="Rd084feeef81146eb"/>
    <p:sldId xmlns:r="http://schemas.openxmlformats.org/officeDocument/2006/relationships" id="265" r:id="R369baed8918845a0"/>
    <p:sldId xmlns:r="http://schemas.openxmlformats.org/officeDocument/2006/relationships" id="266" r:id="Rd4da8a8379ac4521"/>
    <p:sldId xmlns:r="http://schemas.openxmlformats.org/officeDocument/2006/relationships" id="267" r:id="Ra5bbaa85c1c94801"/>
    <p:sldId xmlns:r="http://schemas.openxmlformats.org/officeDocument/2006/relationships" id="268" r:id="Ra8e0ccded6964123"/>
    <p:sldId xmlns:r="http://schemas.openxmlformats.org/officeDocument/2006/relationships" id="269" r:id="R317ff1ed130a4978"/>
    <p:sldId xmlns:r="http://schemas.openxmlformats.org/officeDocument/2006/relationships" id="270" r:id="Rd14355e9eede42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0b9c7070114ecb" /><Relationship Type="http://schemas.openxmlformats.org/officeDocument/2006/relationships/slideMaster" Target="/ppt/slideMasters/slideMaster1.xml" Id="R772b5f43d1a449c5" /><Relationship Type="http://schemas.openxmlformats.org/officeDocument/2006/relationships/slideMaster" Target="/ppt/slideMasters/slideMaster2.xml" Id="Ra4151ff911954343" /><Relationship Type="http://schemas.openxmlformats.org/officeDocument/2006/relationships/notesMaster" Target="/ppt/notesMasters/notesMaster1.xml" Id="R144cf990e83d48fc" /><Relationship Type="http://schemas.openxmlformats.org/officeDocument/2006/relationships/presProps" Target="/ppt/presProps.xml" Id="Rbdff8a11debb41b9" /><Relationship Type="http://schemas.openxmlformats.org/officeDocument/2006/relationships/viewProps" Target="/ppt/viewProps.xml" Id="Rc4026f91857a4520" /><Relationship Type="http://schemas.openxmlformats.org/officeDocument/2006/relationships/tableStyles" Target="/ppt/tableStyles.xml" Id="Rd2b4eea3d5704736" /><Relationship Type="http://schemas.openxmlformats.org/officeDocument/2006/relationships/slide" Target="/ppt/slides/slide1.xml" Id="Rcc29c52c1aca4962" /><Relationship Type="http://schemas.openxmlformats.org/officeDocument/2006/relationships/slide" Target="/ppt/slides/slide2.xml" Id="R3b28bca13b4d42b3" /><Relationship Type="http://schemas.openxmlformats.org/officeDocument/2006/relationships/slide" Target="/ppt/slides/slide3.xml" Id="R82707ed4e8b04861" /><Relationship Type="http://schemas.openxmlformats.org/officeDocument/2006/relationships/slide" Target="/ppt/slides/slide4.xml" Id="R0f7dd32945df412f" /><Relationship Type="http://schemas.openxmlformats.org/officeDocument/2006/relationships/slide" Target="/ppt/slides/slide5.xml" Id="R3c0a6b5b080f482f" /><Relationship Type="http://schemas.openxmlformats.org/officeDocument/2006/relationships/slide" Target="/ppt/slides/slide6.xml" Id="R73cc81445b98457a" /><Relationship Type="http://schemas.openxmlformats.org/officeDocument/2006/relationships/slide" Target="/ppt/slides/slide7.xml" Id="R7a09b4275fe74e82" /><Relationship Type="http://schemas.openxmlformats.org/officeDocument/2006/relationships/slide" Target="/ppt/slides/slide8.xml" Id="R1785bca1b4694455" /><Relationship Type="http://schemas.openxmlformats.org/officeDocument/2006/relationships/slide" Target="/ppt/slides/slide9.xml" Id="Rd084feeef81146eb" /><Relationship Type="http://schemas.openxmlformats.org/officeDocument/2006/relationships/slide" Target="/ppt/slides/slide10.xml" Id="R369baed8918845a0" /><Relationship Type="http://schemas.openxmlformats.org/officeDocument/2006/relationships/slide" Target="/ppt/slides/slide11.xml" Id="Rd4da8a8379ac4521" /><Relationship Type="http://schemas.openxmlformats.org/officeDocument/2006/relationships/slide" Target="/ppt/slides/slide12.xml" Id="Ra5bbaa85c1c94801" /><Relationship Type="http://schemas.openxmlformats.org/officeDocument/2006/relationships/slide" Target="/ppt/slides/slide13.xml" Id="Ra8e0ccded6964123" /><Relationship Type="http://schemas.openxmlformats.org/officeDocument/2006/relationships/slide" Target="/ppt/slides/slide14.xml" Id="R317ff1ed130a4978" /><Relationship Type="http://schemas.openxmlformats.org/officeDocument/2006/relationships/slide" Target="/ppt/slides/slide15.xml" Id="Rd14355e9eede42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3d2d51d4748d4d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43c9aacbad4215" /><Relationship Type="http://schemas.openxmlformats.org/officeDocument/2006/relationships/notesMaster" Target="/ppt/notesMasters/notesMaster1.xml" Id="Redc39a59bff845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50f1ba8a3c43e0" /><Relationship Type="http://schemas.openxmlformats.org/officeDocument/2006/relationships/notesMaster" Target="/ppt/notesMasters/notesMaster1.xml" Id="R5d20501a2abd4a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d2049705df4790" /><Relationship Type="http://schemas.openxmlformats.org/officeDocument/2006/relationships/notesMaster" Target="/ppt/notesMasters/notesMaster1.xml" Id="R9822c9e5fd5e46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07594e44d84293" /><Relationship Type="http://schemas.openxmlformats.org/officeDocument/2006/relationships/notesMaster" Target="/ppt/notesMasters/notesMaster1.xml" Id="Rab24adca374947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fde70b8b9e44d8" /><Relationship Type="http://schemas.openxmlformats.org/officeDocument/2006/relationships/notesMaster" Target="/ppt/notesMasters/notesMaster1.xml" Id="R88bcef1588fa45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bb9152fff9465f" /><Relationship Type="http://schemas.openxmlformats.org/officeDocument/2006/relationships/notesMaster" Target="/ppt/notesMasters/notesMaster1.xml" Id="R412dd9021d8941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fd779fb63647e3" /><Relationship Type="http://schemas.openxmlformats.org/officeDocument/2006/relationships/notesMaster" Target="/ppt/notesMasters/notesMaster1.xml" Id="R8a216871c31c4e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c625fa9d2b404c" /><Relationship Type="http://schemas.openxmlformats.org/officeDocument/2006/relationships/notesMaster" Target="/ppt/notesMasters/notesMaster1.xml" Id="R538448217b764d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9d575fd3004be1" /><Relationship Type="http://schemas.openxmlformats.org/officeDocument/2006/relationships/notesMaster" Target="/ppt/notesMasters/notesMaster1.xml" Id="Rc1663541fe4449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2f336f57b143e0" /><Relationship Type="http://schemas.openxmlformats.org/officeDocument/2006/relationships/notesMaster" Target="/ppt/notesMasters/notesMaster1.xml" Id="R16e63daf017f441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838535a42d442b" /><Relationship Type="http://schemas.openxmlformats.org/officeDocument/2006/relationships/notesMaster" Target="/ppt/notesMasters/notesMaster1.xml" Id="R60d960f4507e422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d4cf3d6f2f44f06" /><Relationship Type="http://schemas.openxmlformats.org/officeDocument/2006/relationships/notesMaster" Target="/ppt/notesMasters/notesMaster1.xml" Id="R1b7fc7aa9211477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1e04928b46b490a" /><Relationship Type="http://schemas.openxmlformats.org/officeDocument/2006/relationships/notesMaster" Target="/ppt/notesMasters/notesMaster1.xml" Id="R096fa69d64de4bd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b3431f4ca4a492b" /><Relationship Type="http://schemas.openxmlformats.org/officeDocument/2006/relationships/notesMaster" Target="/ppt/notesMasters/notesMaster1.xml" Id="Rdcb294f6e29e4d6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56b1fb51b89495e" /><Relationship Type="http://schemas.openxmlformats.org/officeDocument/2006/relationships/notesMaster" Target="/ppt/notesMasters/notesMaster1.xml" Id="R7006410598594a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从教材印刷页16—18进入《平行线的性质》。说明本课在第7章 相交线与平行线中的位置。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人教版《义务教育教科书·数学七年级下册》，印刷页16—18。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形成第一个核心概念：平行线三条性质。要求学生标出对象、条件、表示和作用。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形成第二个核心概念或方法：性质与判定的区别。与前一概念对比，避免相近知识混淆。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呈现Q4，保留独立思考时间。题型对应教材印刷页16—18的例题或典型任务。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人教版《义务教育教科书·数学七年级下册》，印刷页16—18。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11eef8280d4f7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5936ac169d4d1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4c650a17194cc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f94ab965394fe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49ae570ca54d5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146558d50d42a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d312b1f5684e9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4d1c24f0774d4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3b8e24d5b0453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9c7476f3af43f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4075a00ea3414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810c2d6953c4ce0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833949f6f294da3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52f92ce2db44d7" /><Relationship Type="http://schemas.openxmlformats.org/officeDocument/2006/relationships/slideLayout" Target="/ppt/slideLayouts/slideLayout1.xml" Id="Re0ca5719cb6b44cc" /><Relationship Type="http://schemas.openxmlformats.org/officeDocument/2006/relationships/slideLayout" Target="/ppt/slideLayouts/slideLayout2.xml" Id="Rf1c592d165844ea9" /><Relationship Type="http://schemas.openxmlformats.org/officeDocument/2006/relationships/slideLayout" Target="/ppt/slideLayouts/slideLayout3.xml" Id="R70d5cb37fc71419d" /><Relationship Type="http://schemas.openxmlformats.org/officeDocument/2006/relationships/slideLayout" Target="/ppt/slideLayouts/slideLayout4.xml" Id="Rac07068de24441c9" /><Relationship Type="http://schemas.openxmlformats.org/officeDocument/2006/relationships/slideLayout" Target="/ppt/slideLayouts/slideLayout5.xml" Id="Re6cc15a75f694d78" /><Relationship Type="http://schemas.openxmlformats.org/officeDocument/2006/relationships/slideLayout" Target="/ppt/slideLayouts/slideLayout6.xml" Id="Rd01be831f3654fdb" /><Relationship Type="http://schemas.openxmlformats.org/officeDocument/2006/relationships/slideLayout" Target="/ppt/slideLayouts/slideLayout7.xml" Id="Rfaa4443ac9334a19" /><Relationship Type="http://schemas.openxmlformats.org/officeDocument/2006/relationships/slideLayout" Target="/ppt/slideLayouts/slideLayout8.xml" Id="R5f07679d68644739" /><Relationship Type="http://schemas.openxmlformats.org/officeDocument/2006/relationships/slideLayout" Target="/ppt/slideLayouts/slideLayout9.xml" Id="R1718b9920db14117" /><Relationship Type="http://schemas.openxmlformats.org/officeDocument/2006/relationships/slideLayout" Target="/ppt/slideLayouts/slideLayout10.xml" Id="R2fcf52c234fe4984" /><Relationship Type="http://schemas.openxmlformats.org/officeDocument/2006/relationships/slideLayout" Target="/ppt/slideLayouts/slideLayout11.xml" Id="R30ec76f7f5844df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3635a10054343b0" /><Relationship Type="http://schemas.openxmlformats.org/officeDocument/2006/relationships/slideLayout" Target="/ppt/slideLayouts/slideLayout12.xml" Id="R0887e809de7f450d" /><Relationship Type="http://schemas.openxmlformats.org/officeDocument/2006/relationships/slideLayout" Target="/ppt/slideLayouts/slideLayout13.xml" Id="R07531b27438d459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ca5719cb6b44cc"/>
    <p:sldLayoutId xmlns:r="http://schemas.openxmlformats.org/officeDocument/2006/relationships" id="2147483650" r:id="Rf1c592d165844ea9"/>
    <p:sldLayoutId xmlns:r="http://schemas.openxmlformats.org/officeDocument/2006/relationships" id="2147483651" r:id="R70d5cb37fc71419d"/>
    <p:sldLayoutId xmlns:r="http://schemas.openxmlformats.org/officeDocument/2006/relationships" id="2147483652" r:id="Rac07068de24441c9"/>
    <p:sldLayoutId xmlns:r="http://schemas.openxmlformats.org/officeDocument/2006/relationships" id="2147483653" r:id="Re6cc15a75f694d78"/>
    <p:sldLayoutId xmlns:r="http://schemas.openxmlformats.org/officeDocument/2006/relationships" id="2147483654" r:id="Rd01be831f3654fdb"/>
    <p:sldLayoutId xmlns:r="http://schemas.openxmlformats.org/officeDocument/2006/relationships" id="2147483655" r:id="Rfaa4443ac9334a19"/>
    <p:sldLayoutId xmlns:r="http://schemas.openxmlformats.org/officeDocument/2006/relationships" id="2147483656" r:id="R5f07679d68644739"/>
    <p:sldLayoutId xmlns:r="http://schemas.openxmlformats.org/officeDocument/2006/relationships" id="2147483657" r:id="R1718b9920db14117"/>
    <p:sldLayoutId xmlns:r="http://schemas.openxmlformats.org/officeDocument/2006/relationships" id="2147483658" r:id="R2fcf52c234fe4984"/>
    <p:sldLayoutId xmlns:r="http://schemas.openxmlformats.org/officeDocument/2006/relationships" id="2147483659" r:id="R30ec76f7f5844df2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0887e809de7f450d"/>
    <p:sldLayoutId xmlns:r="http://schemas.openxmlformats.org/officeDocument/2006/relationships" id="2147483662" r:id="R07531b27438d459e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5055f1b4de6427d" /><Relationship Type="http://schemas.openxmlformats.org/officeDocument/2006/relationships/image" Target="/ppt/media/image.jpeg" Id="R747ab27f743b496d" /><Relationship Type="http://schemas.openxmlformats.org/officeDocument/2006/relationships/notesSlide" Target="/ppt/notesSlides/notesSlide1.xml" Id="R16bf8d3e62ea4a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c0ae39fe62a470a" /><Relationship Type="http://schemas.openxmlformats.org/officeDocument/2006/relationships/image" Target="/ppt/media/image2.jpeg" Id="Rdd0af65624964adc" /><Relationship Type="http://schemas.openxmlformats.org/officeDocument/2006/relationships/image" Target="/ppt/media/image.svg" Id="Rcb4b45dd08344944" /><Relationship Type="http://schemas.openxmlformats.org/officeDocument/2006/relationships/image" Target="/ppt/media/image.jpeg" Id="R5aec0aecf7bc4be9" /><Relationship Type="http://schemas.openxmlformats.org/officeDocument/2006/relationships/image" Target="/ppt/media/image2.svg" Id="R0d5bdf2e70054fa8" /><Relationship Type="http://schemas.openxmlformats.org/officeDocument/2006/relationships/image" Target="/ppt/media/image3.jpeg" Id="Rf2852669329f4ae3" /><Relationship Type="http://schemas.openxmlformats.org/officeDocument/2006/relationships/image" Target="/ppt/media/image3.svg" Id="R6098025b817842fa" /><Relationship Type="http://schemas.openxmlformats.org/officeDocument/2006/relationships/image" Target="/ppt/media/image4.jpeg" Id="Rae0d69c1b6f647b5" /><Relationship Type="http://schemas.openxmlformats.org/officeDocument/2006/relationships/image" Target="/ppt/media/image4.svg" Id="R3c1bd29ff3e64589" /><Relationship Type="http://schemas.openxmlformats.org/officeDocument/2006/relationships/notesSlide" Target="/ppt/notesSlides/notesSlide2.xml" Id="R3d29398014ae47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d85d815093b40a9" /><Relationship Type="http://schemas.openxmlformats.org/officeDocument/2006/relationships/image" Target="/ppt/media/image2.jpeg" Id="R7ca0f6c5ebca4bda" /><Relationship Type="http://schemas.openxmlformats.org/officeDocument/2006/relationships/notesSlide" Target="/ppt/notesSlides/notesSlide3.xml" Id="Rc1bcbbf7538f42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7b058775d594f74" /><Relationship Type="http://schemas.openxmlformats.org/officeDocument/2006/relationships/image" Target="/ppt/media/image2.jpeg" Id="Rad9585d124324305" /><Relationship Type="http://schemas.openxmlformats.org/officeDocument/2006/relationships/notesSlide" Target="/ppt/notesSlides/notesSlide4.xml" Id="Rf9822256d15642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224c05aa6924b4f" /><Relationship Type="http://schemas.openxmlformats.org/officeDocument/2006/relationships/image" Target="/ppt/media/image2.jpeg" Id="R7e7a0575eb134379" /><Relationship Type="http://schemas.openxmlformats.org/officeDocument/2006/relationships/notesSlide" Target="/ppt/notesSlides/notesSlide5.xml" Id="R2f7d8d690d634f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547b02e457e4d41" /><Relationship Type="http://schemas.openxmlformats.org/officeDocument/2006/relationships/image" Target="/ppt/media/image2.jpeg" Id="Rd41d071558584123" /><Relationship Type="http://schemas.openxmlformats.org/officeDocument/2006/relationships/notesSlide" Target="/ppt/notesSlides/notesSlide6.xml" Id="Rdf8bf1aa0a654d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0a44f9a8bb848c0" /><Relationship Type="http://schemas.openxmlformats.org/officeDocument/2006/relationships/image" Target="/ppt/media/image2.jpeg" Id="R936b83d9235c4e67" /><Relationship Type="http://schemas.openxmlformats.org/officeDocument/2006/relationships/notesSlide" Target="/ppt/notesSlides/notesSlide7.xml" Id="R8df8f13bea934a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ccc788997fa4494" /><Relationship Type="http://schemas.openxmlformats.org/officeDocument/2006/relationships/image" Target="/ppt/media/image2.jpeg" Id="Rae054252a5cb41fb" /><Relationship Type="http://schemas.openxmlformats.org/officeDocument/2006/relationships/notesSlide" Target="/ppt/notesSlides/notesSlide8.xml" Id="R8d95ad0f654544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4c11c36d29d453d" /><Relationship Type="http://schemas.openxmlformats.org/officeDocument/2006/relationships/image" Target="/ppt/media/image2.jpeg" Id="R5079a93c5e924f63" /><Relationship Type="http://schemas.openxmlformats.org/officeDocument/2006/relationships/notesSlide" Target="/ppt/notesSlides/notesSlide9.xml" Id="R15e0b836151b4aa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c19330d2fac4997" /><Relationship Type="http://schemas.openxmlformats.org/officeDocument/2006/relationships/image" Target="/ppt/media/image2.jpeg" Id="R2969c642e42942cf" /><Relationship Type="http://schemas.openxmlformats.org/officeDocument/2006/relationships/notesSlide" Target="/ppt/notesSlides/notesSlide10.xml" Id="R248d27fa8d694d7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1dd602760534ac1" /><Relationship Type="http://schemas.openxmlformats.org/officeDocument/2006/relationships/image" Target="/ppt/media/image2.jpeg" Id="R150ea78dfaa048f4" /><Relationship Type="http://schemas.openxmlformats.org/officeDocument/2006/relationships/notesSlide" Target="/ppt/notesSlides/notesSlide11.xml" Id="Rc7051627f7e048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756208c56f14c89" /><Relationship Type="http://schemas.openxmlformats.org/officeDocument/2006/relationships/image" Target="/ppt/media/image2.jpeg" Id="R5b7a4f82bbcc46cd" /><Relationship Type="http://schemas.openxmlformats.org/officeDocument/2006/relationships/notesSlide" Target="/ppt/notesSlides/notesSlide12.xml" Id="R2b494223e0644ed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3a3139f258d4d30" /><Relationship Type="http://schemas.openxmlformats.org/officeDocument/2006/relationships/image" Target="/ppt/media/image2.jpeg" Id="Rbfeae7420ff64191" /><Relationship Type="http://schemas.openxmlformats.org/officeDocument/2006/relationships/notesSlide" Target="/ppt/notesSlides/notesSlide13.xml" Id="Rd9f5d52fc69b416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f1ff047a4fc4b3d" /><Relationship Type="http://schemas.openxmlformats.org/officeDocument/2006/relationships/image" Target="/ppt/media/image2.jpeg" Id="R77bb0f7a764b41f5" /><Relationship Type="http://schemas.openxmlformats.org/officeDocument/2006/relationships/notesSlide" Target="/ppt/notesSlides/notesSlide14.xml" Id="Ra95abf968ae1494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ea14c79c2904c6a" /><Relationship Type="http://schemas.openxmlformats.org/officeDocument/2006/relationships/image" Target="/ppt/media/image5.jpeg" Id="Raf0d89e65eb94bcf" /><Relationship Type="http://schemas.openxmlformats.org/officeDocument/2006/relationships/notesSlide" Target="/ppt/notesSlides/notesSlide15.xml" Id="R32a13199be004ddc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47ab27f743b496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7.2.3 平行线的性质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第7章 相交线与平行线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教材印刷页16—18 · 新授课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d0af65624964ad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ec0aecf7bc4be9">
            <a:extLst>
              <a:ext uri="{96DAC541-7B7A-43D3-8B79-37D633B846F1}">
                <asvg:svgBlip xmlns:asvg="http://schemas.microsoft.com/office/drawing/2016/SVG/main" r:embed="Rcb4b45dd0834494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通过阅读、观察或操作，准确说出平行线三条性质、性质与判定的区别的含义、表示或基本步骤。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0af65624964adc">
            <a:extLst>
              <a:ext uri="{96DAC541-7B7A-43D3-8B79-37D633B846F1}">
                <asvg:svgBlip xmlns:asvg="http://schemas.microsoft.com/office/drawing/2016/SVG/main" r:embed="R0d5bdf2e70054fa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在Q2—Q4中运用“由平行推出角关系”，能用完整语言、式子、图形或图表说明依据。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852669329f4ae3">
            <a:extLst>
              <a:ext uri="{96DAC541-7B7A-43D3-8B79-37D633B846F1}">
                <asvg:svgBlip xmlns:asvg="http://schemas.microsoft.com/office/drawing/2016/SVG/main" r:embed="R6098025b817842f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在基础与变式练习中运用“由平行推出角关系”解决同类问题，并对结果进行检验。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0d69c1b6f647b5">
            <a:extLst>
              <a:ext uri="{96DAC541-7B7A-43D3-8B79-37D633B846F1}">
                <asvg:svgBlip xmlns:asvg="http://schemas.microsoft.com/office/drawing/2016/SVG/main" r:embed="R3c1bd29ff3e6458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ca0f6c5ebca4bd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对应印刷页16—18。先读图、读表或读题，圈出已知和所求。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调用学生已经学习平行线判定、三线八角，具备基本观察、计算、作图或整理数据的经验。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聚焦平行线三条性质、性质与判定的区别、关键方法，不急于抄结论。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F265A3C-7A0A-4C02-9485-EC8EBD0A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DEB04D6-EBC4-4C17-BD87-BC822B7C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239010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285E8BF-C122-4E29-8F8F-19344FA3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287778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E1571EB-CD76-4381-9907-67CAFC6E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602730" y="2115788"/>
            <a:ext cx="690869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  <p:sp>
        <p:nvSpPr>
          <p:cNvPr id="20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2B3630A-2BA6-4C2D-9DCA-7259EF8C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EB288CE-37E8-462B-840F-DB9DF69C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239010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2F99474-0B79-4CD7-A4EB-AA6D33B1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287778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C530E2D-545D-4D78-AE19-02263722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63698" y="2115788"/>
            <a:ext cx="690869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  <p:sp>
        <p:nvSpPr>
          <p:cNvPr id="2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0184945-EB5E-48D2-9C76-2DD12C14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FD4529B-FA47-46E9-A642-AC8C1E6F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486660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2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38B9098-942E-4897-9D22-2DF4E2B6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535428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7F2EB9E-BC80-4143-98E1-FDDA2E04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602730" y="4592288"/>
            <a:ext cx="690869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  <p:sp>
        <p:nvSpPr>
          <p:cNvPr id="28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605D7DC-84F8-42AE-B4E8-700803C3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1CFBB3C-5163-4DF0-9847-D09E59EB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486660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3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ACD20C2-E6CF-4FE9-B6A9-04DAC379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535428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3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6375816-7954-4C5A-B3F2-C85C0F8E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63698" y="4592288"/>
            <a:ext cx="690869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d9585d12432430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旧知回顾：回顾“平行线判定”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回顾“平行线判定”：写出一条与本课有关的定义、性质或计算规则。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参考要点：正确表述“平行线判定”的核心含义，并说明它与“平行线三条性质”的联系。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D18BFB2-86B3-477F-BBF1-FAB89C79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71940E5-A941-4BA6-AA1A-B8005B69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37947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7B54886-DEDD-451C-A4F2-2646C3CA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69011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3D2BCE3-1F34-4C69-9030-F5436B06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193405" y="2642235"/>
            <a:ext cx="1570673" cy="2621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C740BC6-20DD-4698-B3C5-5A5FAC7B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433" y="309372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a</a:t>
            </a:r>
          </a:p>
        </p:txBody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6619312-A98C-4973-B590-F7EEBEE0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433" y="440436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b</a:t>
            </a:r>
          </a:p>
        </p:txBody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CC026B9-F7A1-410D-A423-11B2CF4E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4888" y="343662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1</a:t>
            </a:r>
          </a:p>
        </p:txBody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DE3B984-657E-4A9F-A899-911AB075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440436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e7a0575eb13437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阅读教材印刷页16—18，圈出“平行线三条性质、性质与判定的区别”，分别用一句话记录它们解决什么问题。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小组探究：围绕“区分“条件”和“结论”的方向”设计一次观察、操作或推理，记录现象、猜想和验证依据。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围绕“由平行推出角关系”说明理由；同伴只追问条件和依据。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AA035DB-C742-4518-B00D-B2CDFE01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E37F29B-D182-40E3-98A3-DA3A6B97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669155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649B10B-3457-4EA2-97C8-CD7E2A3E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5111115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FAF814E-D3EA-4101-A912-183029B8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230755" y="4420553"/>
            <a:ext cx="1408748" cy="883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41d07155858412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概念一：平行线三条性质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平行线三条性质：按教材明确其定义、条件、表示、性质或步骤。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4CD54EA-DBD6-41FA-B705-73D625C9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1B6D4C4-C3D3-472A-9DCF-8994859F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37947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C550980-4DFF-450E-A3B8-BE4990DA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69011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0D89824-29FE-48FF-B049-F8AB9154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193405" y="2642235"/>
            <a:ext cx="1570673" cy="2621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38E89D0-AD72-474A-94FA-967210F9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433" y="309372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a</a:t>
            </a:r>
          </a:p>
        </p:txBody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01A096C-CA76-4212-B743-D1329D17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433" y="440436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b</a:t>
            </a:r>
          </a:p>
        </p:txBody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63D0A62-356F-4DBA-A7D3-B123593D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4888" y="343662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1</a:t>
            </a:r>
          </a:p>
        </p:txBody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45A795B-8117-4DAE-9C17-3A6E947B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440436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36b83d9235c4e6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概念二：性质与判定的区别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性质与判定的区别：按教材明确其定义、条件、表示、性质或步骤。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易错提醒：区分“条件”和“结论”的方向。先审条件，再使用结论。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E916700-839E-493D-964E-C1C67B96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8F5E8BE-536E-4E34-9F7A-C44591FA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37947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FEC42BF-6D52-4C85-BA9E-5C71EAC2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69011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BC7C7E8-64B0-40F4-B35A-F3C4989D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193405" y="2642235"/>
            <a:ext cx="1570673" cy="2621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C3BB64F-3763-414E-B30B-0117DF2B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433" y="309372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a</a:t>
            </a:r>
          </a:p>
        </p:txBody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8C0C4EE-4481-4ED1-8E40-324AAF3A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433" y="440436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b</a:t>
            </a:r>
          </a:p>
        </p:txBody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44C13B8-54A9-4997-98CD-A1E40380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4888" y="343662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1</a:t>
            </a:r>
          </a:p>
        </p:txBody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CD5FD00-18AC-4BB4-884B-34945CD0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440436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e054252a5cb41f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小组探究：围绕“区分“条件”和“结论”的方向”设计一次观察、操作或推理，记录现象、猜想和验证依据。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参考思路：先明确条件，再围绕“由平行推出角关系”形成猜想，最后用定义、计算、图表或反例验证。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D5FD307-D757-4CD2-AA31-97B37A5E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8BF2E27-86BD-4FEE-9040-F955E68C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290512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4101D76-52F0-4D7D-A256-CAEA3137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66712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D6C2FD9-316C-4977-9FE9-D15318DF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456295" y="2476500"/>
            <a:ext cx="1343978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97E09B2-7960-4649-97F9-6BC25FBB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4618" y="261937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a</a:t>
            </a:r>
          </a:p>
        </p:txBody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3FB27D2-83B3-477E-B0F5-344A9B9B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4618" y="338137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b</a:t>
            </a:r>
          </a:p>
        </p:txBody>
      </p:sp>
      <p:sp>
        <p:nvSpPr>
          <p:cNvPr id="2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DF0EC20-E2F2-4588-9726-3558FC24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763" y="29622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1</a:t>
            </a:r>
          </a:p>
        </p:txBody>
      </p:sp>
      <p:sp>
        <p:nvSpPr>
          <p:cNvPr id="2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EB33A8C-C9DC-4DFA-B146-21778B68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3813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079a93c5e924f6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只记“平行线三条性质”的结论，不检查适用条件。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把“由平行推出角关系”与相近概念或逆命题混淆。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969c642e42942c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教材例题：例题（对应教材7.2例2、教材7.2例3、…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例题（对应教材7.2例2、教材7.2例3、教材7.2例4）：已知a∥b，一对同位角中一个为65°，求与它对应的内错角和同旁内角。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选用由平行推出角关系；3.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教材印刷页16—18：先思考，再对照规范解答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C3F44AC-459E-4C11-B01D-F8E637B5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5EF444B-35BB-4F53-BAC4-4B096F5E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669155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4269FA4-4AD5-402F-A6BB-AC160436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5111115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1896FF0-1D87-4848-B209-7AD7250F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230755" y="4420553"/>
            <a:ext cx="1408748" cy="883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50ea78dfaa048f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选择“由平行推出角关系”对应的方法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内错角为65°，同旁内角为115°。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没有先确认“由平行推出角关系”的条件，或只写结果不写依据。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ACF883F-B2C5-4C71-AD10-B2299C95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4BE3371-E003-480A-B6D9-34731A75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290512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029D45C-4CED-4F28-9BB7-F0633D49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66712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1E3D664-CE27-4B7C-926E-D9251E0F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456295" y="2476500"/>
            <a:ext cx="1343978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4E82AE8-B577-4490-8918-766A1F91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4618" y="261937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a</a:t>
            </a:r>
          </a:p>
        </p:txBody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FB687F5-2172-4532-9B95-9402BA89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4618" y="338137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b</a:t>
            </a:r>
          </a:p>
        </p:txBody>
      </p:sp>
      <p:sp>
        <p:nvSpPr>
          <p:cNvPr id="2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136D404-99D3-4469-8528-882A6B91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763" y="29622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1</a:t>
            </a:r>
          </a:p>
        </p:txBody>
      </p:sp>
      <p:sp>
        <p:nvSpPr>
          <p:cNvPr id="2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FDEBF74-63DE-457F-A437-5E62FD01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3813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b7a4f82bbcc46c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基础辨析：判断“使用‘平行线三条性质’时不需要检查条件，只要结论看起来合理即可”，并说明理由。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变式练习：把Q4的一个条件、数据或表示方式作合理改变，仍用“由平行推出角关系”解决，并写出检验。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115131F-6859-48EA-9F58-70C8964C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DF5D490-A73E-45D5-B33D-AD6988FC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4987290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DF40DBA-68A1-42FF-AB11-FFEFD8BF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398770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0CD43B5-95B1-499F-AA5C-C84F98EA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139315" y="4755833"/>
            <a:ext cx="1311593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feae7420ff6419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变式练习：把Q4的一个条件、数据或表示方式作合理改变，仍用“由平行推出角关系”解决，并写出检验。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答案不唯一。评价要点：改变后的条件完整；方法仍属于“由平行推出角关系”；过程正确；检验与新条件一致。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FCB703A-12D3-43FF-97B1-EB5950C4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0522788-B15F-42D0-97DD-2059DA34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669155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46F2EA6-4AD3-41AF-9783-E090E292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5111115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2330028-3C68-48B7-B841-74143F95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230755" y="4420553"/>
            <a:ext cx="1408748" cy="883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7bb0f7a764b41f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纠错：“研究平行线的性质时，只记结论，不必区分条件、过程和依据。”这句话对吗？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当堂检测：为什么“同位角相等”在本课是结论，而在上一课可作为条件？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1388FB1-B61C-400E-84E0-BDB359E2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EAF50F0-AB47-4F26-B579-6A53248F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4987290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78FF508-E886-4FF1-918F-C573E602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398770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C0D376D-9653-4CA1-B6B9-799C3A5F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139315" y="4755833"/>
            <a:ext cx="1311593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f0d89e65eb94bc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小结参考：本课围绕“平行线的性质”，掌握平行线三条性质、性质与判定的区别，并能运用由平行推出角关系。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基础：完成教材第16—18页练习中的基础题并订正Q5、Q7 提升：当堂检测：为什么“同位角相等”在本课是结论，而在上一课可作为条件？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我能否：①准确表达平行线三条性质；②运用由平行推出角关系；③写清依据并检验？选择“会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7CFD469-997D-4876-8216-5A32B0F0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FDE954A-2947-4847-8FE1-925C454F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17118" y="2796540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548E4A5-B20C-4295-9E22-ED4C62E4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17118" y="3208020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529A8B0-E162-4C1B-8E55-54521711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197215" y="2565083"/>
            <a:ext cx="1473518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2026-08-02T18:13:17.2640000Z</dcterms:created>
  <dcterms:modified xsi:type="dcterms:W3CDTF">2026-08-02T18:13:17.2640000Z</dcterms:modified>
</coreProperties>
</file>