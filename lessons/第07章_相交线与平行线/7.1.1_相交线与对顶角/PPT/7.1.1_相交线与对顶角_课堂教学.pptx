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fbdd745f8147ff" /><Relationship Type="http://schemas.openxmlformats.org/officeDocument/2006/relationships/extended-properties" Target="/docProps/app.xml" Id="Rc1d51e6e8cd34bb6" /><Relationship Type="http://schemas.openxmlformats.org/officeDocument/2006/relationships/officeDocument" Target="/ppt/presentation.xml" Id="R3fb49ff43d0d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33db5216646cd"/>
    <p:sldMasterId xmlns:r="http://schemas.openxmlformats.org/officeDocument/2006/relationships" id="2147483660" r:id="R9e00830919a743bd"/>
  </p:sldMasterIdLst>
  <p:notesMasterIdLst>
    <p:notesMasterId xmlns:r="http://schemas.openxmlformats.org/officeDocument/2006/relationships" r:id="R28db8f9966274b10"/>
  </p:notesMasterIdLst>
  <p:sldIdLst>
    <p:sldId xmlns:r="http://schemas.openxmlformats.org/officeDocument/2006/relationships" id="256" r:id="R3c010061ca3b4641"/>
    <p:sldId xmlns:r="http://schemas.openxmlformats.org/officeDocument/2006/relationships" id="257" r:id="R4b0b757e8e28449a"/>
    <p:sldId xmlns:r="http://schemas.openxmlformats.org/officeDocument/2006/relationships" id="258" r:id="R740c5a8314d347f2"/>
    <p:sldId xmlns:r="http://schemas.openxmlformats.org/officeDocument/2006/relationships" id="259" r:id="R52c80a3bf46a4748"/>
    <p:sldId xmlns:r="http://schemas.openxmlformats.org/officeDocument/2006/relationships" id="260" r:id="R3278153020494595"/>
    <p:sldId xmlns:r="http://schemas.openxmlformats.org/officeDocument/2006/relationships" id="261" r:id="R74efeaeac5904801"/>
    <p:sldId xmlns:r="http://schemas.openxmlformats.org/officeDocument/2006/relationships" id="262" r:id="Rf8c0138ffe9c4920"/>
    <p:sldId xmlns:r="http://schemas.openxmlformats.org/officeDocument/2006/relationships" id="263" r:id="R64b6a1604d554cac"/>
    <p:sldId xmlns:r="http://schemas.openxmlformats.org/officeDocument/2006/relationships" id="264" r:id="Re8b5c88fe5574010"/>
    <p:sldId xmlns:r="http://schemas.openxmlformats.org/officeDocument/2006/relationships" id="265" r:id="Rcea8878380a84b35"/>
    <p:sldId xmlns:r="http://schemas.openxmlformats.org/officeDocument/2006/relationships" id="266" r:id="R99cbdec8e4464282"/>
    <p:sldId xmlns:r="http://schemas.openxmlformats.org/officeDocument/2006/relationships" id="267" r:id="Ra0e2f5e828ff44c7"/>
    <p:sldId xmlns:r="http://schemas.openxmlformats.org/officeDocument/2006/relationships" id="268" r:id="Rc1840711a8e8473c"/>
    <p:sldId xmlns:r="http://schemas.openxmlformats.org/officeDocument/2006/relationships" id="269" r:id="R11a0d506ac45410d"/>
    <p:sldId xmlns:r="http://schemas.openxmlformats.org/officeDocument/2006/relationships" id="270" r:id="R97ff25d8124d49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fa3bec5e04ae3" /><Relationship Type="http://schemas.openxmlformats.org/officeDocument/2006/relationships/slideMaster" Target="/ppt/slideMasters/slideMaster1.xml" Id="R59433db5216646cd" /><Relationship Type="http://schemas.openxmlformats.org/officeDocument/2006/relationships/slideMaster" Target="/ppt/slideMasters/slideMaster2.xml" Id="R9e00830919a743bd" /><Relationship Type="http://schemas.openxmlformats.org/officeDocument/2006/relationships/notesMaster" Target="/ppt/notesMasters/notesMaster1.xml" Id="R28db8f9966274b10" /><Relationship Type="http://schemas.openxmlformats.org/officeDocument/2006/relationships/presProps" Target="/ppt/presProps.xml" Id="Rd182a0e8b8874e46" /><Relationship Type="http://schemas.openxmlformats.org/officeDocument/2006/relationships/viewProps" Target="/ppt/viewProps.xml" Id="R4a6d289563ce4e2b" /><Relationship Type="http://schemas.openxmlformats.org/officeDocument/2006/relationships/tableStyles" Target="/ppt/tableStyles.xml" Id="R9d54e7e66c024b7f" /><Relationship Type="http://schemas.openxmlformats.org/officeDocument/2006/relationships/slide" Target="/ppt/slides/slide1.xml" Id="R3c010061ca3b4641" /><Relationship Type="http://schemas.openxmlformats.org/officeDocument/2006/relationships/slide" Target="/ppt/slides/slide2.xml" Id="R4b0b757e8e28449a" /><Relationship Type="http://schemas.openxmlformats.org/officeDocument/2006/relationships/slide" Target="/ppt/slides/slide3.xml" Id="R740c5a8314d347f2" /><Relationship Type="http://schemas.openxmlformats.org/officeDocument/2006/relationships/slide" Target="/ppt/slides/slide4.xml" Id="R52c80a3bf46a4748" /><Relationship Type="http://schemas.openxmlformats.org/officeDocument/2006/relationships/slide" Target="/ppt/slides/slide5.xml" Id="R3278153020494595" /><Relationship Type="http://schemas.openxmlformats.org/officeDocument/2006/relationships/slide" Target="/ppt/slides/slide6.xml" Id="R74efeaeac5904801" /><Relationship Type="http://schemas.openxmlformats.org/officeDocument/2006/relationships/slide" Target="/ppt/slides/slide7.xml" Id="Rf8c0138ffe9c4920" /><Relationship Type="http://schemas.openxmlformats.org/officeDocument/2006/relationships/slide" Target="/ppt/slides/slide8.xml" Id="R64b6a1604d554cac" /><Relationship Type="http://schemas.openxmlformats.org/officeDocument/2006/relationships/slide" Target="/ppt/slides/slide9.xml" Id="Re8b5c88fe5574010" /><Relationship Type="http://schemas.openxmlformats.org/officeDocument/2006/relationships/slide" Target="/ppt/slides/slide10.xml" Id="Rcea8878380a84b35" /><Relationship Type="http://schemas.openxmlformats.org/officeDocument/2006/relationships/slide" Target="/ppt/slides/slide11.xml" Id="R99cbdec8e4464282" /><Relationship Type="http://schemas.openxmlformats.org/officeDocument/2006/relationships/slide" Target="/ppt/slides/slide12.xml" Id="Ra0e2f5e828ff44c7" /><Relationship Type="http://schemas.openxmlformats.org/officeDocument/2006/relationships/slide" Target="/ppt/slides/slide13.xml" Id="Rc1840711a8e8473c" /><Relationship Type="http://schemas.openxmlformats.org/officeDocument/2006/relationships/slide" Target="/ppt/slides/slide14.xml" Id="R11a0d506ac45410d" /><Relationship Type="http://schemas.openxmlformats.org/officeDocument/2006/relationships/slide" Target="/ppt/slides/slide15.xml" Id="R97ff25d8124d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c653f35f3bd4b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77c216b7d4a92" /><Relationship Type="http://schemas.openxmlformats.org/officeDocument/2006/relationships/notesMaster" Target="/ppt/notesMasters/notesMaster1.xml" Id="R48aa49ec6fb2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c86631c7714e1d" /><Relationship Type="http://schemas.openxmlformats.org/officeDocument/2006/relationships/notesMaster" Target="/ppt/notesMasters/notesMaster1.xml" Id="R8e19d793365248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bc058a640741b4" /><Relationship Type="http://schemas.openxmlformats.org/officeDocument/2006/relationships/notesMaster" Target="/ppt/notesMasters/notesMaster1.xml" Id="R8b42465bd1d34d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a75c13b25541cc" /><Relationship Type="http://schemas.openxmlformats.org/officeDocument/2006/relationships/notesMaster" Target="/ppt/notesMasters/notesMaster1.xml" Id="Rc72aebe137fa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fc120f11934a06" /><Relationship Type="http://schemas.openxmlformats.org/officeDocument/2006/relationships/notesMaster" Target="/ppt/notesMasters/notesMaster1.xml" Id="R910acfc913ca49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b6f9cdb7724412" /><Relationship Type="http://schemas.openxmlformats.org/officeDocument/2006/relationships/notesMaster" Target="/ppt/notesMasters/notesMaster1.xml" Id="R8b303b4033de44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6f40ed3724134" /><Relationship Type="http://schemas.openxmlformats.org/officeDocument/2006/relationships/notesMaster" Target="/ppt/notesMasters/notesMaster1.xml" Id="Rd44cc6f4732a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18238f35f4586" /><Relationship Type="http://schemas.openxmlformats.org/officeDocument/2006/relationships/notesMaster" Target="/ppt/notesMasters/notesMaster1.xml" Id="Rd4d0494315ba47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1772465384bc9" /><Relationship Type="http://schemas.openxmlformats.org/officeDocument/2006/relationships/notesMaster" Target="/ppt/notesMasters/notesMaster1.xml" Id="R7d01ca44bf6a48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4fa348d0b748d9" /><Relationship Type="http://schemas.openxmlformats.org/officeDocument/2006/relationships/notesMaster" Target="/ppt/notesMasters/notesMaster1.xml" Id="R252cb917e25d49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dec5bc4cf147ce" /><Relationship Type="http://schemas.openxmlformats.org/officeDocument/2006/relationships/notesMaster" Target="/ppt/notesMasters/notesMaster1.xml" Id="R5291df727394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6588ead6374fb5" /><Relationship Type="http://schemas.openxmlformats.org/officeDocument/2006/relationships/notesMaster" Target="/ppt/notesMasters/notesMaster1.xml" Id="Ra849cb77cae2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d0216510cf4578" /><Relationship Type="http://schemas.openxmlformats.org/officeDocument/2006/relationships/notesMaster" Target="/ppt/notesMasters/notesMaster1.xml" Id="Re1cd1723246e49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965c6b60a74a1e" /><Relationship Type="http://schemas.openxmlformats.org/officeDocument/2006/relationships/notesMaster" Target="/ppt/notesMasters/notesMaster1.xml" Id="R150999f45aa242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3c14ca49ef4ddc" /><Relationship Type="http://schemas.openxmlformats.org/officeDocument/2006/relationships/notesMaster" Target="/ppt/notesMasters/notesMaster1.xml" Id="R1a8ad3937d9e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从生活中的交叉现象进入本课。提醒学生：这节课既研究角的位置关系，也研究由位置关系得到的数量关系。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人教版《义务教育教科书·数学七年级下册》，印刷页2—3。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请学生默读四项目标，圈出“识别、说明、计算、辨析”四个可观察动词。课末将据此自评。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依次观察四幅图，不急于给概念。追问：两条线只是会合，还是彼此穿过？把剪刀、窗格等抽象成两条直线。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先完成Q1。强调“互为补角”是数量关系；今天还要给角的位置关系命名。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学生用直尺画相交直线、编号并小组分类。教师只追问分类依据，不提前公布邻补角、对顶角名称。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形成邻补角定义。让学生逐项核对：公共顶点、公共边、另两边互为反向延长线。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形成对顶角定义。将图形旋转后再次判断，避免记成固定的“上下、左右”。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组织Q3说理。两式都含同一个∠2，把两个角都表示成180°−∠2，得到相等。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完成Q7辨析。要求学生不用“看起来”作理由，而要指出角的两边位置。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教材例1只呈现题目。留1分钟独立判断，再同桌交流先求哪一个角以及理由。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人教版《义务教育教科书·数学七年级下册》，印刷页3，例1。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逐步呈现规范解答。让学生用“关系—计算—结论”三栏检查自己的书写。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完成Q5、Q6。Q5重在直接应用，Q6重在把比例总份数与平角180°建立联系。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讲评Q6。先判断邻补角，再按比例设元，最后用对顶角关系补齐并用四角和360°检验。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Q7、Q8独立完成，教师巡视记录共性错误。答案暂不在屏幕呈现，便于真实检测。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回扣四项目标，布置分层作业。请学生在学案自评栏勾选并写一句仍需帮助的问题。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1840224cf44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905cc21ca43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fa459857a4b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ad8c911924b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3e0dfd6964e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57687ff8640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8e952d86d44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11b54d6d64c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5fded3eeb44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5d992d84f4b3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938d441ae49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8155247def4bf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beb3b4b1324aa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6e04dfbf147a7" /><Relationship Type="http://schemas.openxmlformats.org/officeDocument/2006/relationships/slideLayout" Target="/ppt/slideLayouts/slideLayout1.xml" Id="Re8fd40300ad245ea" /><Relationship Type="http://schemas.openxmlformats.org/officeDocument/2006/relationships/slideLayout" Target="/ppt/slideLayouts/slideLayout2.xml" Id="Rbce91af5a85e4807" /><Relationship Type="http://schemas.openxmlformats.org/officeDocument/2006/relationships/slideLayout" Target="/ppt/slideLayouts/slideLayout3.xml" Id="R65e86077535c48e1" /><Relationship Type="http://schemas.openxmlformats.org/officeDocument/2006/relationships/slideLayout" Target="/ppt/slideLayouts/slideLayout4.xml" Id="Rd255f845a24449a1" /><Relationship Type="http://schemas.openxmlformats.org/officeDocument/2006/relationships/slideLayout" Target="/ppt/slideLayouts/slideLayout5.xml" Id="Reb578a070f0a46f4" /><Relationship Type="http://schemas.openxmlformats.org/officeDocument/2006/relationships/slideLayout" Target="/ppt/slideLayouts/slideLayout6.xml" Id="Rcf97bd895c6e4a6b" /><Relationship Type="http://schemas.openxmlformats.org/officeDocument/2006/relationships/slideLayout" Target="/ppt/slideLayouts/slideLayout7.xml" Id="R5d144f2e75f94fea" /><Relationship Type="http://schemas.openxmlformats.org/officeDocument/2006/relationships/slideLayout" Target="/ppt/slideLayouts/slideLayout8.xml" Id="R6f703e2214ed4d9f" /><Relationship Type="http://schemas.openxmlformats.org/officeDocument/2006/relationships/slideLayout" Target="/ppt/slideLayouts/slideLayout9.xml" Id="R2178b0c3f99c47f1" /><Relationship Type="http://schemas.openxmlformats.org/officeDocument/2006/relationships/slideLayout" Target="/ppt/slideLayouts/slideLayout10.xml" Id="R55425e82740e4754" /><Relationship Type="http://schemas.openxmlformats.org/officeDocument/2006/relationships/slideLayout" Target="/ppt/slideLayouts/slideLayout11.xml" Id="R3e74081e57c7433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51d3f77431b4362" /><Relationship Type="http://schemas.openxmlformats.org/officeDocument/2006/relationships/slideLayout" Target="/ppt/slideLayouts/slideLayout12.xml" Id="R159bcf9695c1416f" /><Relationship Type="http://schemas.openxmlformats.org/officeDocument/2006/relationships/slideLayout" Target="/ppt/slideLayouts/slideLayout13.xml" Id="R1b49005dd6fd46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fd40300ad245ea"/>
    <p:sldLayoutId xmlns:r="http://schemas.openxmlformats.org/officeDocument/2006/relationships" id="2147483650" r:id="Rbce91af5a85e4807"/>
    <p:sldLayoutId xmlns:r="http://schemas.openxmlformats.org/officeDocument/2006/relationships" id="2147483651" r:id="R65e86077535c48e1"/>
    <p:sldLayoutId xmlns:r="http://schemas.openxmlformats.org/officeDocument/2006/relationships" id="2147483652" r:id="Rd255f845a24449a1"/>
    <p:sldLayoutId xmlns:r="http://schemas.openxmlformats.org/officeDocument/2006/relationships" id="2147483653" r:id="Reb578a070f0a46f4"/>
    <p:sldLayoutId xmlns:r="http://schemas.openxmlformats.org/officeDocument/2006/relationships" id="2147483654" r:id="Rcf97bd895c6e4a6b"/>
    <p:sldLayoutId xmlns:r="http://schemas.openxmlformats.org/officeDocument/2006/relationships" id="2147483655" r:id="R5d144f2e75f94fea"/>
    <p:sldLayoutId xmlns:r="http://schemas.openxmlformats.org/officeDocument/2006/relationships" id="2147483656" r:id="R6f703e2214ed4d9f"/>
    <p:sldLayoutId xmlns:r="http://schemas.openxmlformats.org/officeDocument/2006/relationships" id="2147483657" r:id="R2178b0c3f99c47f1"/>
    <p:sldLayoutId xmlns:r="http://schemas.openxmlformats.org/officeDocument/2006/relationships" id="2147483658" r:id="R55425e82740e4754"/>
    <p:sldLayoutId xmlns:r="http://schemas.openxmlformats.org/officeDocument/2006/relationships" id="2147483659" r:id="R3e74081e57c7433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59bcf9695c1416f"/>
    <p:sldLayoutId xmlns:r="http://schemas.openxmlformats.org/officeDocument/2006/relationships" id="2147483662" r:id="R1b49005dd6fd46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bda32a619745fe" /><Relationship Type="http://schemas.openxmlformats.org/officeDocument/2006/relationships/image" Target="/ppt/media/image.jpeg" Id="Re9f1b316bd80468b" /><Relationship Type="http://schemas.openxmlformats.org/officeDocument/2006/relationships/notesSlide" Target="/ppt/notesSlides/notesSlide1.xml" Id="R211b8e4fb903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206b71e4834b44" /><Relationship Type="http://schemas.openxmlformats.org/officeDocument/2006/relationships/image" Target="/ppt/media/image2.jpeg" Id="Rbe84ba2e48dc4453" /><Relationship Type="http://schemas.openxmlformats.org/officeDocument/2006/relationships/image" Target="/ppt/media/image.svg" Id="R0666fdd60b714635" /><Relationship Type="http://schemas.openxmlformats.org/officeDocument/2006/relationships/image" Target="/ppt/media/image.jpeg" Id="Re2b13e5c619a4c23" /><Relationship Type="http://schemas.openxmlformats.org/officeDocument/2006/relationships/image" Target="/ppt/media/image2.svg" Id="Rbdfb4b7f28b84836" /><Relationship Type="http://schemas.openxmlformats.org/officeDocument/2006/relationships/image" Target="/ppt/media/image3.jpeg" Id="Re7f3c67920a54661" /><Relationship Type="http://schemas.openxmlformats.org/officeDocument/2006/relationships/image" Target="/ppt/media/image3.svg" Id="Rb015db824ffe48ef" /><Relationship Type="http://schemas.openxmlformats.org/officeDocument/2006/relationships/image" Target="/ppt/media/image4.jpeg" Id="R1d5cdd5e6fef49a4" /><Relationship Type="http://schemas.openxmlformats.org/officeDocument/2006/relationships/image" Target="/ppt/media/image4.svg" Id="Rf8cbb31b849742d4" /><Relationship Type="http://schemas.openxmlformats.org/officeDocument/2006/relationships/notesSlide" Target="/ppt/notesSlides/notesSlide2.xml" Id="R092f9329c79c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8a8a154d5547e4" /><Relationship Type="http://schemas.openxmlformats.org/officeDocument/2006/relationships/image" Target="/ppt/media/image2.jpeg" Id="R23b916ea08194f40" /><Relationship Type="http://schemas.openxmlformats.org/officeDocument/2006/relationships/image" Target="/ppt/media/image3.jpeg" Id="R9f574e0df16547f4" /><Relationship Type="http://schemas.openxmlformats.org/officeDocument/2006/relationships/image" Target="/ppt/media/image4.jpeg" Id="Rabdf3ea336b749f6" /><Relationship Type="http://schemas.openxmlformats.org/officeDocument/2006/relationships/image" Target="/ppt/media/image5.jpeg" Id="R0c3dd1b135ee489d" /><Relationship Type="http://schemas.openxmlformats.org/officeDocument/2006/relationships/image" Target="/ppt/media/image6.jpeg" Id="R7c81f057c1d049b6" /><Relationship Type="http://schemas.openxmlformats.org/officeDocument/2006/relationships/notesSlide" Target="/ppt/notesSlides/notesSlide3.xml" Id="Raf8e8376a3f2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b0d532a5c0401f" /><Relationship Type="http://schemas.openxmlformats.org/officeDocument/2006/relationships/image" Target="/ppt/media/image2.jpeg" Id="R835b5c86b72b4fe0" /><Relationship Type="http://schemas.openxmlformats.org/officeDocument/2006/relationships/notesSlide" Target="/ppt/notesSlides/notesSlide4.xml" Id="R045351423c184a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4ab2cf01604f81" /><Relationship Type="http://schemas.openxmlformats.org/officeDocument/2006/relationships/image" Target="/ppt/media/image2.jpeg" Id="R0e1a82f72eba4224" /><Relationship Type="http://schemas.openxmlformats.org/officeDocument/2006/relationships/notesSlide" Target="/ppt/notesSlides/notesSlide5.xml" Id="Ra4d93c33f1b342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14a60aa4be4a2c" /><Relationship Type="http://schemas.openxmlformats.org/officeDocument/2006/relationships/image" Target="/ppt/media/image2.jpeg" Id="R043c0bf9c3d04a13" /><Relationship Type="http://schemas.openxmlformats.org/officeDocument/2006/relationships/notesSlide" Target="/ppt/notesSlides/notesSlide6.xml" Id="Ra6056f1e977d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efe0420a8d4feb" /><Relationship Type="http://schemas.openxmlformats.org/officeDocument/2006/relationships/image" Target="/ppt/media/image2.jpeg" Id="R729113d76b9e403f" /><Relationship Type="http://schemas.openxmlformats.org/officeDocument/2006/relationships/notesSlide" Target="/ppt/notesSlides/notesSlide7.xml" Id="Re2975ccf0dd7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33fbb58b904260" /><Relationship Type="http://schemas.openxmlformats.org/officeDocument/2006/relationships/image" Target="/ppt/media/image2.jpeg" Id="R49273e590c5f441d" /><Relationship Type="http://schemas.openxmlformats.org/officeDocument/2006/relationships/notesSlide" Target="/ppt/notesSlides/notesSlide8.xml" Id="R147fc53a6ad9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c95e4d85104d38" /><Relationship Type="http://schemas.openxmlformats.org/officeDocument/2006/relationships/image" Target="/ppt/media/image2.jpeg" Id="R8611c797ba1e4f7c" /><Relationship Type="http://schemas.openxmlformats.org/officeDocument/2006/relationships/notesSlide" Target="/ppt/notesSlides/notesSlide9.xml" Id="R30ce10670203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f57e4d1d4549b6" /><Relationship Type="http://schemas.openxmlformats.org/officeDocument/2006/relationships/image" Target="/ppt/media/image2.jpeg" Id="R142ae7e26bf244eb" /><Relationship Type="http://schemas.openxmlformats.org/officeDocument/2006/relationships/notesSlide" Target="/ppt/notesSlides/notesSlide10.xml" Id="R78bbdb6066874e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67472f008a48dd" /><Relationship Type="http://schemas.openxmlformats.org/officeDocument/2006/relationships/image" Target="/ppt/media/image2.jpeg" Id="Rf6b5d0507bc84afa" /><Relationship Type="http://schemas.openxmlformats.org/officeDocument/2006/relationships/notesSlide" Target="/ppt/notesSlides/notesSlide11.xml" Id="R3e79b33b061545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db5ad2366348e0" /><Relationship Type="http://schemas.openxmlformats.org/officeDocument/2006/relationships/image" Target="/ppt/media/image2.jpeg" Id="Rf6d348fd0cc64528" /><Relationship Type="http://schemas.openxmlformats.org/officeDocument/2006/relationships/notesSlide" Target="/ppt/notesSlides/notesSlide12.xml" Id="R7a645d8e3e5d4b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3f9f525bc14267" /><Relationship Type="http://schemas.openxmlformats.org/officeDocument/2006/relationships/image" Target="/ppt/media/image2.jpeg" Id="R289d8a43d1da4f42" /><Relationship Type="http://schemas.openxmlformats.org/officeDocument/2006/relationships/notesSlide" Target="/ppt/notesSlides/notesSlide13.xml" Id="R5f88d593946e43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20ba75860f46a5" /><Relationship Type="http://schemas.openxmlformats.org/officeDocument/2006/relationships/image" Target="/ppt/media/image2.jpeg" Id="Rf327e70267494169" /><Relationship Type="http://schemas.openxmlformats.org/officeDocument/2006/relationships/notesSlide" Target="/ppt/notesSlides/notesSlide14.xml" Id="Re3e0f275ff164b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de1cfd27564624" /><Relationship Type="http://schemas.openxmlformats.org/officeDocument/2006/relationships/image" Target="/ppt/media/image7.jpeg" Id="Rfaeb09704bc54d29" /><Relationship Type="http://schemas.openxmlformats.org/officeDocument/2006/relationships/notesSlide" Target="/ppt/notesSlides/notesSlide15.xml" Id="R47408aa7f6a9411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f1b316bd80468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7.1.1 相交线与对顶角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第七章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从交叉现象抽象出角的关系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84ba2e48dc445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13e5c619a4c23">
            <a:extLst>
              <a:ext uri="{96DAC541-7B7A-43D3-8B79-37D633B846F1}">
                <asvg:svgBlip xmlns:asvg="http://schemas.microsoft.com/office/drawing/2016/SVG/main" r:embed="R0666fdd60b7146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识别两类角：位置关系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从两条相交直线中准确识别邻补角和对顶角，并能用“有公共边”“边互为反向延长线”等语言说明理由。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4ba2e48dc4453">
            <a:extLst>
              <a:ext uri="{96DAC541-7B7A-43D3-8B79-37D633B846F1}">
                <asvg:svgBlip xmlns:asvg="http://schemas.microsoft.com/office/drawing/2016/SVG/main" r:embed="Rbdfb4b7f28b848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探究性质：由补角推出相等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经历观察、猜想和说理过程，借助同角的补角相等，说明对顶角相等。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3c67920a54661">
            <a:extLst>
              <a:ext uri="{96DAC541-7B7A-43D3-8B79-37D633B846F1}">
                <asvg:svgBlip xmlns:asvg="http://schemas.microsoft.com/office/drawing/2016/SVG/main" r:embed="Rb015db824ffe48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规范计算：由一个角求其余角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能利用邻补角和为180°、对顶角相等，规范求出相交形成的其余三个角。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cdd5e6fef49a4">
            <a:extLst>
              <a:ext uri="{96DAC541-7B7A-43D3-8B79-37D633B846F1}">
                <asvg:svgBlip xmlns:asvg="http://schemas.microsoft.com/office/drawing/2016/SVG/main" r:embed="Rf8cbb31b849742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辨析与表达：避免看图下结论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能判断常见错误说法，写清角的位置关系与计算依据，并完成自我评价。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b916ea08194f4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从生活中的交叉说起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74e0df16547f4"/>
          <a:srcRect xmlns:a="http://schemas.openxmlformats.org/drawingml/2006/main" l="34076" t="0" r="34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841500"/>
            <a:ext cx="2032000" cy="1524000"/>
          </a:xfrm>
          <a:prstGeom xmlns:a="http://schemas.openxmlformats.org/drawingml/2006/main" prst="roundRect">
            <a:avLst>
              <a:gd name="adj" fmla="val 6666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钟表指针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观察：两条射线从同一点出发。若把它们延长，会出现哪些角？哪些信息只由位置决定？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f3ea336b749f6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3500" y="1841500"/>
            <a:ext cx="2032000" cy="1524000"/>
          </a:xfrm>
          <a:prstGeom xmlns:a="http://schemas.openxmlformats.org/drawingml/2006/main" prst="roundRect">
            <a:avLst>
              <a:gd name="adj" fmla="val 6666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剪刀交叉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剪刀两刃在轴处相交。开合时，哪些角成对出现？相对的两个角会有怎样的关系？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dd1b135ee489d"/>
          <a:srcRect xmlns:a="http://schemas.openxmlformats.org/drawingml/2006/main" l="5583" t="0" r="5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4318000"/>
            <a:ext cx="2032000" cy="1524000"/>
          </a:xfrm>
          <a:prstGeom xmlns:a="http://schemas.openxmlformats.org/drawingml/2006/main" prst="roundRect">
            <a:avLst>
              <a:gd name="adj" fmla="val 6666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蜂巢棱线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线段在顶点会合，但未必互相穿过。它和“两条直线相交”有什么不同？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1f057c1d049b6"/>
          <a:srcRect xmlns:a="http://schemas.openxmlformats.org/drawingml/2006/main" l="5555" t="0" r="5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3500" y="4318000"/>
            <a:ext cx="2032000" cy="1524000"/>
          </a:xfrm>
          <a:prstGeom xmlns:a="http://schemas.openxmlformats.org/drawingml/2006/main" prst="roundRect">
            <a:avLst>
              <a:gd name="adj" fmla="val 6666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建筑线条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窗格、栏杆和道路常出现交叉。今天把真实对象抽象成两条直线，研究交点处的角。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5b5c86b72b4f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旧知回顾：平角与补角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平角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一条直线可看作一个180°的平角。相交后，同一直线上的相邻两角能拼成平角。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互为补角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如果两个角的和为180°，就说这两个角互为补角。Q1：∠1=65°，它的补角是多少？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本课语言准备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“角和为180°”是数量关系；“角的位置怎样”是位置关系。今天要把两者结合起来。</a:t>
            </a:r>
          </a:p>
        </p:txBody>
      </p:sp>
      <p:sp>
        <p:nvSpPr>
          <p:cNvPr id="13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42DB598D-6579-44FB-BF46-8B66DD6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619625" cy="3952875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DEB7BC29-E004-4FD2-9FFE-878A02E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2743200"/>
            <a:ext cx="3141345" cy="2371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EB965254-7164-4882-8DF8-EF6E139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54265" y="2743200"/>
            <a:ext cx="3141345" cy="2371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7BCCE074-4822-4DF4-AA6D-7CE81F89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814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12274B3-5BD3-4A6D-8E53-B8297BC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F7FD672-0322-42DD-9B28-E14F1FE2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50863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5DBE8B6-1D80-4AE0-9030-84B383B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B0C8843-E7E5-45A7-BF35-23B43285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50863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D6E88BB-457B-4888-9102-9469D3E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96716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B57940D-B3C7-4432-9170-CFE8AAF4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34718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5DF9FC57-5894-4E2D-A548-D78DC59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4718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1AE4D8A9-87EE-493C-83B4-6219207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1576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FE32FD4-0C79-4054-873B-83BD37B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41576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198B52B-7D32-4CA2-87B7-185A2361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43550"/>
            <a:ext cx="427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35A"/>
                </a:solidFill>
              </a:defRPr>
            </a:pPr>
            <a:r>
              <a:rPr sz="1200" b="0">
                <a:solidFill>
                  <a:srgbClr val="45635A"/>
                </a:solidFill>
              </a:rPr>
              <a:t>平角：∠1+∠2=180°；∠1=65°时，∠2=115°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1a82f72eba422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操作探究：四个角怎样成对？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画图并编号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在纸上画两条相交直线AB、CD，交点记为O；按顺时针把四个角记为∠1、∠2、∠3、∠4。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找“相邻”的角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圈出∠1与∠2：它们有公共顶点和公共边，另两边在同一直线上。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找“相对”的角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再看∠1与∠3：它们没有公共边，两边分别互为反向延长线。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图示：先按位置分类，暂不测量角度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Q2 小组记录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你能找出所有邻补角和对顶角吗？先描述它们的位置特征，再与同桌交换核对。</a:t>
            </a:r>
          </a:p>
        </p:txBody>
      </p:sp>
      <p:sp>
        <p:nvSpPr>
          <p:cNvPr id="14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1D3A4EB8-2597-4E92-8764-919CFC9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80BF1C7B-339B-4A24-9F0A-7233763C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2146127F-EF80-4C45-BBEE-E08FD40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88FE34A8-1E0F-4EA5-AB3D-0B76F590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8148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0D5CA47-16A4-4C1B-BD81-21114766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7A887DC-471F-4ADC-9A82-546CF56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B9389CC-8992-4EF5-9316-0EE37F9D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FBA2F74-4C60-4FA5-8FB2-1128F404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9E1BB3D-E5D1-4262-BAAF-5800185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90061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E02C27B-26DA-43BF-952A-3AE6BFF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B290ADA-88A8-4A30-854D-5603F6F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DD3AEF9-CD0B-4B50-8A5F-1E8AEAD8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BA64BE2-AE42-43E4-BE52-2F1097F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3c0bf9c3d04a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概念一：邻补角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定义：相邻且互补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如果两个角有一条公共边，它们的另一边互为反向延长线，那么这两个角互为邻补角。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位置条件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相邻：有公共顶点和公共边；成平角：另一边在同一直线上。两个条件缺一不可。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数量关系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邻补角的和为180°。注意：和为180°的两个角是补角，但不一定是邻补角。</a:t>
            </a:r>
          </a:p>
        </p:txBody>
      </p:sp>
      <p:sp>
        <p:nvSpPr>
          <p:cNvPr id="13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D754C5E0-B074-481C-98E7-2ED3640C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82DF1547-4A3A-4D53-96D7-03B51A3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2724150"/>
            <a:ext cx="3141345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54DFCF31-EA6F-4CE3-B9C6-963F3D1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54265" y="2724150"/>
            <a:ext cx="3141345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F47ED177-F831-4587-BD41-56682F9C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7020B8C-EFC9-4AC0-AC17-D895BBE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2486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2E51017-EBE9-4C4C-A4E0-71A6AA95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5153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2410E7C-A06E-47D0-82A1-374FE388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2486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CAF6660-1A27-4F13-BBBF-363B10F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5153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AC1E8B7-F00B-4310-9193-D5F5563E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9909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16BB062-6A6C-41E9-87DE-13087EBD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3495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ECB8D40-E52E-4C04-A8A1-4B9687A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495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285FA71-F8D7-4EBF-849D-F8D161E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181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53251C4-BF74-40F8-A3B0-5C5D068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4181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D2AD1D4-707F-40F3-9012-4561F4CD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38800"/>
            <a:ext cx="427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35A"/>
                </a:solidFill>
              </a:defRPr>
            </a:pPr>
            <a:r>
              <a:rPr sz="1200" b="0">
                <a:solidFill>
                  <a:srgbClr val="45635A"/>
                </a:solidFill>
              </a:rPr>
              <a:t>∠1与∠2：有公共边，和为180°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9113d76b9e403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概念二：对顶角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定义：位置相对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两个角有公共顶点，并且一个角的两边分别是另一个角两边的反向延长线，这两个角互为对顶角。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图中成对出现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两条直线相交形成两组对顶角：∠1与∠3，∠2与∠4。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只看位置，不先看大小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“公共顶点且大小相等”不能保证是对顶角；必须检查两边是否分别互为反向延长线。</a:t>
            </a:r>
          </a:p>
        </p:txBody>
      </p:sp>
      <p:sp>
        <p:nvSpPr>
          <p:cNvPr id="13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9D9A5C3A-6CCD-4D6C-AE98-A9B4F62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2B1E8E54-E4C4-4000-A026-2BCAA82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2724150"/>
            <a:ext cx="3141345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7A4C6DC2-9108-47A6-8AD9-31BA0B9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54265" y="2724150"/>
            <a:ext cx="3141345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6B852773-1C03-45F7-A85F-EBEEBA3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77AC94B-7CF3-4A7E-9432-6AD4DD64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2486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99CEB5F-2333-438F-BABD-B93DD55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5153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0765691-E2D5-429C-9521-644909E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610" y="2486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545CE37-A7AD-486F-A42D-F325600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51530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5BBAA90-3776-4688-B099-EA4534CF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9909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E57869E-B8C1-42C9-9B52-80333B2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988" y="3495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4798C2F7-131E-4FCD-BAE2-07F98423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495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38B03F3-01CB-4AD9-928F-2151747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181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2D5076E-842C-44A8-8946-A2B6A6C9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4181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51354CE-65EA-454B-B20A-70D8C12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38800"/>
            <a:ext cx="4276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35A"/>
                </a:solidFill>
              </a:defRPr>
            </a:pPr>
            <a:r>
              <a:rPr sz="1200" b="0">
                <a:solidFill>
                  <a:srgbClr val="45635A"/>
                </a:solidFill>
              </a:rPr>
              <a:t>∠1与∠3、∠2与∠4分别互为对顶角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273e590c5f441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为什么对顶角相等？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从同一个邻角出发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已知直线AB、CD相交于O。∠1和∠2互为邻补角，∠3和∠2也互为邻补角。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共同的180°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∠1+∠2=180°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共同的∠2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∠3+∠2=180°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同角的补角相等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所以∠1=∠3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把理由写完整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Q3：由两式怎样得到∠1=∠3？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解：∠1=180°−∠2，∠3=180°−∠2，因此∠1=∠3。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证明两个角相等，可以寻找它们是否是同一个角的补角；结论“对顶角相等”来自平角关系，不是测量猜出来的。</a:t>
            </a:r>
          </a:p>
        </p:txBody>
      </p:sp>
      <p:sp>
        <p:nvSpPr>
          <p:cNvPr id="19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14A11E47-C5E6-47DE-959F-596AA9E5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89139CC3-E82E-46FA-A0EF-5EF7945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2524125"/>
            <a:ext cx="268795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AC2D46D3-753B-4CC7-947B-96022F0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3835" y="2524125"/>
            <a:ext cx="268795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822CF36C-D557-4ABB-8C02-1E6816C9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8AE9D98-CA3D-4C44-A072-C146E3E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228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9F2370F-8E06-4AE2-8630-7779C668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9CF32D8-DAFC-4483-B991-3F33F49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228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C0E1F8F-9A03-4554-B18E-49C5029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E87505F-A4A8-444B-BB52-85B0DC6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32766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406A0BD-D719-401D-BAE0-D76E937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781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7DB0989-FDFE-42C7-9DE1-60289E5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2781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3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588611E0-1C02-41CF-9BB9-177097CC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67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3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0698430A-228C-419D-B766-1B37893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3467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  <p:sp>
        <p:nvSpPr>
          <p:cNvPr id="3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A01CD85-E701-47D9-A9C9-02106C9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717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35A"/>
                </a:solidFill>
              </a:defRPr>
            </a:pPr>
            <a:r>
              <a:rPr sz="1200" b="0">
                <a:solidFill>
                  <a:srgbClr val="45635A"/>
                </a:solidFill>
              </a:rPr>
              <a:t>同角的补角相等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611c797ba1e4f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把“补角”当成“邻补角”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两角和为180°就说它们是邻补角。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邻补角还必须有公共边，且另两边互为反向延长线。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只看角相等就判对顶角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有公共顶点且相等就是对顶角。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还要检查两边是否分别互为反向延长线。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见图直接写结论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凭图形看起来相等就写∠1=∠3。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应写依据：对顶角相等；或先由邻补角关系推出。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角名与位置混淆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只记“上下相等、左右相等”。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用角的两边或编号说明，图形旋转后结论仍成立。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2ae7e26bf244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教材例1：由一个角求其余三角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已知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如图，直线a、b相交，∠1=40°。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∠2、∠3、∠4各是多少度？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先独立判断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哪些角与∠1互为邻补角？哪个角与∠1互为对顶角？先写关系，再计算。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教材印刷第3页例1：先思考，暂不显示答案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思考顺序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1. 先由邻补角求∠2；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2. 再由对顶角求∠3、∠4；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3. 每一步写明依据。</a:t>
            </a:r>
          </a:p>
        </p:txBody>
      </p:sp>
      <p:sp>
        <p:nvSpPr>
          <p:cNvPr id="14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EF725B57-3FE5-4E8F-97C9-6839A6D7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A707D531-9EB0-4966-A532-A081A07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7898D0F5-7CC6-4DED-8071-9F52342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F601D91E-2E00-4976-AB8C-A3CC57B3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8148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BD8247F-9927-46C1-B228-C0861C0E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D0C2DF0-7F6A-44A4-A648-23ABF207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9C1354F-AFC5-40EE-93E8-D17DA558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b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3C02281-EED7-4625-9B0E-5BA42EA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b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5CBC88B-DF97-4C1F-924B-714BEF5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90061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6223AF0-7138-4295-9823-F24FAEB8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8ABF1B1-96AF-4F5A-A58C-F9122236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0F2F48F0-58FC-412A-A9F3-30DB997E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67D2857-5A14-4678-9475-D542126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6b5d0507bc84af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教材例1：规范解答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第一步：求∠2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∵∠1与∠2互为邻补角，∴∠2=180°−40°=140°。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邻补角和为180°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计算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180°−40°=140°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∠2=140°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第二步：求∠3、∠4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∵∠1与∠3互为对顶角，∴∠3=40°。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∵∠2与∠4互为对顶角，∴∠4=140°。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两直线相交，已知一个角：先用邻补角求相邻角，再用对顶角相等求相对角。检查四角和应为360°。</a:t>
            </a:r>
          </a:p>
        </p:txBody>
      </p:sp>
      <p:sp>
        <p:nvSpPr>
          <p:cNvPr id="19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C6290E47-2DD7-4A8F-91C7-AC0773A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AE959F3A-6B6C-4992-B8E9-A24717E2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2524125"/>
            <a:ext cx="268795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72F8852D-D8F0-4E16-BE24-0696B83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3835" y="2524125"/>
            <a:ext cx="268795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C2F6F493-0673-4871-936F-4FB0403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DEF4E2C-964D-4F0F-B9DF-BFFC6A3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228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597C54CD-A9B7-4430-A256-55380E7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55EED55-9107-48AB-952A-79BF674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228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b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4FE0F2D-AC96-481A-B70E-E08B5C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39243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b</a:t>
            </a:r>
          </a:p>
        </p:txBody>
      </p:sp>
      <p:sp>
        <p:nvSpPr>
          <p:cNvPr id="2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12F299E7-5CAA-4B36-AB01-B30AD73A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32766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359985E-FD06-4DB5-B9F0-2D05DFD1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781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564E445-BD9C-4EE5-8157-E4406B7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2781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3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442437F-E021-49BC-A837-C911A3D1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67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3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5BD6942-84A4-4A0D-B34D-23C79B8E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3467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  <p:sp>
        <p:nvSpPr>
          <p:cNvPr id="3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21E95515-4FBB-4231-8FED-8B8F18D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717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35A"/>
                </a:solidFill>
              </a:defRPr>
            </a:pPr>
            <a:r>
              <a:rPr sz="1200" b="0">
                <a:solidFill>
                  <a:srgbClr val="45635A"/>
                </a:solidFill>
              </a:rPr>
              <a:t>40°，140°，40°，140°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6d348fd0cc6452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分层练习：基础巩固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直接计算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两直线相交，一个角为35°，其余三个角依次是多少？先标出邻补角和对顶角。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比例关系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∠AOC:∠BOC=2:7，求四个角。提示：两角互为邻补角，总份数为9。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完成后互换学案：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题号和角名是否对应；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是否写“邻补角和为180°”或“对顶角相等”；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四角总和是否为360°。</a:t>
            </a:r>
          </a:p>
        </p:txBody>
      </p:sp>
      <p:sp>
        <p:nvSpPr>
          <p:cNvPr id="14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07BE3D8D-7A98-4C9F-9470-8F8559B1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90C2506B-EBCC-4E90-A877-7AA901B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4781550"/>
            <a:ext cx="262318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A727FF9C-F6E7-44CB-8DA4-DCC7525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2095" y="4781550"/>
            <a:ext cx="262318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8ACCDAB7-9DB1-4830-93ED-5368037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5119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180E3FC-0415-4703-9771-DC37BBE7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" y="45434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4EC8434-D9E1-46AC-BDF1-1430C0F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552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595E905B-C218-45E3-9A54-DBBFD77C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45434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AAF010F-294C-408B-B1BE-C6F1AA06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" y="552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2575588-3CF2-449F-8E88-D058960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520541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A752433-C586-4289-940B-0F2B938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710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1F3B5CFA-2106-47FD-8214-51EA2492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4710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1196C7B1-1D76-4A7D-B783-BD198F8F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3959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ED9EA38-4DCC-45E0-8B6C-718265F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53959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89d8a43d1da4f4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变式提升：比例怎样转化为角度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找关系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∠AOC与∠BOC有公共边OC，另两边OA、OB互为反向延长线，所以两角互为邻补角。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设未知数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按2:7设∠AOC=2x，∠BOC=7x；由邻补角得2x+7x=180°。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求解并回代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x=20°，所以∠AOC=40°，∠BOC=140°；对顶角分别为40°和140°。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图示：把比例关系落到同一平角上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方法归纳：比例题三步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1. 确认是否互为邻补角；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2. 按比例设份数并列式；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3. 用对顶角相等补齐其余角并检验。</a:t>
            </a:r>
          </a:p>
        </p:txBody>
      </p:sp>
      <p:sp>
        <p:nvSpPr>
          <p:cNvPr id="14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1C6FD7DD-EE7F-4510-A2A9-F3FEE6DB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FD1B9247-DBA3-45FF-BBD2-2C20DC46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26D5295C-0B26-47BE-9A78-556BF93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67815" y="4448175"/>
            <a:ext cx="281749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AF018B8F-5579-40B6-9544-4D02BC5E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8148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6AB6556-0C75-4068-8A9D-752A01C6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1E9B968-824E-44CE-BFE9-356B74CD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6AD91B9-27CA-4E95-ADE3-EE32C73B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2100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74AA1F8-0ACE-4AC5-AA5B-BD7C54B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52482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098D6BC-711B-47C6-BDA3-62B1603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90061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FF68EA3-AB68-46E7-B289-7D0CBE69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9C574EE-DBFC-4EE3-B4D1-D7A37207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44053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0BDA125-09B9-4A81-95CD-3D1E09F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3BA90A51-1A7F-4916-A84E-FB77A31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5091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27e7026749416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判断并说明理由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“有公共顶点且相等的两个角一定是对顶角。”对还是错？请用一句完整的话说明。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计算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两直线相交，其中一个角比它的邻补角小60°，求四个角。要求列式并写依据。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是否先判断位置关系？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是否把“邻补角和为180°”写进计算？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是否用对顶角相等补齐四角？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书写是否规范？</a:t>
            </a:r>
          </a:p>
        </p:txBody>
      </p:sp>
      <p:sp>
        <p:nvSpPr>
          <p:cNvPr id="14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29D5719E-8652-4F1A-BF63-EC37299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912FB9AF-2FA9-43BA-BD19-F86169B9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4781550"/>
            <a:ext cx="262318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DAE54588-A92D-465F-8787-23E1F04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2095" y="4781550"/>
            <a:ext cx="262318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1015F886-83C6-4510-AE18-674014D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5119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ECE0E6A9-D3A7-46FC-BAD5-AF141DE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" y="45434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50BDF9B3-56B6-499B-9BFB-CA3AFDF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552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1320CCAC-2A0D-4B02-8CBF-FDCD8C7F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45434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C66FA295-947B-4100-94C4-23AE27F3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" y="552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134D1DD-DCDE-4EE4-A590-52FE9B1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520541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0F1B132B-C765-4C28-AF1B-54D0FC87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710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49E8E180-2F89-42F9-9B34-36D4CAD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47101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2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7C3D8FD7-446E-4165-96E6-2006AAF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3959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3</a:t>
            </a:r>
          </a:p>
        </p:txBody>
      </p:sp>
      <p:sp>
        <p:nvSpPr>
          <p:cNvPr id="26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931E31F-B4BC-407D-A90A-722C8A2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539591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eb09704bc54d2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• 邻补角：有公共边，另两边互为反向延长线，和为180°。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• 对顶角：有公共顶点，两边分别互为反向延长线；对顶角相等。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• 已知一个角：先求邻角，再求对角；每步写依据。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基础：教材第3页练习第2题，并完成学案Q5、Q7订正。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提升：完成学案Q8，画图标出所得四个角。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自拟：画两条相交直线，已知一个角，编题并交换解答。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我能否：①准确识别邻补角、对顶角；②说明对顶角相等的理由；③规范求出其余三个角？选择“会 / 需复习 / 需帮助”。</a:t>
            </a:r>
          </a:p>
        </p:txBody>
      </p:sp>
      <p:sp>
        <p:nvSpPr>
          <p:cNvPr id="13" name="editable-intersection-panel">
            <a:extLst xmlns:a="http://schemas.openxmlformats.org/drawingml/2006/main">
              <a:ext uri="{FF2B5EF4-FFF2-40B4-BE49-F238E27FC236}">
                <a16:creationId xmlns:a16="http://schemas.microsoft.com/office/drawing/2014/main" id="{EB9F7C47-3E41-4A66-AB35-D07A023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editable-line-a">
            <a:extLst xmlns:a="http://schemas.openxmlformats.org/drawingml/2006/main">
              <a:ext uri="{FF2B5EF4-FFF2-40B4-BE49-F238E27FC236}">
                <a16:creationId xmlns:a16="http://schemas.microsoft.com/office/drawing/2014/main" id="{5363CE2A-B235-4234-B0CF-D0D7017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95" y="2590800"/>
            <a:ext cx="294703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editable-line-b">
            <a:extLst xmlns:a="http://schemas.openxmlformats.org/drawingml/2006/main">
              <a:ext uri="{FF2B5EF4-FFF2-40B4-BE49-F238E27FC236}">
                <a16:creationId xmlns:a16="http://schemas.microsoft.com/office/drawing/2014/main" id="{F1ED8FCD-6C98-4CCD-9443-0834EBE3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03795" y="2590800"/>
            <a:ext cx="294703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editable-point-o">
            <a:extLst xmlns:a="http://schemas.openxmlformats.org/drawingml/2006/main">
              <a:ext uri="{FF2B5EF4-FFF2-40B4-BE49-F238E27FC236}">
                <a16:creationId xmlns:a16="http://schemas.microsoft.com/office/drawing/2014/main" id="{B47FE091-C83C-4A06-B057-15E2596E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9289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9525">
            <a:solidFill>
              <a:srgbClr val="1B8F77"/>
            </a:solidFill>
            <a:prstDash val="solid"/>
          </a:ln>
        </p:spPr>
      </p:sp>
      <p:sp>
        <p:nvSpPr>
          <p:cNvPr id="17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B09CD819-8341-4B8B-B98E-8D48016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245" y="23526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A7180651-1F27-4177-993C-E81A499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830" y="3333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67B445FF-4F9F-44E4-AEAA-82631A9B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830" y="23526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</a:t>
            </a:r>
          </a:p>
        </p:txBody>
      </p:sp>
      <p:sp>
        <p:nvSpPr>
          <p:cNvPr id="20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9BB886DC-657C-490A-A142-F82A2FF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245" y="33337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D</a:t>
            </a:r>
          </a:p>
        </p:txBody>
      </p:sp>
      <p:sp>
        <p:nvSpPr>
          <p:cNvPr id="21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068F8C1C-8F22-4C7C-81DE-0863A99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01466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O</a:t>
            </a:r>
          </a:p>
        </p:txBody>
      </p:sp>
      <p:sp>
        <p:nvSpPr>
          <p:cNvPr id="22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8D01EF8E-5A5A-4D21-81B2-E0F448E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25193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邻</a:t>
            </a:r>
          </a:p>
        </p:txBody>
      </p:sp>
      <p:sp>
        <p:nvSpPr>
          <p:cNvPr id="23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061ACA94-179F-45F2-9045-01436FC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193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补</a:t>
            </a:r>
          </a:p>
        </p:txBody>
      </p:sp>
      <p:sp>
        <p:nvSpPr>
          <p:cNvPr id="24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F56AAA67-B70A-45AB-97C6-96B208FB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2051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对</a:t>
            </a:r>
          </a:p>
        </p:txBody>
      </p:sp>
      <p:sp>
        <p:nvSpPr>
          <p:cNvPr id="25" name="editable-geometry-label">
            <a:extLst xmlns:a="http://schemas.openxmlformats.org/drawingml/2006/main">
              <a:ext uri="{FF2B5EF4-FFF2-40B4-BE49-F238E27FC236}">
                <a16:creationId xmlns:a16="http://schemas.microsoft.com/office/drawing/2014/main" id="{D5759007-E248-45D6-AA37-BD2C464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205163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8F77"/>
                </a:solidFill>
              </a:defRPr>
            </a:pPr>
            <a:r>
              <a:rPr sz="1350" b="1">
                <a:solidFill>
                  <a:srgbClr val="1B8F77"/>
                </a:solidFill>
              </a:rPr>
              <a:t>顶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2026-08-02T17:14:59.2480000Z</dcterms:created>
  <dcterms:modified xsi:type="dcterms:W3CDTF">2026-08-02T17:14:59.2480000Z</dcterms:modified>
</coreProperties>
</file>