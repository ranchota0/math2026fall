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584c9e64cf4fa1" /><Relationship Type="http://schemas.openxmlformats.org/officeDocument/2006/relationships/extended-properties" Target="/docProps/app.xml" Id="R87e797f517d3427b" /><Relationship Type="http://schemas.openxmlformats.org/officeDocument/2006/relationships/officeDocument" Target="/ppt/presentation.xml" Id="Rb069450f341248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02f9c70a7f45c5"/>
    <p:sldMasterId xmlns:r="http://schemas.openxmlformats.org/officeDocument/2006/relationships" id="2147483660" r:id="R75e94ea6468e4b46"/>
  </p:sldMasterIdLst>
  <p:notesMasterIdLst>
    <p:notesMasterId xmlns:r="http://schemas.openxmlformats.org/officeDocument/2006/relationships" r:id="R525677d5ec654447"/>
  </p:notesMasterIdLst>
  <p:sldIdLst>
    <p:sldId xmlns:r="http://schemas.openxmlformats.org/officeDocument/2006/relationships" id="256" r:id="R2621415a5bb942a1"/>
    <p:sldId xmlns:r="http://schemas.openxmlformats.org/officeDocument/2006/relationships" id="257" r:id="R0fa959efb3ea4ce9"/>
    <p:sldId xmlns:r="http://schemas.openxmlformats.org/officeDocument/2006/relationships" id="258" r:id="R456c4c49008f4465"/>
    <p:sldId xmlns:r="http://schemas.openxmlformats.org/officeDocument/2006/relationships" id="259" r:id="R07527c5f0e044dbe"/>
    <p:sldId xmlns:r="http://schemas.openxmlformats.org/officeDocument/2006/relationships" id="260" r:id="R64d134e8e2934b4a"/>
    <p:sldId xmlns:r="http://schemas.openxmlformats.org/officeDocument/2006/relationships" id="261" r:id="R54d5d992a72f45b3"/>
    <p:sldId xmlns:r="http://schemas.openxmlformats.org/officeDocument/2006/relationships" id="262" r:id="Rbf808e0306b74b52"/>
    <p:sldId xmlns:r="http://schemas.openxmlformats.org/officeDocument/2006/relationships" id="263" r:id="R4097ab9527344d51"/>
    <p:sldId xmlns:r="http://schemas.openxmlformats.org/officeDocument/2006/relationships" id="264" r:id="R1dbee6cf1fa54466"/>
    <p:sldId xmlns:r="http://schemas.openxmlformats.org/officeDocument/2006/relationships" id="265" r:id="R538fc68f6d874445"/>
    <p:sldId xmlns:r="http://schemas.openxmlformats.org/officeDocument/2006/relationships" id="266" r:id="R7a121b1141714ef9"/>
    <p:sldId xmlns:r="http://schemas.openxmlformats.org/officeDocument/2006/relationships" id="267" r:id="R23bf033efe094c41"/>
    <p:sldId xmlns:r="http://schemas.openxmlformats.org/officeDocument/2006/relationships" id="268" r:id="Rba6189b4a730445d"/>
    <p:sldId xmlns:r="http://schemas.openxmlformats.org/officeDocument/2006/relationships" id="269" r:id="Rfe2e7a41a9964440"/>
    <p:sldId xmlns:r="http://schemas.openxmlformats.org/officeDocument/2006/relationships" id="270" r:id="R8e2e2aeca7b246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52d56a2ebd4b3a" /><Relationship Type="http://schemas.openxmlformats.org/officeDocument/2006/relationships/slideMaster" Target="/ppt/slideMasters/slideMaster1.xml" Id="Rc702f9c70a7f45c5" /><Relationship Type="http://schemas.openxmlformats.org/officeDocument/2006/relationships/slideMaster" Target="/ppt/slideMasters/slideMaster2.xml" Id="R75e94ea6468e4b46" /><Relationship Type="http://schemas.openxmlformats.org/officeDocument/2006/relationships/notesMaster" Target="/ppt/notesMasters/notesMaster1.xml" Id="R525677d5ec654447" /><Relationship Type="http://schemas.openxmlformats.org/officeDocument/2006/relationships/presProps" Target="/ppt/presProps.xml" Id="Ra9cddb5e46a54b52" /><Relationship Type="http://schemas.openxmlformats.org/officeDocument/2006/relationships/viewProps" Target="/ppt/viewProps.xml" Id="R32f806dacc7a4d3e" /><Relationship Type="http://schemas.openxmlformats.org/officeDocument/2006/relationships/tableStyles" Target="/ppt/tableStyles.xml" Id="R1a198aab5b704e06" /><Relationship Type="http://schemas.openxmlformats.org/officeDocument/2006/relationships/slide" Target="/ppt/slides/slide1.xml" Id="R2621415a5bb942a1" /><Relationship Type="http://schemas.openxmlformats.org/officeDocument/2006/relationships/slide" Target="/ppt/slides/slide2.xml" Id="R0fa959efb3ea4ce9" /><Relationship Type="http://schemas.openxmlformats.org/officeDocument/2006/relationships/slide" Target="/ppt/slides/slide3.xml" Id="R456c4c49008f4465" /><Relationship Type="http://schemas.openxmlformats.org/officeDocument/2006/relationships/slide" Target="/ppt/slides/slide4.xml" Id="R07527c5f0e044dbe" /><Relationship Type="http://schemas.openxmlformats.org/officeDocument/2006/relationships/slide" Target="/ppt/slides/slide5.xml" Id="R64d134e8e2934b4a" /><Relationship Type="http://schemas.openxmlformats.org/officeDocument/2006/relationships/slide" Target="/ppt/slides/slide6.xml" Id="R54d5d992a72f45b3" /><Relationship Type="http://schemas.openxmlformats.org/officeDocument/2006/relationships/slide" Target="/ppt/slides/slide7.xml" Id="Rbf808e0306b74b52" /><Relationship Type="http://schemas.openxmlformats.org/officeDocument/2006/relationships/slide" Target="/ppt/slides/slide8.xml" Id="R4097ab9527344d51" /><Relationship Type="http://schemas.openxmlformats.org/officeDocument/2006/relationships/slide" Target="/ppt/slides/slide9.xml" Id="R1dbee6cf1fa54466" /><Relationship Type="http://schemas.openxmlformats.org/officeDocument/2006/relationships/slide" Target="/ppt/slides/slide10.xml" Id="R538fc68f6d874445" /><Relationship Type="http://schemas.openxmlformats.org/officeDocument/2006/relationships/slide" Target="/ppt/slides/slide11.xml" Id="R7a121b1141714ef9" /><Relationship Type="http://schemas.openxmlformats.org/officeDocument/2006/relationships/slide" Target="/ppt/slides/slide12.xml" Id="R23bf033efe094c41" /><Relationship Type="http://schemas.openxmlformats.org/officeDocument/2006/relationships/slide" Target="/ppt/slides/slide13.xml" Id="Rba6189b4a730445d" /><Relationship Type="http://schemas.openxmlformats.org/officeDocument/2006/relationships/slide" Target="/ppt/slides/slide14.xml" Id="Rfe2e7a41a9964440" /><Relationship Type="http://schemas.openxmlformats.org/officeDocument/2006/relationships/slide" Target="/ppt/slides/slide15.xml" Id="R8e2e2aeca7b246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40b11ffe1cf44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25cb363a664148" /><Relationship Type="http://schemas.openxmlformats.org/officeDocument/2006/relationships/notesMaster" Target="/ppt/notesMasters/notesMaster1.xml" Id="R6f01111367b049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5f0da2a84646e8" /><Relationship Type="http://schemas.openxmlformats.org/officeDocument/2006/relationships/notesMaster" Target="/ppt/notesMasters/notesMaster1.xml" Id="R0424e0b96c3246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34ba257cf74527" /><Relationship Type="http://schemas.openxmlformats.org/officeDocument/2006/relationships/notesMaster" Target="/ppt/notesMasters/notesMaster1.xml" Id="R9f597e71b2dc42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869d39103a466b" /><Relationship Type="http://schemas.openxmlformats.org/officeDocument/2006/relationships/notesMaster" Target="/ppt/notesMasters/notesMaster1.xml" Id="R855e837ed3cc44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f20b78f9284b67" /><Relationship Type="http://schemas.openxmlformats.org/officeDocument/2006/relationships/notesMaster" Target="/ppt/notesMasters/notesMaster1.xml" Id="Rb9e1dcc0e44544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0ab3aba3c24ab5" /><Relationship Type="http://schemas.openxmlformats.org/officeDocument/2006/relationships/notesMaster" Target="/ppt/notesMasters/notesMaster1.xml" Id="R1603f405f35440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d737f761d6446b" /><Relationship Type="http://schemas.openxmlformats.org/officeDocument/2006/relationships/notesMaster" Target="/ppt/notesMasters/notesMaster1.xml" Id="R6f7974903d734a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7bd48aa95140fd" /><Relationship Type="http://schemas.openxmlformats.org/officeDocument/2006/relationships/notesMaster" Target="/ppt/notesMasters/notesMaster1.xml" Id="R4547005acd0540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5dfa5cfd25480e" /><Relationship Type="http://schemas.openxmlformats.org/officeDocument/2006/relationships/notesMaster" Target="/ppt/notesMasters/notesMaster1.xml" Id="R0a6c56b426e145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749d0ec2224489" /><Relationship Type="http://schemas.openxmlformats.org/officeDocument/2006/relationships/notesMaster" Target="/ppt/notesMasters/notesMaster1.xml" Id="Rb2ba7d559a6f41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e3fba1d7154ee2" /><Relationship Type="http://schemas.openxmlformats.org/officeDocument/2006/relationships/notesMaster" Target="/ppt/notesMasters/notesMaster1.xml" Id="R4fa98d371f434e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a9bde7852d475f" /><Relationship Type="http://schemas.openxmlformats.org/officeDocument/2006/relationships/notesMaster" Target="/ppt/notesMasters/notesMaster1.xml" Id="R59b55424dc5d4d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73e237680844be" /><Relationship Type="http://schemas.openxmlformats.org/officeDocument/2006/relationships/notesMaster" Target="/ppt/notesMasters/notesMaster1.xml" Id="R99e7ecc8341e42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2d6cad4d8e4f5c" /><Relationship Type="http://schemas.openxmlformats.org/officeDocument/2006/relationships/notesMaster" Target="/ppt/notesMasters/notesMaster1.xml" Id="R577b7dc4e9394c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99334866734b83" /><Relationship Type="http://schemas.openxmlformats.org/officeDocument/2006/relationships/notesMaster" Target="/ppt/notesMasters/notesMaster1.xml" Id="R944295b97fd94a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从教材印刷页22—25进入《定义、命题、定理》。说明本课在第7章 相交线与平行线中的位置。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人教版《义务教育教科书·数学七年级下册》，印刷页22—25。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形成第一个核心概念：定义。要求学生标出对象、条件、表示和作用。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形成第二个核心概念或方法：命题的题设与结论。与前一概念对比，避免相近知识混淆。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呈现Q4，保留独立思考时间。题型对应教材印刷页22—25的例题或典型任务。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人教版《义务教育教科书·数学七年级下册》，印刷页22—25。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dab415d2fe47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5694b56eca4e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307749f5e43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a4391e30343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d6a9711b346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1604f6a45e409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c11d963764e7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5c42a68b249c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fff0bfcb34f5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9670de822484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5e13b60df4d1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d3c0052e91417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80eb466f1148c6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6be9414bae4bf1" /><Relationship Type="http://schemas.openxmlformats.org/officeDocument/2006/relationships/slideLayout" Target="/ppt/slideLayouts/slideLayout1.xml" Id="R5df11e7ba1364c5f" /><Relationship Type="http://schemas.openxmlformats.org/officeDocument/2006/relationships/slideLayout" Target="/ppt/slideLayouts/slideLayout2.xml" Id="Re3e9ac1a6d8c469e" /><Relationship Type="http://schemas.openxmlformats.org/officeDocument/2006/relationships/slideLayout" Target="/ppt/slideLayouts/slideLayout3.xml" Id="R6e66e6d0030840c2" /><Relationship Type="http://schemas.openxmlformats.org/officeDocument/2006/relationships/slideLayout" Target="/ppt/slideLayouts/slideLayout4.xml" Id="R7d2ea8b7c68e420d" /><Relationship Type="http://schemas.openxmlformats.org/officeDocument/2006/relationships/slideLayout" Target="/ppt/slideLayouts/slideLayout5.xml" Id="R604287164e8b4202" /><Relationship Type="http://schemas.openxmlformats.org/officeDocument/2006/relationships/slideLayout" Target="/ppt/slideLayouts/slideLayout6.xml" Id="R699afe84a4c84a31" /><Relationship Type="http://schemas.openxmlformats.org/officeDocument/2006/relationships/slideLayout" Target="/ppt/slideLayouts/slideLayout7.xml" Id="Re7444fda97e94749" /><Relationship Type="http://schemas.openxmlformats.org/officeDocument/2006/relationships/slideLayout" Target="/ppt/slideLayouts/slideLayout8.xml" Id="R6b4720302fea4b31" /><Relationship Type="http://schemas.openxmlformats.org/officeDocument/2006/relationships/slideLayout" Target="/ppt/slideLayouts/slideLayout9.xml" Id="Rfd0fa2cfddac4261" /><Relationship Type="http://schemas.openxmlformats.org/officeDocument/2006/relationships/slideLayout" Target="/ppt/slideLayouts/slideLayout10.xml" Id="R7403cf275f734966" /><Relationship Type="http://schemas.openxmlformats.org/officeDocument/2006/relationships/slideLayout" Target="/ppt/slideLayouts/slideLayout11.xml" Id="R70bad448eba0483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1462fe159624f7d" /><Relationship Type="http://schemas.openxmlformats.org/officeDocument/2006/relationships/slideLayout" Target="/ppt/slideLayouts/slideLayout12.xml" Id="R47a814da71a84486" /><Relationship Type="http://schemas.openxmlformats.org/officeDocument/2006/relationships/slideLayout" Target="/ppt/slideLayouts/slideLayout13.xml" Id="R4e377b4709be4bc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f11e7ba1364c5f"/>
    <p:sldLayoutId xmlns:r="http://schemas.openxmlformats.org/officeDocument/2006/relationships" id="2147483650" r:id="Re3e9ac1a6d8c469e"/>
    <p:sldLayoutId xmlns:r="http://schemas.openxmlformats.org/officeDocument/2006/relationships" id="2147483651" r:id="R6e66e6d0030840c2"/>
    <p:sldLayoutId xmlns:r="http://schemas.openxmlformats.org/officeDocument/2006/relationships" id="2147483652" r:id="R7d2ea8b7c68e420d"/>
    <p:sldLayoutId xmlns:r="http://schemas.openxmlformats.org/officeDocument/2006/relationships" id="2147483653" r:id="R604287164e8b4202"/>
    <p:sldLayoutId xmlns:r="http://schemas.openxmlformats.org/officeDocument/2006/relationships" id="2147483654" r:id="R699afe84a4c84a31"/>
    <p:sldLayoutId xmlns:r="http://schemas.openxmlformats.org/officeDocument/2006/relationships" id="2147483655" r:id="Re7444fda97e94749"/>
    <p:sldLayoutId xmlns:r="http://schemas.openxmlformats.org/officeDocument/2006/relationships" id="2147483656" r:id="R6b4720302fea4b31"/>
    <p:sldLayoutId xmlns:r="http://schemas.openxmlformats.org/officeDocument/2006/relationships" id="2147483657" r:id="Rfd0fa2cfddac4261"/>
    <p:sldLayoutId xmlns:r="http://schemas.openxmlformats.org/officeDocument/2006/relationships" id="2147483658" r:id="R7403cf275f734966"/>
    <p:sldLayoutId xmlns:r="http://schemas.openxmlformats.org/officeDocument/2006/relationships" id="2147483659" r:id="R70bad448eba0483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7a814da71a84486"/>
    <p:sldLayoutId xmlns:r="http://schemas.openxmlformats.org/officeDocument/2006/relationships" id="2147483662" r:id="R4e377b4709be4bc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b1c6a0ec1af40b3" /><Relationship Type="http://schemas.openxmlformats.org/officeDocument/2006/relationships/image" Target="/ppt/media/image.jpeg" Id="R26ebe995dd1c4d13" /><Relationship Type="http://schemas.openxmlformats.org/officeDocument/2006/relationships/notesSlide" Target="/ppt/notesSlides/notesSlide1.xml" Id="R5640c8fa286243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fcacd984341464e" /><Relationship Type="http://schemas.openxmlformats.org/officeDocument/2006/relationships/image" Target="/ppt/media/image2.jpeg" Id="Rf1e8935323594315" /><Relationship Type="http://schemas.openxmlformats.org/officeDocument/2006/relationships/image" Target="/ppt/media/image.svg" Id="R61b6262db2d24e73" /><Relationship Type="http://schemas.openxmlformats.org/officeDocument/2006/relationships/image" Target="/ppt/media/image.jpeg" Id="R8f0339a0cd414d93" /><Relationship Type="http://schemas.openxmlformats.org/officeDocument/2006/relationships/image" Target="/ppt/media/image2.svg" Id="R882acfe4d2ce40b1" /><Relationship Type="http://schemas.openxmlformats.org/officeDocument/2006/relationships/image" Target="/ppt/media/image3.jpeg" Id="R5ffa96a5ac7b405c" /><Relationship Type="http://schemas.openxmlformats.org/officeDocument/2006/relationships/image" Target="/ppt/media/image3.svg" Id="R1b23c2c6eceb4741" /><Relationship Type="http://schemas.openxmlformats.org/officeDocument/2006/relationships/image" Target="/ppt/media/image4.jpeg" Id="Rbee36161f0a845b2" /><Relationship Type="http://schemas.openxmlformats.org/officeDocument/2006/relationships/image" Target="/ppt/media/image4.svg" Id="R60785abbd6e44701" /><Relationship Type="http://schemas.openxmlformats.org/officeDocument/2006/relationships/notesSlide" Target="/ppt/notesSlides/notesSlide2.xml" Id="Rfae51ac763fa47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8b7b06050dd4c2d" /><Relationship Type="http://schemas.openxmlformats.org/officeDocument/2006/relationships/image" Target="/ppt/media/image2.jpeg" Id="Raf2818155fed49be" /><Relationship Type="http://schemas.openxmlformats.org/officeDocument/2006/relationships/notesSlide" Target="/ppt/notesSlides/notesSlide3.xml" Id="Rdea46824266f4e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201f1f0e5194ef4" /><Relationship Type="http://schemas.openxmlformats.org/officeDocument/2006/relationships/image" Target="/ppt/media/image2.jpeg" Id="R0528fd731ae8493e" /><Relationship Type="http://schemas.openxmlformats.org/officeDocument/2006/relationships/notesSlide" Target="/ppt/notesSlides/notesSlide4.xml" Id="R70c23d0e105a42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ac4bb49655f4cd3" /><Relationship Type="http://schemas.openxmlformats.org/officeDocument/2006/relationships/image" Target="/ppt/media/image2.jpeg" Id="R838bbeb23148431b" /><Relationship Type="http://schemas.openxmlformats.org/officeDocument/2006/relationships/notesSlide" Target="/ppt/notesSlides/notesSlide5.xml" Id="R28899f29f8274c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0bfa78f7b134cb3" /><Relationship Type="http://schemas.openxmlformats.org/officeDocument/2006/relationships/image" Target="/ppt/media/image2.jpeg" Id="R3ee8bdac3c04478c" /><Relationship Type="http://schemas.openxmlformats.org/officeDocument/2006/relationships/notesSlide" Target="/ppt/notesSlides/notesSlide6.xml" Id="R5f9668bae32f4e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a29b5d27a664af0" /><Relationship Type="http://schemas.openxmlformats.org/officeDocument/2006/relationships/image" Target="/ppt/media/image2.jpeg" Id="R8df56271eaaa4a9f" /><Relationship Type="http://schemas.openxmlformats.org/officeDocument/2006/relationships/notesSlide" Target="/ppt/notesSlides/notesSlide7.xml" Id="R5f801e2e534843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49565d7fc5f41c7" /><Relationship Type="http://schemas.openxmlformats.org/officeDocument/2006/relationships/image" Target="/ppt/media/image2.jpeg" Id="Rcef5b8e0656d4ce7" /><Relationship Type="http://schemas.openxmlformats.org/officeDocument/2006/relationships/notesSlide" Target="/ppt/notesSlides/notesSlide8.xml" Id="Rae4d8a1275a845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f40a2ee46294b55" /><Relationship Type="http://schemas.openxmlformats.org/officeDocument/2006/relationships/image" Target="/ppt/media/image2.jpeg" Id="Rc0a8df2b0d5e401a" /><Relationship Type="http://schemas.openxmlformats.org/officeDocument/2006/relationships/notesSlide" Target="/ppt/notesSlides/notesSlide9.xml" Id="R0c893527127449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d1308eede3f4b12" /><Relationship Type="http://schemas.openxmlformats.org/officeDocument/2006/relationships/image" Target="/ppt/media/image2.jpeg" Id="Raa6fbd9343234009" /><Relationship Type="http://schemas.openxmlformats.org/officeDocument/2006/relationships/notesSlide" Target="/ppt/notesSlides/notesSlide10.xml" Id="Re36a536be18e4e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7f66a28903045f4" /><Relationship Type="http://schemas.openxmlformats.org/officeDocument/2006/relationships/image" Target="/ppt/media/image2.jpeg" Id="R2fef4f7575eb44c0" /><Relationship Type="http://schemas.openxmlformats.org/officeDocument/2006/relationships/notesSlide" Target="/ppt/notesSlides/notesSlide11.xml" Id="R93f0e1baa6054e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472404d9f6f4d3a" /><Relationship Type="http://schemas.openxmlformats.org/officeDocument/2006/relationships/image" Target="/ppt/media/image2.jpeg" Id="Rd4a0a4686f784549" /><Relationship Type="http://schemas.openxmlformats.org/officeDocument/2006/relationships/notesSlide" Target="/ppt/notesSlides/notesSlide12.xml" Id="Rc1f1a2e83b5d4a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fd350b757f5412c" /><Relationship Type="http://schemas.openxmlformats.org/officeDocument/2006/relationships/image" Target="/ppt/media/image2.jpeg" Id="Rd7aab4ee84834b1b" /><Relationship Type="http://schemas.openxmlformats.org/officeDocument/2006/relationships/notesSlide" Target="/ppt/notesSlides/notesSlide13.xml" Id="Rdc7693a79edc4a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08d094dd2154147" /><Relationship Type="http://schemas.openxmlformats.org/officeDocument/2006/relationships/image" Target="/ppt/media/image2.jpeg" Id="Rb086c0a808c8433b" /><Relationship Type="http://schemas.openxmlformats.org/officeDocument/2006/relationships/notesSlide" Target="/ppt/notesSlides/notesSlide14.xml" Id="R49563359a14d4a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433420831fa4fd8" /><Relationship Type="http://schemas.openxmlformats.org/officeDocument/2006/relationships/image" Target="/ppt/media/image5.jpeg" Id="Rd9924dd3350c414e" /><Relationship Type="http://schemas.openxmlformats.org/officeDocument/2006/relationships/notesSlide" Target="/ppt/notesSlides/notesSlide15.xml" Id="Rc107ea91256945f0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6ebe995dd1c4d1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7.3 定义、命题、定理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第7章 相交线与平行线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教材印刷页22—25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1e893532359431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339a0cd414d93">
            <a:extLst>
              <a:ext uri="{96DAC541-7B7A-43D3-8B79-37D633B846F1}">
                <asvg:svgBlip xmlns:asvg="http://schemas.microsoft.com/office/drawing/2016/SVG/main" r:embed="R61b6262db2d24e7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通过阅读、观察或操作，准确说出定义、命题的题设与结论、真命题和假命题、定理与证明、反例的含义、表示或基本步骤。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8935323594315">
            <a:extLst>
              <a:ext uri="{96DAC541-7B7A-43D3-8B79-37D633B846F1}">
                <asvg:svgBlip xmlns:asvg="http://schemas.microsoft.com/office/drawing/2016/SVG/main" r:embed="R882acfe4d2ce40b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在Q2—Q4中运用“把命题改写为“如果…那么…”并识别题设结论”，能用完整语言、式子、图形或图表说明依据。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a96a5ac7b405c">
            <a:extLst>
              <a:ext uri="{96DAC541-7B7A-43D3-8B79-37D633B846F1}">
                <asvg:svgBlip xmlns:asvg="http://schemas.microsoft.com/office/drawing/2016/SVG/main" r:embed="R1b23c2c6eceb474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在基础与变式练习中运用“把命题改写为“如果…那么…”并识别题设结论”解决同类问题，并对结果进行检验。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36161f0a845b2">
            <a:extLst>
              <a:ext uri="{96DAC541-7B7A-43D3-8B79-37D633B846F1}">
                <asvg:svgBlip xmlns:asvg="http://schemas.microsoft.com/office/drawing/2016/SVG/main" r:embed="R60785abbd6e4470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f2818155fed49b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对应印刷页22—25。先读图、读表或读题，圈出已知和所求。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调用学生已经学习平行线判定与性质、数学语句，具备基本观察、计算、作图或整理数据的经验。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聚焦定义、命题的题设与结论、真命题和假命题、定理与证明、反例，不急于抄结论。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E1FF6F1-A171-4E1A-AB50-59A9D7E5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command-if">
            <a:extLst xmlns:a="http://schemas.openxmlformats.org/drawingml/2006/main">
              <a:ext uri="{FF2B5EF4-FFF2-40B4-BE49-F238E27FC236}">
                <a16:creationId xmlns:a16="http://schemas.microsoft.com/office/drawing/2014/main" id="{ACAABDE9-ADC8-4ABA-B905-53C376FA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97" y="2329148"/>
            <a:ext cx="6095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如果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题设</a:t>
            </a:r>
          </a:p>
        </p:txBody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B0F22EB-330A-446D-B9D6-75D31F8B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886" y="2481548"/>
            <a:ext cx="20319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→</a:t>
            </a:r>
          </a:p>
        </p:txBody>
      </p:sp>
      <p:sp>
        <p:nvSpPr>
          <p:cNvPr id="19" name="batch-command-then">
            <a:extLst xmlns:a="http://schemas.openxmlformats.org/drawingml/2006/main">
              <a:ext uri="{FF2B5EF4-FFF2-40B4-BE49-F238E27FC236}">
                <a16:creationId xmlns:a16="http://schemas.microsoft.com/office/drawing/2014/main" id="{3FA6D369-1510-4DAC-8004-B769A83C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1" y="2329148"/>
            <a:ext cx="6095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那么</a:t>
            </a:r>
          </a:p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结论</a:t>
            </a:r>
          </a:p>
        </p:txBody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77CFE84-FA2E-4C2A-87C0-F677D72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command-if">
            <a:extLst xmlns:a="http://schemas.openxmlformats.org/drawingml/2006/main">
              <a:ext uri="{FF2B5EF4-FFF2-40B4-BE49-F238E27FC236}">
                <a16:creationId xmlns:a16="http://schemas.microsoft.com/office/drawing/2014/main" id="{5ABA09D8-EEB4-4BE7-9D24-FF2F52C2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665" y="2329148"/>
            <a:ext cx="6095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如果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题设</a:t>
            </a:r>
          </a:p>
        </p:txBody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05EF805-CEA5-4FB1-A054-7A8515F6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854" y="2481548"/>
            <a:ext cx="20319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→</a:t>
            </a:r>
          </a:p>
        </p:txBody>
      </p:sp>
      <p:sp>
        <p:nvSpPr>
          <p:cNvPr id="23" name="batch-command-then">
            <a:extLst xmlns:a="http://schemas.openxmlformats.org/drawingml/2006/main">
              <a:ext uri="{FF2B5EF4-FFF2-40B4-BE49-F238E27FC236}">
                <a16:creationId xmlns:a16="http://schemas.microsoft.com/office/drawing/2014/main" id="{FAE7754F-9C9F-4092-8C71-1C84DB6F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649" y="2329148"/>
            <a:ext cx="6095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那么</a:t>
            </a:r>
          </a:p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结论</a:t>
            </a:r>
          </a:p>
        </p:txBody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8481507-0755-4E21-9C80-37C6EB93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command-if">
            <a:extLst xmlns:a="http://schemas.openxmlformats.org/drawingml/2006/main">
              <a:ext uri="{FF2B5EF4-FFF2-40B4-BE49-F238E27FC236}">
                <a16:creationId xmlns:a16="http://schemas.microsoft.com/office/drawing/2014/main" id="{9E3B9352-0944-4C32-A5E9-8CBDEFB0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97" y="4805648"/>
            <a:ext cx="6095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如果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题设</a:t>
            </a:r>
          </a:p>
        </p:txBody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54DB1A2-110F-4C25-B1BC-9E64F83F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886" y="4958048"/>
            <a:ext cx="20319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→</a:t>
            </a:r>
          </a:p>
        </p:txBody>
      </p:sp>
      <p:sp>
        <p:nvSpPr>
          <p:cNvPr id="27" name="batch-command-then">
            <a:extLst xmlns:a="http://schemas.openxmlformats.org/drawingml/2006/main">
              <a:ext uri="{FF2B5EF4-FFF2-40B4-BE49-F238E27FC236}">
                <a16:creationId xmlns:a16="http://schemas.microsoft.com/office/drawing/2014/main" id="{045DF392-0CE8-4BDF-8274-A2C38F36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1" y="4805648"/>
            <a:ext cx="6095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那么</a:t>
            </a:r>
          </a:p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结论</a:t>
            </a:r>
          </a:p>
        </p:txBody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D03AE99-5B44-48B9-BFE2-67F175AD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command-if">
            <a:extLst xmlns:a="http://schemas.openxmlformats.org/drawingml/2006/main">
              <a:ext uri="{FF2B5EF4-FFF2-40B4-BE49-F238E27FC236}">
                <a16:creationId xmlns:a16="http://schemas.microsoft.com/office/drawing/2014/main" id="{03DE4348-AABC-467E-A79C-EE6DF38C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665" y="4805648"/>
            <a:ext cx="6095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如果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题设</a:t>
            </a:r>
          </a:p>
        </p:txBody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1BB5E03-09DC-4F2B-8339-A644D8D0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854" y="4958048"/>
            <a:ext cx="20319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→</a:t>
            </a:r>
          </a:p>
        </p:txBody>
      </p:sp>
      <p:sp>
        <p:nvSpPr>
          <p:cNvPr id="31" name="batch-command-then">
            <a:extLst xmlns:a="http://schemas.openxmlformats.org/drawingml/2006/main">
              <a:ext uri="{FF2B5EF4-FFF2-40B4-BE49-F238E27FC236}">
                <a16:creationId xmlns:a16="http://schemas.microsoft.com/office/drawing/2014/main" id="{FAD9BEF3-FBFD-424D-8FA8-17DCE06D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649" y="4805648"/>
            <a:ext cx="609590" cy="57912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那么</a:t>
            </a:r>
          </a:p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528fd731ae8493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旧知回顾：回顾“平行线判定与性质”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回顾“平行线判定与性质”：写出一条与本课有关的定义、性质或计算规则。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参考要点：正确表述“平行线判定与性质”的核心含义，并说明它与“定义”的联系。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6F02BBD-48E2-459B-A458-3F46D305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command-if">
            <a:extLst xmlns:a="http://schemas.openxmlformats.org/drawingml/2006/main">
              <a:ext uri="{FF2B5EF4-FFF2-40B4-BE49-F238E27FC236}">
                <a16:creationId xmlns:a16="http://schemas.microsoft.com/office/drawing/2014/main" id="{E8F40FA7-75D8-4A62-AB67-B294E3D5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088" y="3215640"/>
            <a:ext cx="1385888" cy="1556385"/>
          </a:xfrm>
          <a:prstGeom xmlns:a="http://schemas.openxmlformats.org/drawingml/2006/main" prst="roundRect">
            <a:avLst>
              <a:gd name="adj" fmla="val 54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如果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题设</a:t>
            </a:r>
          </a:p>
        </p:txBody>
      </p:sp>
      <p:sp>
        <p:nvSpPr>
          <p:cNvPr id="1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36D7F47-6820-4396-AF77-896C4AC0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956" y="3625215"/>
            <a:ext cx="46196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4793B"/>
                </a:solidFill>
              </a:defRPr>
            </a:pPr>
            <a:r>
              <a:rPr sz="1650" b="1">
                <a:solidFill>
                  <a:srgbClr val="E4793B"/>
                </a:solidFill>
              </a:rPr>
              <a:t>→</a:t>
            </a:r>
          </a:p>
        </p:txBody>
      </p:sp>
      <p:sp>
        <p:nvSpPr>
          <p:cNvPr id="16" name="batch-command-then">
            <a:extLst xmlns:a="http://schemas.openxmlformats.org/drawingml/2006/main">
              <a:ext uri="{FF2B5EF4-FFF2-40B4-BE49-F238E27FC236}">
                <a16:creationId xmlns:a16="http://schemas.microsoft.com/office/drawing/2014/main" id="{8277AAFF-7A53-4792-B5BA-E5EE8023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15640"/>
            <a:ext cx="1385888" cy="1556385"/>
          </a:xfrm>
          <a:prstGeom xmlns:a="http://schemas.openxmlformats.org/drawingml/2006/main" prst="roundRect">
            <a:avLst>
              <a:gd name="adj" fmla="val 54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那么</a:t>
            </a:r>
          </a:p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38bbeb23148431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阅读教材印刷页22—25，圈出“定义、命题的题设与结论、真命题和假命题、定理与证明、反例”，分别用一句话记录它们解决什么问题。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小组探究：围绕“用证明或反例判断命题真假”设计一次观察、操作或推理，记录现象、猜想和验证依据。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围绕“把命题改写为“如果…那么…”并识别题设结论”说明理由；同伴只追问条件和依据。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396D1AD-1542-4AF2-8723-D57B2489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command-if">
            <a:extLst xmlns:a="http://schemas.openxmlformats.org/drawingml/2006/main">
              <a:ext uri="{FF2B5EF4-FFF2-40B4-BE49-F238E27FC236}">
                <a16:creationId xmlns:a16="http://schemas.microsoft.com/office/drawing/2014/main" id="{9F19A9EB-D074-4FB3-AEE6-E2A2CA96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3" y="4613910"/>
            <a:ext cx="1243013" cy="524828"/>
          </a:xfrm>
          <a:prstGeom xmlns:a="http://schemas.openxmlformats.org/drawingml/2006/main" prst="roundRect">
            <a:avLst>
              <a:gd name="adj" fmla="val 14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如果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题设</a:t>
            </a:r>
          </a:p>
        </p:txBody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38014C3-A85C-452C-A001-39FB748C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394" y="4752023"/>
            <a:ext cx="4143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→</a:t>
            </a:r>
          </a:p>
        </p:txBody>
      </p:sp>
      <p:sp>
        <p:nvSpPr>
          <p:cNvPr id="17" name="batch-command-then">
            <a:extLst xmlns:a="http://schemas.openxmlformats.org/drawingml/2006/main">
              <a:ext uri="{FF2B5EF4-FFF2-40B4-BE49-F238E27FC236}">
                <a16:creationId xmlns:a16="http://schemas.microsoft.com/office/drawing/2014/main" id="{B8DBEB69-662A-4E76-ACCF-2178D207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13910"/>
            <a:ext cx="1243013" cy="524828"/>
          </a:xfrm>
          <a:prstGeom xmlns:a="http://schemas.openxmlformats.org/drawingml/2006/main" prst="roundRect">
            <a:avLst>
              <a:gd name="adj" fmla="val 14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那么</a:t>
            </a:r>
          </a:p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ee8bdac3c04478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概念一：定义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定义：按教材明确其定义、条件、表示、性质或步骤。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C7E4744-8367-4B0C-93A5-FA6A5A00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command-if">
            <a:extLst xmlns:a="http://schemas.openxmlformats.org/drawingml/2006/main">
              <a:ext uri="{FF2B5EF4-FFF2-40B4-BE49-F238E27FC236}">
                <a16:creationId xmlns:a16="http://schemas.microsoft.com/office/drawing/2014/main" id="{0EEA5E66-2B43-4720-953C-41B0B11F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088" y="3215640"/>
            <a:ext cx="1385888" cy="1556385"/>
          </a:xfrm>
          <a:prstGeom xmlns:a="http://schemas.openxmlformats.org/drawingml/2006/main" prst="roundRect">
            <a:avLst>
              <a:gd name="adj" fmla="val 54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如果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题设</a:t>
            </a:r>
          </a:p>
        </p:txBody>
      </p:sp>
      <p:sp>
        <p:nvSpPr>
          <p:cNvPr id="1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0FBE9BF-950B-4BF3-9EA6-8E825CCA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956" y="3625215"/>
            <a:ext cx="46196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4793B"/>
                </a:solidFill>
              </a:defRPr>
            </a:pPr>
            <a:r>
              <a:rPr sz="1650" b="1">
                <a:solidFill>
                  <a:srgbClr val="E4793B"/>
                </a:solidFill>
              </a:rPr>
              <a:t>→</a:t>
            </a:r>
          </a:p>
        </p:txBody>
      </p:sp>
      <p:sp>
        <p:nvSpPr>
          <p:cNvPr id="16" name="batch-command-then">
            <a:extLst xmlns:a="http://schemas.openxmlformats.org/drawingml/2006/main">
              <a:ext uri="{FF2B5EF4-FFF2-40B4-BE49-F238E27FC236}">
                <a16:creationId xmlns:a16="http://schemas.microsoft.com/office/drawing/2014/main" id="{DC688325-10F5-4B78-BC7C-A96FC64D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15640"/>
            <a:ext cx="1385888" cy="1556385"/>
          </a:xfrm>
          <a:prstGeom xmlns:a="http://schemas.openxmlformats.org/drawingml/2006/main" prst="roundRect">
            <a:avLst>
              <a:gd name="adj" fmla="val 54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那么</a:t>
            </a:r>
          </a:p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df56271eaaa4a9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概念二：命题的题设与结论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命题的题设与结论：按教材明确其定义、条件、表示、性质或步骤。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易错提醒：用证明或反例判断命题真假。先审条件，再使用结论。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AEFD848-ADC9-4AFF-BB0E-B05D3CC6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command-if">
            <a:extLst xmlns:a="http://schemas.openxmlformats.org/drawingml/2006/main">
              <a:ext uri="{FF2B5EF4-FFF2-40B4-BE49-F238E27FC236}">
                <a16:creationId xmlns:a16="http://schemas.microsoft.com/office/drawing/2014/main" id="{2A5745FC-034C-47EB-9A9E-E96AB3AD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088" y="3215640"/>
            <a:ext cx="1385888" cy="1556385"/>
          </a:xfrm>
          <a:prstGeom xmlns:a="http://schemas.openxmlformats.org/drawingml/2006/main" prst="roundRect">
            <a:avLst>
              <a:gd name="adj" fmla="val 54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如果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题设</a:t>
            </a:r>
          </a:p>
        </p:txBody>
      </p:sp>
      <p:sp>
        <p:nvSpPr>
          <p:cNvPr id="1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886F9C2-AC23-466E-906B-4057F56D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956" y="3625215"/>
            <a:ext cx="46196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4793B"/>
                </a:solidFill>
              </a:defRPr>
            </a:pPr>
            <a:r>
              <a:rPr sz="1650" b="1">
                <a:solidFill>
                  <a:srgbClr val="E4793B"/>
                </a:solidFill>
              </a:rPr>
              <a:t>→</a:t>
            </a:r>
          </a:p>
        </p:txBody>
      </p:sp>
      <p:sp>
        <p:nvSpPr>
          <p:cNvPr id="16" name="batch-command-then">
            <a:extLst xmlns:a="http://schemas.openxmlformats.org/drawingml/2006/main">
              <a:ext uri="{FF2B5EF4-FFF2-40B4-BE49-F238E27FC236}">
                <a16:creationId xmlns:a16="http://schemas.microsoft.com/office/drawing/2014/main" id="{F4B58F11-104C-4A56-B9ED-3A4449B9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15640"/>
            <a:ext cx="1385888" cy="1556385"/>
          </a:xfrm>
          <a:prstGeom xmlns:a="http://schemas.openxmlformats.org/drawingml/2006/main" prst="roundRect">
            <a:avLst>
              <a:gd name="adj" fmla="val 54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那么</a:t>
            </a:r>
          </a:p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ef5b8e0656d4ce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小组探究：围绕“用证明或反例判断命题真假”设计一次观察、操作或推理，记录现象、猜想和验证依据。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参考思路：先明确条件，再围绕“把命题改写为“如果…那么…”并识别题设结论”形成猜想，最后用定义、计算、图表或反例验证。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97E2911-13FA-422A-91CC-2DE104FE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command-if">
            <a:extLst xmlns:a="http://schemas.openxmlformats.org/drawingml/2006/main">
              <a:ext uri="{FF2B5EF4-FFF2-40B4-BE49-F238E27FC236}">
                <a16:creationId xmlns:a16="http://schemas.microsoft.com/office/drawing/2014/main" id="{71E56B35-9B48-4A09-BF36-EEA70208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663" y="2809875"/>
            <a:ext cx="1185863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如果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题设</a:t>
            </a:r>
          </a:p>
        </p:txBody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9917BDB-B81C-41E1-9811-6F810596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169" y="3048000"/>
            <a:ext cx="3952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4793B"/>
                </a:solidFill>
              </a:defRPr>
            </a:pPr>
            <a:r>
              <a:rPr sz="1650" b="1">
                <a:solidFill>
                  <a:srgbClr val="E4793B"/>
                </a:solidFill>
              </a:rPr>
              <a:t>→</a:t>
            </a:r>
          </a:p>
        </p:txBody>
      </p:sp>
      <p:sp>
        <p:nvSpPr>
          <p:cNvPr id="22" name="batch-command-then">
            <a:extLst xmlns:a="http://schemas.openxmlformats.org/drawingml/2006/main">
              <a:ext uri="{FF2B5EF4-FFF2-40B4-BE49-F238E27FC236}">
                <a16:creationId xmlns:a16="http://schemas.microsoft.com/office/drawing/2014/main" id="{A45DA363-D22E-4463-9000-2B268A5E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9875"/>
            <a:ext cx="1185863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那么</a:t>
            </a:r>
          </a:p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0a8df2b0d5e401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只记“定义”的结论，不检查适用条件。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把“把命题改写为“如果…那么…”并识别题设结论”与相近概念或逆命题混淆。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a6fbd934323400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教材例题：例题（对应教材7.3证明例题）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例题（对应教材7.3证明例题）：把命题“对顶角相等”改写成“如果……那么……”并指出题设、结论。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选用把命题改写为“如果…那么…”并识别题设结论；3.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教材印刷页22—25：先思考，再对照规范解答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63F4195-EB61-43C7-A9A8-AA325651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command-if">
            <a:extLst xmlns:a="http://schemas.openxmlformats.org/drawingml/2006/main">
              <a:ext uri="{FF2B5EF4-FFF2-40B4-BE49-F238E27FC236}">
                <a16:creationId xmlns:a16="http://schemas.microsoft.com/office/drawing/2014/main" id="{79780F91-38AD-4A49-8811-B8617E20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3" y="4613910"/>
            <a:ext cx="1243013" cy="524828"/>
          </a:xfrm>
          <a:prstGeom xmlns:a="http://schemas.openxmlformats.org/drawingml/2006/main" prst="roundRect">
            <a:avLst>
              <a:gd name="adj" fmla="val 14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如果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题设</a:t>
            </a:r>
          </a:p>
        </p:txBody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8B16E6D-9768-4894-9BFA-7C4E7AA7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394" y="4752023"/>
            <a:ext cx="4143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→</a:t>
            </a:r>
          </a:p>
        </p:txBody>
      </p:sp>
      <p:sp>
        <p:nvSpPr>
          <p:cNvPr id="17" name="batch-command-then">
            <a:extLst xmlns:a="http://schemas.openxmlformats.org/drawingml/2006/main">
              <a:ext uri="{FF2B5EF4-FFF2-40B4-BE49-F238E27FC236}">
                <a16:creationId xmlns:a16="http://schemas.microsoft.com/office/drawing/2014/main" id="{57E6B498-A0E7-42DE-8530-BA6E02C4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13910"/>
            <a:ext cx="1243013" cy="524828"/>
          </a:xfrm>
          <a:prstGeom xmlns:a="http://schemas.openxmlformats.org/drawingml/2006/main" prst="roundRect">
            <a:avLst>
              <a:gd name="adj" fmla="val 14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那么</a:t>
            </a:r>
          </a:p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fef4f7575eb44c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选择“把命题改写为“如果…那么…”并识别题设结论”对应的方法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如果两个角是对顶角，那么这两个角相等。题设：两个角是对顶角；结论：两个角相等。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没有先确认“把命题改写为“如果…那么…”并识别题设结论”的条件，或只写结果不写依据。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A6E9F3F-6A2C-47BC-A31C-5D2DA62F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command-if">
            <a:extLst xmlns:a="http://schemas.openxmlformats.org/drawingml/2006/main">
              <a:ext uri="{FF2B5EF4-FFF2-40B4-BE49-F238E27FC236}">
                <a16:creationId xmlns:a16="http://schemas.microsoft.com/office/drawing/2014/main" id="{E44A0BA8-3AE4-433B-835B-97A2105B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663" y="2809875"/>
            <a:ext cx="1185863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如果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题设</a:t>
            </a:r>
          </a:p>
        </p:txBody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B876D53-5E3E-4567-B04E-47C6706E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169" y="3048000"/>
            <a:ext cx="3952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4793B"/>
                </a:solidFill>
              </a:defRPr>
            </a:pPr>
            <a:r>
              <a:rPr sz="1650" b="1">
                <a:solidFill>
                  <a:srgbClr val="E4793B"/>
                </a:solidFill>
              </a:rPr>
              <a:t>→</a:t>
            </a:r>
          </a:p>
        </p:txBody>
      </p:sp>
      <p:sp>
        <p:nvSpPr>
          <p:cNvPr id="22" name="batch-command-then">
            <a:extLst xmlns:a="http://schemas.openxmlformats.org/drawingml/2006/main">
              <a:ext uri="{FF2B5EF4-FFF2-40B4-BE49-F238E27FC236}">
                <a16:creationId xmlns:a16="http://schemas.microsoft.com/office/drawing/2014/main" id="{79F1078C-0B61-4EC7-AF93-3156CAC0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9875"/>
            <a:ext cx="1185863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那么</a:t>
            </a:r>
          </a:p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4a0a4686f78454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基础辨析：判断“使用‘定义’时不需要检查条件，只要结论看起来合理即可”，并说明理由。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变式练习：把Q4的一个条件、数据或表示方式作合理改变，仍用“把命题改写为“如果…那么…”并识别题设结论”解决，并写出检验。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357641C-3FC1-4677-9055-79F5EA85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command-if">
            <a:extLst xmlns:a="http://schemas.openxmlformats.org/drawingml/2006/main">
              <a:ext uri="{FF2B5EF4-FFF2-40B4-BE49-F238E27FC236}">
                <a16:creationId xmlns:a16="http://schemas.microsoft.com/office/drawing/2014/main" id="{164819D1-CA0F-4C1D-AC87-D8734A51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4935855"/>
            <a:ext cx="1157288" cy="488633"/>
          </a:xfrm>
          <a:prstGeom xmlns:a="http://schemas.openxmlformats.org/drawingml/2006/main" prst="roundRect">
            <a:avLst>
              <a:gd name="adj" fmla="val 15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如果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题设</a:t>
            </a:r>
          </a:p>
        </p:txBody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175190C-096C-4A61-A4EB-199CE2EC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806" y="5064443"/>
            <a:ext cx="38576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→</a:t>
            </a:r>
          </a:p>
        </p:txBody>
      </p:sp>
      <p:sp>
        <p:nvSpPr>
          <p:cNvPr id="17" name="batch-command-then">
            <a:extLst xmlns:a="http://schemas.openxmlformats.org/drawingml/2006/main">
              <a:ext uri="{FF2B5EF4-FFF2-40B4-BE49-F238E27FC236}">
                <a16:creationId xmlns:a16="http://schemas.microsoft.com/office/drawing/2014/main" id="{8103A88B-C643-4E58-8839-4347870E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35855"/>
            <a:ext cx="1157288" cy="488633"/>
          </a:xfrm>
          <a:prstGeom xmlns:a="http://schemas.openxmlformats.org/drawingml/2006/main" prst="roundRect">
            <a:avLst>
              <a:gd name="adj" fmla="val 15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那么</a:t>
            </a:r>
          </a:p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7aab4ee84834b1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变式练习：把Q4的一个条件、数据或表示方式作合理改变，仍用“把命题改写为“如果…那么…”并识别题设结论”解决，并写出检验。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答案不唯一。评价要点：改变后的条件完整；方法仍属于“把命题改写为“如果…那么…”并识别题设结论”；过程正确；检验与新条件一致。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6A61275-C209-44D4-9078-136DB0F1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command-if">
            <a:extLst xmlns:a="http://schemas.openxmlformats.org/drawingml/2006/main">
              <a:ext uri="{FF2B5EF4-FFF2-40B4-BE49-F238E27FC236}">
                <a16:creationId xmlns:a16="http://schemas.microsoft.com/office/drawing/2014/main" id="{7A6063C3-4515-44F8-8301-76540AA1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3" y="4613910"/>
            <a:ext cx="1243013" cy="524828"/>
          </a:xfrm>
          <a:prstGeom xmlns:a="http://schemas.openxmlformats.org/drawingml/2006/main" prst="roundRect">
            <a:avLst>
              <a:gd name="adj" fmla="val 14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如果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题设</a:t>
            </a:r>
          </a:p>
        </p:txBody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17B0C6E-F284-4587-8FD0-DA35C299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394" y="4752023"/>
            <a:ext cx="4143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→</a:t>
            </a:r>
          </a:p>
        </p:txBody>
      </p:sp>
      <p:sp>
        <p:nvSpPr>
          <p:cNvPr id="17" name="batch-command-then">
            <a:extLst xmlns:a="http://schemas.openxmlformats.org/drawingml/2006/main">
              <a:ext uri="{FF2B5EF4-FFF2-40B4-BE49-F238E27FC236}">
                <a16:creationId xmlns:a16="http://schemas.microsoft.com/office/drawing/2014/main" id="{CD0A728F-E97B-4E03-B249-69AEB383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13910"/>
            <a:ext cx="1243013" cy="524828"/>
          </a:xfrm>
          <a:prstGeom xmlns:a="http://schemas.openxmlformats.org/drawingml/2006/main" prst="roundRect">
            <a:avLst>
              <a:gd name="adj" fmla="val 14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那么</a:t>
            </a:r>
          </a:p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086c0a808c8433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纠错：“研究定义、命题、定理时，只记结论，不必区分条件、过程和依据。”这句话对吗？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当堂检测：判断“相等的角是对顶角”的真假，并说明方法。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AA5B288-8202-46A0-9B21-72DF4161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command-if">
            <a:extLst xmlns:a="http://schemas.openxmlformats.org/drawingml/2006/main">
              <a:ext uri="{FF2B5EF4-FFF2-40B4-BE49-F238E27FC236}">
                <a16:creationId xmlns:a16="http://schemas.microsoft.com/office/drawing/2014/main" id="{365B8B7F-7EE2-4ED7-8660-97BC3AE3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4935855"/>
            <a:ext cx="1157288" cy="488633"/>
          </a:xfrm>
          <a:prstGeom xmlns:a="http://schemas.openxmlformats.org/drawingml/2006/main" prst="roundRect">
            <a:avLst>
              <a:gd name="adj" fmla="val 15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如果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题设</a:t>
            </a:r>
          </a:p>
        </p:txBody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BA7D9F2-6BB0-4E5B-ACD1-7AB0788F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806" y="5064443"/>
            <a:ext cx="38576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→</a:t>
            </a:r>
          </a:p>
        </p:txBody>
      </p:sp>
      <p:sp>
        <p:nvSpPr>
          <p:cNvPr id="17" name="batch-command-then">
            <a:extLst xmlns:a="http://schemas.openxmlformats.org/drawingml/2006/main">
              <a:ext uri="{FF2B5EF4-FFF2-40B4-BE49-F238E27FC236}">
                <a16:creationId xmlns:a16="http://schemas.microsoft.com/office/drawing/2014/main" id="{3C1618CD-7A39-4542-BB25-F43CC021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35855"/>
            <a:ext cx="1157288" cy="488633"/>
          </a:xfrm>
          <a:prstGeom xmlns:a="http://schemas.openxmlformats.org/drawingml/2006/main" prst="roundRect">
            <a:avLst>
              <a:gd name="adj" fmla="val 15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那么</a:t>
            </a:r>
          </a:p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9924dd3350c414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小结参考：本课围绕“定义、命题、定理”，掌握定义、命题的题设与结论、真命题和假命题、定理与证明、反例，并能运用把命题改写为“如果…那么…”并识别题设结论。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基础：完成教材第24—25页练习中的基础题并订正Q5、Q7 提升：当堂检测：判断“相等的角是对顶角”的真假，并说明方法。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我能否：①准确表达定义；②运用把命题改写为“如果…那么…”并识别题设结论；③写清依据并检验？选择“会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F6448A1-BA77-4E7B-AF4F-DDF04EB8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command-if">
            <a:extLst xmlns:a="http://schemas.openxmlformats.org/drawingml/2006/main">
              <a:ext uri="{FF2B5EF4-FFF2-40B4-BE49-F238E27FC236}">
                <a16:creationId xmlns:a16="http://schemas.microsoft.com/office/drawing/2014/main" id="{163C335C-60F3-408C-99FB-F606184C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763" y="2745105"/>
            <a:ext cx="1300163" cy="488633"/>
          </a:xfrm>
          <a:prstGeom xmlns:a="http://schemas.openxmlformats.org/drawingml/2006/main" prst="roundRect">
            <a:avLst>
              <a:gd name="adj" fmla="val 15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如果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题设</a:t>
            </a:r>
          </a:p>
        </p:txBody>
      </p:sp>
      <p:sp>
        <p:nvSpPr>
          <p:cNvPr id="1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6F34EF9-0D73-4A0C-9AC4-79FD18BB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619" y="2873693"/>
            <a:ext cx="4333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→</a:t>
            </a:r>
          </a:p>
        </p:txBody>
      </p:sp>
      <p:sp>
        <p:nvSpPr>
          <p:cNvPr id="16" name="batch-command-then">
            <a:extLst xmlns:a="http://schemas.openxmlformats.org/drawingml/2006/main">
              <a:ext uri="{FF2B5EF4-FFF2-40B4-BE49-F238E27FC236}">
                <a16:creationId xmlns:a16="http://schemas.microsoft.com/office/drawing/2014/main" id="{CA8CCD22-5617-4A94-A7E1-CD0F1879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45105"/>
            <a:ext cx="1300163" cy="488633"/>
          </a:xfrm>
          <a:prstGeom xmlns:a="http://schemas.openxmlformats.org/drawingml/2006/main" prst="roundRect">
            <a:avLst>
              <a:gd name="adj" fmla="val 15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那么</a:t>
            </a:r>
          </a:p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2026-08-02T18:13:19.3070000Z</dcterms:created>
  <dcterms:modified xsi:type="dcterms:W3CDTF">2026-08-02T18:13:19.3070000Z</dcterms:modified>
</coreProperties>
</file>