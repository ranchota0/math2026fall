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b3ddab1c154935" /><Relationship Type="http://schemas.openxmlformats.org/officeDocument/2006/relationships/extended-properties" Target="/docProps/app.xml" Id="R51c8d7f962154516" /><Relationship Type="http://schemas.openxmlformats.org/officeDocument/2006/relationships/officeDocument" Target="/ppt/presentation.xml" Id="R3726782ec4b548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1a36ded599460e"/>
    <p:sldMasterId xmlns:r="http://schemas.openxmlformats.org/officeDocument/2006/relationships" id="2147483660" r:id="R171546b7fa08463a"/>
  </p:sldMasterIdLst>
  <p:notesMasterIdLst>
    <p:notesMasterId xmlns:r="http://schemas.openxmlformats.org/officeDocument/2006/relationships" r:id="R204fdb32c252404f"/>
  </p:notesMasterIdLst>
  <p:sldIdLst>
    <p:sldId xmlns:r="http://schemas.openxmlformats.org/officeDocument/2006/relationships" id="256" r:id="Rd2567da4fff54f6d"/>
    <p:sldId xmlns:r="http://schemas.openxmlformats.org/officeDocument/2006/relationships" id="257" r:id="R2656947337df4c7b"/>
    <p:sldId xmlns:r="http://schemas.openxmlformats.org/officeDocument/2006/relationships" id="258" r:id="R710c948dcee24b62"/>
    <p:sldId xmlns:r="http://schemas.openxmlformats.org/officeDocument/2006/relationships" id="259" r:id="R5fd357297f644690"/>
    <p:sldId xmlns:r="http://schemas.openxmlformats.org/officeDocument/2006/relationships" id="260" r:id="Raa52c064d332442a"/>
    <p:sldId xmlns:r="http://schemas.openxmlformats.org/officeDocument/2006/relationships" id="261" r:id="R0a91ae242ee94d16"/>
    <p:sldId xmlns:r="http://schemas.openxmlformats.org/officeDocument/2006/relationships" id="262" r:id="Ree974c14ef7c4c4b"/>
    <p:sldId xmlns:r="http://schemas.openxmlformats.org/officeDocument/2006/relationships" id="263" r:id="R4823949a26a74219"/>
    <p:sldId xmlns:r="http://schemas.openxmlformats.org/officeDocument/2006/relationships" id="264" r:id="R767097982c6d4b25"/>
    <p:sldId xmlns:r="http://schemas.openxmlformats.org/officeDocument/2006/relationships" id="265" r:id="R3e4b4cc0d760425d"/>
    <p:sldId xmlns:r="http://schemas.openxmlformats.org/officeDocument/2006/relationships" id="266" r:id="R023ae4bcb19a4ff4"/>
    <p:sldId xmlns:r="http://schemas.openxmlformats.org/officeDocument/2006/relationships" id="267" r:id="Rc28cda37ebf04bf1"/>
    <p:sldId xmlns:r="http://schemas.openxmlformats.org/officeDocument/2006/relationships" id="268" r:id="R6a42cd1200e74fbb"/>
    <p:sldId xmlns:r="http://schemas.openxmlformats.org/officeDocument/2006/relationships" id="269" r:id="Rb860ca1644d54141"/>
    <p:sldId xmlns:r="http://schemas.openxmlformats.org/officeDocument/2006/relationships" id="270" r:id="Rf8c72b3b9d3d46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b9ba6469df43ec" /><Relationship Type="http://schemas.openxmlformats.org/officeDocument/2006/relationships/slideMaster" Target="/ppt/slideMasters/slideMaster1.xml" Id="R661a36ded599460e" /><Relationship Type="http://schemas.openxmlformats.org/officeDocument/2006/relationships/slideMaster" Target="/ppt/slideMasters/slideMaster2.xml" Id="R171546b7fa08463a" /><Relationship Type="http://schemas.openxmlformats.org/officeDocument/2006/relationships/notesMaster" Target="/ppt/notesMasters/notesMaster1.xml" Id="R204fdb32c252404f" /><Relationship Type="http://schemas.openxmlformats.org/officeDocument/2006/relationships/presProps" Target="/ppt/presProps.xml" Id="R252706b006734fc0" /><Relationship Type="http://schemas.openxmlformats.org/officeDocument/2006/relationships/viewProps" Target="/ppt/viewProps.xml" Id="R60c98134202c4ccf" /><Relationship Type="http://schemas.openxmlformats.org/officeDocument/2006/relationships/tableStyles" Target="/ppt/tableStyles.xml" Id="R884707fd4a78480c" /><Relationship Type="http://schemas.openxmlformats.org/officeDocument/2006/relationships/slide" Target="/ppt/slides/slide1.xml" Id="Rd2567da4fff54f6d" /><Relationship Type="http://schemas.openxmlformats.org/officeDocument/2006/relationships/slide" Target="/ppt/slides/slide2.xml" Id="R2656947337df4c7b" /><Relationship Type="http://schemas.openxmlformats.org/officeDocument/2006/relationships/slide" Target="/ppt/slides/slide3.xml" Id="R710c948dcee24b62" /><Relationship Type="http://schemas.openxmlformats.org/officeDocument/2006/relationships/slide" Target="/ppt/slides/slide4.xml" Id="R5fd357297f644690" /><Relationship Type="http://schemas.openxmlformats.org/officeDocument/2006/relationships/slide" Target="/ppt/slides/slide5.xml" Id="Raa52c064d332442a" /><Relationship Type="http://schemas.openxmlformats.org/officeDocument/2006/relationships/slide" Target="/ppt/slides/slide6.xml" Id="R0a91ae242ee94d16" /><Relationship Type="http://schemas.openxmlformats.org/officeDocument/2006/relationships/slide" Target="/ppt/slides/slide7.xml" Id="Ree974c14ef7c4c4b" /><Relationship Type="http://schemas.openxmlformats.org/officeDocument/2006/relationships/slide" Target="/ppt/slides/slide8.xml" Id="R4823949a26a74219" /><Relationship Type="http://schemas.openxmlformats.org/officeDocument/2006/relationships/slide" Target="/ppt/slides/slide9.xml" Id="R767097982c6d4b25" /><Relationship Type="http://schemas.openxmlformats.org/officeDocument/2006/relationships/slide" Target="/ppt/slides/slide10.xml" Id="R3e4b4cc0d760425d" /><Relationship Type="http://schemas.openxmlformats.org/officeDocument/2006/relationships/slide" Target="/ppt/slides/slide11.xml" Id="R023ae4bcb19a4ff4" /><Relationship Type="http://schemas.openxmlformats.org/officeDocument/2006/relationships/slide" Target="/ppt/slides/slide12.xml" Id="Rc28cda37ebf04bf1" /><Relationship Type="http://schemas.openxmlformats.org/officeDocument/2006/relationships/slide" Target="/ppt/slides/slide13.xml" Id="R6a42cd1200e74fbb" /><Relationship Type="http://schemas.openxmlformats.org/officeDocument/2006/relationships/slide" Target="/ppt/slides/slide14.xml" Id="Rb860ca1644d54141" /><Relationship Type="http://schemas.openxmlformats.org/officeDocument/2006/relationships/slide" Target="/ppt/slides/slide15.xml" Id="Rf8c72b3b9d3d46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84a7dcb2aaf48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a2bc7a7804420e" /><Relationship Type="http://schemas.openxmlformats.org/officeDocument/2006/relationships/notesMaster" Target="/ppt/notesMasters/notesMaster1.xml" Id="R950722a93ae743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fce24de5294031" /><Relationship Type="http://schemas.openxmlformats.org/officeDocument/2006/relationships/notesMaster" Target="/ppt/notesMasters/notesMaster1.xml" Id="R11543078b6e343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c8b970c4074853" /><Relationship Type="http://schemas.openxmlformats.org/officeDocument/2006/relationships/notesMaster" Target="/ppt/notesMasters/notesMaster1.xml" Id="R2565eb76b46d4e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9148384306476f" /><Relationship Type="http://schemas.openxmlformats.org/officeDocument/2006/relationships/notesMaster" Target="/ppt/notesMasters/notesMaster1.xml" Id="Recbe7689b22e41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9a5f1bf1fc4ae4" /><Relationship Type="http://schemas.openxmlformats.org/officeDocument/2006/relationships/notesMaster" Target="/ppt/notesMasters/notesMaster1.xml" Id="R6a48f0050f2146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9c16d808af44da" /><Relationship Type="http://schemas.openxmlformats.org/officeDocument/2006/relationships/notesMaster" Target="/ppt/notesMasters/notesMaster1.xml" Id="Rf4dcf52cdfa241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45013713bb4142" /><Relationship Type="http://schemas.openxmlformats.org/officeDocument/2006/relationships/notesMaster" Target="/ppt/notesMasters/notesMaster1.xml" Id="R122595a743bd49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b50657ad724001" /><Relationship Type="http://schemas.openxmlformats.org/officeDocument/2006/relationships/notesMaster" Target="/ppt/notesMasters/notesMaster1.xml" Id="R0b7f0a3a8afc44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d5263e1b1f49fc" /><Relationship Type="http://schemas.openxmlformats.org/officeDocument/2006/relationships/notesMaster" Target="/ppt/notesMasters/notesMaster1.xml" Id="Rc7962116b6ff42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4ade6e51a0499d" /><Relationship Type="http://schemas.openxmlformats.org/officeDocument/2006/relationships/notesMaster" Target="/ppt/notesMasters/notesMaster1.xml" Id="Rdfd6b44851a646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3cfdaee2334093" /><Relationship Type="http://schemas.openxmlformats.org/officeDocument/2006/relationships/notesMaster" Target="/ppt/notesMasters/notesMaster1.xml" Id="R35b0ae6a021646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0b33efbcc940c5" /><Relationship Type="http://schemas.openxmlformats.org/officeDocument/2006/relationships/notesMaster" Target="/ppt/notesMasters/notesMaster1.xml" Id="R9d9d66c4008645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ac4970e46546d8" /><Relationship Type="http://schemas.openxmlformats.org/officeDocument/2006/relationships/notesMaster" Target="/ppt/notesMasters/notesMaster1.xml" Id="R2856f6394b664e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5ebd4c69d04c06" /><Relationship Type="http://schemas.openxmlformats.org/officeDocument/2006/relationships/notesMaster" Target="/ppt/notesMasters/notesMaster1.xml" Id="R03793f75dd5442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61422af9004506" /><Relationship Type="http://schemas.openxmlformats.org/officeDocument/2006/relationships/notesMaster" Target="/ppt/notesMasters/notesMaster1.xml" Id="R86bd1cb0db794c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从教材印刷页6进入《垂线段与点到直线的距离》。说明本课在第7章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形成第一个核心概念：垂线段最短。要求学生标出对象、条件、表示和作用。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形成第二个核心概念或方法：点到直线的距离。与前一概念对比，避免相近知识混淆。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呈现Q4，保留独立思考时间。题型对应教材印刷页6的例题或典型任务。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78838fc7c46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7e3a937bd42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392e8e6274b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a7b69164748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b9252c1b141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c7bb930fd43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bc4b4c16d405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54953e43f475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42e9b2a1547f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57ec148ea477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d58ca5173418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dad2d7715c47d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a7880d5df34112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2faa0e61ab44ee" /><Relationship Type="http://schemas.openxmlformats.org/officeDocument/2006/relationships/slideLayout" Target="/ppt/slideLayouts/slideLayout1.xml" Id="R3c91cf6e7296416c" /><Relationship Type="http://schemas.openxmlformats.org/officeDocument/2006/relationships/slideLayout" Target="/ppt/slideLayouts/slideLayout2.xml" Id="R75315620ac604d06" /><Relationship Type="http://schemas.openxmlformats.org/officeDocument/2006/relationships/slideLayout" Target="/ppt/slideLayouts/slideLayout3.xml" Id="R1bee376e570c488d" /><Relationship Type="http://schemas.openxmlformats.org/officeDocument/2006/relationships/slideLayout" Target="/ppt/slideLayouts/slideLayout4.xml" Id="R8d4fbc5706664f2c" /><Relationship Type="http://schemas.openxmlformats.org/officeDocument/2006/relationships/slideLayout" Target="/ppt/slideLayouts/slideLayout5.xml" Id="R8dfaacf885874364" /><Relationship Type="http://schemas.openxmlformats.org/officeDocument/2006/relationships/slideLayout" Target="/ppt/slideLayouts/slideLayout6.xml" Id="Rb3b2aa84555c40be" /><Relationship Type="http://schemas.openxmlformats.org/officeDocument/2006/relationships/slideLayout" Target="/ppt/slideLayouts/slideLayout7.xml" Id="R1c60e64fb3e54dea" /><Relationship Type="http://schemas.openxmlformats.org/officeDocument/2006/relationships/slideLayout" Target="/ppt/slideLayouts/slideLayout8.xml" Id="R2cc7990e71904acf" /><Relationship Type="http://schemas.openxmlformats.org/officeDocument/2006/relationships/slideLayout" Target="/ppt/slideLayouts/slideLayout9.xml" Id="R8cb7df14ba70457b" /><Relationship Type="http://schemas.openxmlformats.org/officeDocument/2006/relationships/slideLayout" Target="/ppt/slideLayouts/slideLayout10.xml" Id="R214cbebca2364753" /><Relationship Type="http://schemas.openxmlformats.org/officeDocument/2006/relationships/slideLayout" Target="/ppt/slideLayouts/slideLayout11.xml" Id="R9806dc529c874f0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03bb879a756458a" /><Relationship Type="http://schemas.openxmlformats.org/officeDocument/2006/relationships/slideLayout" Target="/ppt/slideLayouts/slideLayout12.xml" Id="R9ff3771b69fa41af" /><Relationship Type="http://schemas.openxmlformats.org/officeDocument/2006/relationships/slideLayout" Target="/ppt/slideLayouts/slideLayout13.xml" Id="R516a30153e5a428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91cf6e7296416c"/>
    <p:sldLayoutId xmlns:r="http://schemas.openxmlformats.org/officeDocument/2006/relationships" id="2147483650" r:id="R75315620ac604d06"/>
    <p:sldLayoutId xmlns:r="http://schemas.openxmlformats.org/officeDocument/2006/relationships" id="2147483651" r:id="R1bee376e570c488d"/>
    <p:sldLayoutId xmlns:r="http://schemas.openxmlformats.org/officeDocument/2006/relationships" id="2147483652" r:id="R8d4fbc5706664f2c"/>
    <p:sldLayoutId xmlns:r="http://schemas.openxmlformats.org/officeDocument/2006/relationships" id="2147483653" r:id="R8dfaacf885874364"/>
    <p:sldLayoutId xmlns:r="http://schemas.openxmlformats.org/officeDocument/2006/relationships" id="2147483654" r:id="Rb3b2aa84555c40be"/>
    <p:sldLayoutId xmlns:r="http://schemas.openxmlformats.org/officeDocument/2006/relationships" id="2147483655" r:id="R1c60e64fb3e54dea"/>
    <p:sldLayoutId xmlns:r="http://schemas.openxmlformats.org/officeDocument/2006/relationships" id="2147483656" r:id="R2cc7990e71904acf"/>
    <p:sldLayoutId xmlns:r="http://schemas.openxmlformats.org/officeDocument/2006/relationships" id="2147483657" r:id="R8cb7df14ba70457b"/>
    <p:sldLayoutId xmlns:r="http://schemas.openxmlformats.org/officeDocument/2006/relationships" id="2147483658" r:id="R214cbebca2364753"/>
    <p:sldLayoutId xmlns:r="http://schemas.openxmlformats.org/officeDocument/2006/relationships" id="2147483659" r:id="R9806dc529c874f0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ff3771b69fa41af"/>
    <p:sldLayoutId xmlns:r="http://schemas.openxmlformats.org/officeDocument/2006/relationships" id="2147483662" r:id="R516a30153e5a428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dc6d7606c943ba" /><Relationship Type="http://schemas.openxmlformats.org/officeDocument/2006/relationships/image" Target="/ppt/media/image.jpeg" Id="R8b45b280334a4887" /><Relationship Type="http://schemas.openxmlformats.org/officeDocument/2006/relationships/notesSlide" Target="/ppt/notesSlides/notesSlide1.xml" Id="R8feceda9175f4b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50438ca76c24313" /><Relationship Type="http://schemas.openxmlformats.org/officeDocument/2006/relationships/image" Target="/ppt/media/image2.jpeg" Id="Rd0c0bdaca2314766" /><Relationship Type="http://schemas.openxmlformats.org/officeDocument/2006/relationships/image" Target="/ppt/media/image.svg" Id="R7aff291c70074194" /><Relationship Type="http://schemas.openxmlformats.org/officeDocument/2006/relationships/image" Target="/ppt/media/image.jpeg" Id="Rc758cd48d4374111" /><Relationship Type="http://schemas.openxmlformats.org/officeDocument/2006/relationships/image" Target="/ppt/media/image2.svg" Id="Ra8e62f2d01a64485" /><Relationship Type="http://schemas.openxmlformats.org/officeDocument/2006/relationships/image" Target="/ppt/media/image3.jpeg" Id="Rf37b97ad947f423e" /><Relationship Type="http://schemas.openxmlformats.org/officeDocument/2006/relationships/image" Target="/ppt/media/image3.svg" Id="R0156031e4c174c94" /><Relationship Type="http://schemas.openxmlformats.org/officeDocument/2006/relationships/image" Target="/ppt/media/image4.jpeg" Id="Re10fed6f2ad74cf6" /><Relationship Type="http://schemas.openxmlformats.org/officeDocument/2006/relationships/image" Target="/ppt/media/image4.svg" Id="R8bb29e9e775c4a1d" /><Relationship Type="http://schemas.openxmlformats.org/officeDocument/2006/relationships/notesSlide" Target="/ppt/notesSlides/notesSlide2.xml" Id="R8808dea14e0946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538b11bf704e9c" /><Relationship Type="http://schemas.openxmlformats.org/officeDocument/2006/relationships/image" Target="/ppt/media/image2.jpeg" Id="R636a9dd98ba5437b" /><Relationship Type="http://schemas.openxmlformats.org/officeDocument/2006/relationships/notesSlide" Target="/ppt/notesSlides/notesSlide3.xml" Id="R2508525422be42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75462f209fa461e" /><Relationship Type="http://schemas.openxmlformats.org/officeDocument/2006/relationships/image" Target="/ppt/media/image2.jpeg" Id="Rb66ba601f0114c95" /><Relationship Type="http://schemas.openxmlformats.org/officeDocument/2006/relationships/notesSlide" Target="/ppt/notesSlides/notesSlide4.xml" Id="Raa8b47a24b0843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504b9bb8c042b2" /><Relationship Type="http://schemas.openxmlformats.org/officeDocument/2006/relationships/image" Target="/ppt/media/image2.jpeg" Id="Rf398ed9e51ea4973" /><Relationship Type="http://schemas.openxmlformats.org/officeDocument/2006/relationships/notesSlide" Target="/ppt/notesSlides/notesSlide5.xml" Id="Re2f52819aa0344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92e93466d89495d" /><Relationship Type="http://schemas.openxmlformats.org/officeDocument/2006/relationships/image" Target="/ppt/media/image2.jpeg" Id="Rac166ffbb23044a4" /><Relationship Type="http://schemas.openxmlformats.org/officeDocument/2006/relationships/notesSlide" Target="/ppt/notesSlides/notesSlide6.xml" Id="Rc4767ae6338b41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8e1ac34e8a4845" /><Relationship Type="http://schemas.openxmlformats.org/officeDocument/2006/relationships/image" Target="/ppt/media/image2.jpeg" Id="R51851382c3cc4537" /><Relationship Type="http://schemas.openxmlformats.org/officeDocument/2006/relationships/notesSlide" Target="/ppt/notesSlides/notesSlide7.xml" Id="Rca86865cb1514a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590581f41e4d66" /><Relationship Type="http://schemas.openxmlformats.org/officeDocument/2006/relationships/image" Target="/ppt/media/image2.jpeg" Id="Rd3ab9e70cc1648bb" /><Relationship Type="http://schemas.openxmlformats.org/officeDocument/2006/relationships/notesSlide" Target="/ppt/notesSlides/notesSlide8.xml" Id="R1ee3e58f25274e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e6ab4c32d04092" /><Relationship Type="http://schemas.openxmlformats.org/officeDocument/2006/relationships/image" Target="/ppt/media/image2.jpeg" Id="R172ac9ae69a94b70" /><Relationship Type="http://schemas.openxmlformats.org/officeDocument/2006/relationships/notesSlide" Target="/ppt/notesSlides/notesSlide9.xml" Id="R84a770c65f294a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7d9f3e30a040d1" /><Relationship Type="http://schemas.openxmlformats.org/officeDocument/2006/relationships/image" Target="/ppt/media/image2.jpeg" Id="Ra6bebbe1fc2546da" /><Relationship Type="http://schemas.openxmlformats.org/officeDocument/2006/relationships/notesSlide" Target="/ppt/notesSlides/notesSlide10.xml" Id="R648d8569490d44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6e632db04714931" /><Relationship Type="http://schemas.openxmlformats.org/officeDocument/2006/relationships/image" Target="/ppt/media/image2.jpeg" Id="Rc0ecad81c72240b3" /><Relationship Type="http://schemas.openxmlformats.org/officeDocument/2006/relationships/notesSlide" Target="/ppt/notesSlides/notesSlide11.xml" Id="R682adc724e0147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e6046cb10d4193" /><Relationship Type="http://schemas.openxmlformats.org/officeDocument/2006/relationships/image" Target="/ppt/media/image2.jpeg" Id="R49d067bfb89b4e0c" /><Relationship Type="http://schemas.openxmlformats.org/officeDocument/2006/relationships/notesSlide" Target="/ppt/notesSlides/notesSlide12.xml" Id="R531ab651ec1149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076f7a1de244733" /><Relationship Type="http://schemas.openxmlformats.org/officeDocument/2006/relationships/image" Target="/ppt/media/image2.jpeg" Id="R1f2e47b85db3425e" /><Relationship Type="http://schemas.openxmlformats.org/officeDocument/2006/relationships/notesSlide" Target="/ppt/notesSlides/notesSlide13.xml" Id="R77ca77560de343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e21a0a52164747" /><Relationship Type="http://schemas.openxmlformats.org/officeDocument/2006/relationships/image" Target="/ppt/media/image2.jpeg" Id="R7376407988fd4034" /><Relationship Type="http://schemas.openxmlformats.org/officeDocument/2006/relationships/notesSlide" Target="/ppt/notesSlides/notesSlide14.xml" Id="Rd73c8715fded41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7d951f644e74752" /><Relationship Type="http://schemas.openxmlformats.org/officeDocument/2006/relationships/image" Target="/ppt/media/image5.jpeg" Id="R3426fa0b439f4563" /><Relationship Type="http://schemas.openxmlformats.org/officeDocument/2006/relationships/notesSlide" Target="/ppt/notesSlides/notesSlide15.xml" Id="Rdda4cfdfa25048f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b45b280334a488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7.1.2 垂线段与点到直线的距离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教材印刷页6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0c0bdaca231476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8cd48d4374111">
            <a:extLst>
              <a:ext uri="{96DAC541-7B7A-43D3-8B79-37D633B846F1}">
                <asvg:svgBlip xmlns:asvg="http://schemas.microsoft.com/office/drawing/2016/SVG/main" r:embed="R7aff291c700741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通过阅读、观察或操作，准确说出垂线段最短、点到直线的距离的含义、表示或基本步骤。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0bdaca2314766">
            <a:extLst>
              <a:ext uri="{96DAC541-7B7A-43D3-8B79-37D633B846F1}">
                <asvg:svgBlip xmlns:asvg="http://schemas.microsoft.com/office/drawing/2016/SVG/main" r:embed="Ra8e62f2d01a6448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在Q2—Q4中运用“用垂线段表示点到直线的距离”，能用完整语言、式子、图形或图表说明依据。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b97ad947f423e">
            <a:extLst>
              <a:ext uri="{96DAC541-7B7A-43D3-8B79-37D633B846F1}">
                <asvg:svgBlip xmlns:asvg="http://schemas.microsoft.com/office/drawing/2016/SVG/main" r:embed="R0156031e4c174c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在基础与变式练习中运用“用垂线段表示点到直线的距离”解决同类问题，并对结果进行检验。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fed6f2ad74cf6">
            <a:extLst>
              <a:ext uri="{96DAC541-7B7A-43D3-8B79-37D633B846F1}">
                <asvg:svgBlip xmlns:asvg="http://schemas.microsoft.com/office/drawing/2016/SVG/main" r:embed="R8bb29e9e775c4a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36a9dd98ba5437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对应印刷页6。先读图、读表或读题，圈出已知和所求。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调用学生已经学习垂线画法、线段长度，具备基本观察、计算、作图或整理数据的经验。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聚焦垂线段最短、点到直线的距离、关键方法，不急于抄结论。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752F987-A05F-488C-A045-A3D3CF46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A6EA0FB-6A80-45CF-B7CD-2F0DE5E0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2628653-751F-4AF8-9466-17DDB976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9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C8AD63CE-8B8B-4407-AD4A-2A0AAD8A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534" y="2460593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D005ACB-B71E-46F9-B8E5-D2A7A9E0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1F4BE4-ECB8-43D2-B371-38F3C7DD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2571856-37DE-43C2-8589-C04BE073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3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05BECE76-35DE-4A97-8C7E-FE397DD5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02" y="2460593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6C63794-DBF4-4247-81D2-282CD1FF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011D190-2487-4C73-9B28-C9E76AEF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20A6D73-FD9E-4158-AAFF-07AF8224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1BC3F120-1200-449F-A979-0E808FB1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534" y="4937093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2262949-55D6-46B9-ABBF-C6CDD49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AC01E4C-C04B-4EF0-B60A-B58CD37D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7E400F9-82BC-49C0-9D1F-EBE2E3C4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1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5C2A7F36-DF24-49EC-8CD8-250EA814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02" y="4937093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66ba601f0114c9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旧知回顾：回顾“垂线画法”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回顾“垂线画法”：写出一条与本课有关的定义、性质或计算规则。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参考要点：正确表述“垂线画法”的核心含义，并说明它与“垂线段最短”的联系。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F43AF2C-1B59-45B6-82FC-B7F1596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31302ED-B387-4B19-BF94-66F49A0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61F74E-27E7-4B30-8B73-927A4E1F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8FEA58DD-6D94-402E-9AFC-2C1D64B2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724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2F1B9AB-C200-4ED7-BB48-BAF00C0C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3629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398ed9e51ea497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阅读教材印刷页6—6，圈出“垂线段最短、点到直线的距离”，分别用一句话记录它们解决什么问题。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小组探究：围绕“把“最短”结论用于实际问题”设计一次观察、操作或推理，记录现象、猜想和验证依据。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围绕“用垂线段表示点到直线的距离”说明理由；同伴只追问条件和依据。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10086F7-D00D-4005-83B8-01762E8A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0CF645C-6412-4822-8689-869E0D7D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70C31AB-80C2-46CD-804C-5767A5B4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69593296-ACA4-4FFD-8716-C770E56C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7196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c166ffbb23044a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概念一：垂线段最短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垂线段最短：按教材明确其定义、条件、表示、性质或步骤。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F986B44-4CE5-47F2-9271-0BD11781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7B94902-1C47-4C8F-A9A8-8F188D37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C7382E-069A-4860-8E3F-C69F2841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7678DBC1-450C-4346-A75A-60565EC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724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FA6483F-5922-41EB-AB77-47D9DFB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3629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1851382c3cc453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概念二：点到直线的距离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点到直线的距离：按教材明确其定义、条件、表示、性质或步骤。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易错提醒：把“最短”结论用于实际问题。先审条件，再使用结论。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329D6CA-3B87-4161-90EB-7BBC9818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64C60B8-4CDA-46DD-8EAA-124A2E17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64A778D-D8DB-4FBF-BDDD-08AE7A5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34444A05-A03B-438B-8E13-28EF2126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724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99A1A0A-8CFE-4B8C-8970-94D62920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3629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ab9e70cc1648b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小组探究：围绕“把“最短”结论用于实际问题”设计一次观察、操作或推理，记录现象、猜想和验证依据。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参考思路：先明确条件，再围绕“用垂线段表示点到直线的距离”形成猜想，最后用定义、计算、图表或反例验证。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07E343-9AA2-4C91-A976-985E00ED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95E4CC0-6C49-40EE-B363-8222F840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52FD63-9A46-4105-8E5E-0F53CFD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64875762-A7F1-4C2B-B68C-AB1B875A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009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1441B1F-0EA3-4CC4-90B9-A28942A3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2914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72ac9ae69a94b7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只记“垂线段最短”的结论，不检查适用条件。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把“用垂线段表示点到直线的距离”与相近概念或逆命题混淆。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6bebbe1fc2546d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教材例题：例题（对应教材第6页引水渠问题）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例题（对应教材第6页引水渠问题）：点P到直线l的垂线段PA长5 cm，另有斜线段PB长6 cm、PC长7 cm。点P到l的距离是多少？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选用用垂线段表示点到直线的距离；3.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教材印刷页6：先思考，再对照规范解答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32F8EE1-561B-4C60-B96F-5FC785BB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889AA0-FDD8-411F-8365-C1B86D1F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6DB0C6-83EF-4C60-AD9E-DB9E1E08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EECDBA1A-229B-4DA5-A950-46700D87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7196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0ecad81c72240b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选择“用垂线段表示点到直线的距离”对应的方法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5 cm；点到直线的距离是垂线段的长度。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没有先确认“用垂线段表示点到直线的距离”的条件，或只写结果不写依据。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CE76FD3-CE05-445A-8062-2026FF3D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3216BB-3AB9-47C6-BEB0-C3E3C09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41A87E8-BC6A-4A9F-826E-5C7C0AAC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1995CA8A-D0D7-4B04-B675-7D01B88D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009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465DFFA-A000-4DF7-8815-F2A8FED3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2914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d067bfb89b4e0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基础辨析：判断“使用‘垂线段最短’时不需要检查条件，只要结论看起来合理即可”，并说明理由。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变式练习：把Q4的一个条件、数据或表示方式作合理改变，仍用“用垂线段表示点到直线的距离”解决，并写出检验。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D182122-A73C-4D81-8D5F-242B4953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DE07947-45C6-4F73-BB49-58A85C3B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96DFED0-4E8D-4957-96B8-7E3F77F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EA995288-5A03-49AD-8A1D-8AD1A549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50244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f2e47b85db3425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变式练习：把Q4的一个条件、数据或表示方式作合理改变，仍用“用垂线段表示点到直线的距离”解决，并写出检验。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答案不唯一。评价要点：改变后的条件完整；方法仍属于“用垂线段表示点到直线的距离”；过程正确；检验与新条件一致。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CB1D341-66A3-4775-928D-236F6EBA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2603AA3-B855-4E91-A79C-552CC122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137C1C5-AF25-418D-8D01-D3B0B978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DCCAE6E6-38FB-44B5-9D28-7196F83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7196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76407988fd403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纠错：“研究垂线段与点到直线的距离时，只记结论，不必区分条件、过程和依据。”这句话对吗？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当堂检测：河岸l外一点P修一条到河岸的最短道路，应沿什么方向修？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E75CF57-4731-4AC5-8358-FBB2B5D0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A692456-A841-419E-9B28-FC297266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8D7E147-EAE2-4CCD-BA4F-C9C8E022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C9536459-C193-4D52-B19A-4289C952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50244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426fa0b439f456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小结参考：本课围绕“垂线段与点到直线的距离”，掌握垂线段最短、点到直线的距离，并能运用用垂线段表示点到直线的距离。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基础：完成教材第6页练习中的基础题并订正Q5、Q7 提升：当堂检测：河岸l外一点P修一条到河岸的最短道路，应沿什么方向修？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我能否：①准确表达垂线段最短；②运用用垂线段表示点到直线的距离；③写清依据并检验？选择“会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4F389FA-8B53-4860-BDBB-4C6B0E55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DF8D1DC-52BA-4081-9180-7521ED7F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97656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BB0BDD8-776A-43F4-98CB-7598863B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56508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72654245-C969-43F3-AACF-1637892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83368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2026-08-02T18:13:12.9630000Z</dcterms:created>
  <dcterms:modified xsi:type="dcterms:W3CDTF">2026-08-02T18:13:12.9630000Z</dcterms:modified>
</coreProperties>
</file>