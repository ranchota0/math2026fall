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cb9df7cd8043dc" /><Relationship Type="http://schemas.openxmlformats.org/officeDocument/2006/relationships/extended-properties" Target="/docProps/app.xml" Id="R55617299c0a848a2" /><Relationship Type="http://schemas.openxmlformats.org/officeDocument/2006/relationships/officeDocument" Target="/ppt/presentation.xml" Id="R49700964466142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16487f06af48c3"/>
    <p:sldMasterId xmlns:r="http://schemas.openxmlformats.org/officeDocument/2006/relationships" id="2147483660" r:id="R4a6c556a74d0448c"/>
  </p:sldMasterIdLst>
  <p:notesMasterIdLst>
    <p:notesMasterId xmlns:r="http://schemas.openxmlformats.org/officeDocument/2006/relationships" r:id="R539e2d2754574436"/>
  </p:notesMasterIdLst>
  <p:sldIdLst>
    <p:sldId xmlns:r="http://schemas.openxmlformats.org/officeDocument/2006/relationships" id="256" r:id="Rcd608f65445d40ed"/>
    <p:sldId xmlns:r="http://schemas.openxmlformats.org/officeDocument/2006/relationships" id="257" r:id="Rc2778c72616b4685"/>
    <p:sldId xmlns:r="http://schemas.openxmlformats.org/officeDocument/2006/relationships" id="258" r:id="Rea508f6eb3084ecf"/>
    <p:sldId xmlns:r="http://schemas.openxmlformats.org/officeDocument/2006/relationships" id="259" r:id="Ra1d9608d1f7f426c"/>
    <p:sldId xmlns:r="http://schemas.openxmlformats.org/officeDocument/2006/relationships" id="260" r:id="Rcf37081c70ac4955"/>
    <p:sldId xmlns:r="http://schemas.openxmlformats.org/officeDocument/2006/relationships" id="261" r:id="R4d57894ca04c4ce8"/>
    <p:sldId xmlns:r="http://schemas.openxmlformats.org/officeDocument/2006/relationships" id="262" r:id="Rc9ce01de52f84a4e"/>
    <p:sldId xmlns:r="http://schemas.openxmlformats.org/officeDocument/2006/relationships" id="263" r:id="R00b4a948745947e9"/>
    <p:sldId xmlns:r="http://schemas.openxmlformats.org/officeDocument/2006/relationships" id="264" r:id="R6f8420fee5ca421b"/>
    <p:sldId xmlns:r="http://schemas.openxmlformats.org/officeDocument/2006/relationships" id="265" r:id="R126944a987dd481f"/>
    <p:sldId xmlns:r="http://schemas.openxmlformats.org/officeDocument/2006/relationships" id="266" r:id="Rac231c2b366f413c"/>
    <p:sldId xmlns:r="http://schemas.openxmlformats.org/officeDocument/2006/relationships" id="267" r:id="R046bd1eafb81479b"/>
    <p:sldId xmlns:r="http://schemas.openxmlformats.org/officeDocument/2006/relationships" id="268" r:id="R14a9163b20224494"/>
    <p:sldId xmlns:r="http://schemas.openxmlformats.org/officeDocument/2006/relationships" id="269" r:id="R33458f20e7d540e6"/>
    <p:sldId xmlns:r="http://schemas.openxmlformats.org/officeDocument/2006/relationships" id="270" r:id="Rc1e4c6254c5248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594918d2584f2c" /><Relationship Type="http://schemas.openxmlformats.org/officeDocument/2006/relationships/slideMaster" Target="/ppt/slideMasters/slideMaster1.xml" Id="R2816487f06af48c3" /><Relationship Type="http://schemas.openxmlformats.org/officeDocument/2006/relationships/slideMaster" Target="/ppt/slideMasters/slideMaster2.xml" Id="R4a6c556a74d0448c" /><Relationship Type="http://schemas.openxmlformats.org/officeDocument/2006/relationships/notesMaster" Target="/ppt/notesMasters/notesMaster1.xml" Id="R539e2d2754574436" /><Relationship Type="http://schemas.openxmlformats.org/officeDocument/2006/relationships/presProps" Target="/ppt/presProps.xml" Id="R8e88eec568f24bee" /><Relationship Type="http://schemas.openxmlformats.org/officeDocument/2006/relationships/viewProps" Target="/ppt/viewProps.xml" Id="Rf96abba8307e4c9f" /><Relationship Type="http://schemas.openxmlformats.org/officeDocument/2006/relationships/tableStyles" Target="/ppt/tableStyles.xml" Id="R75c59ad6d1d34a40" /><Relationship Type="http://schemas.openxmlformats.org/officeDocument/2006/relationships/slide" Target="/ppt/slides/slide1.xml" Id="Rcd608f65445d40ed" /><Relationship Type="http://schemas.openxmlformats.org/officeDocument/2006/relationships/slide" Target="/ppt/slides/slide2.xml" Id="Rc2778c72616b4685" /><Relationship Type="http://schemas.openxmlformats.org/officeDocument/2006/relationships/slide" Target="/ppt/slides/slide3.xml" Id="Rea508f6eb3084ecf" /><Relationship Type="http://schemas.openxmlformats.org/officeDocument/2006/relationships/slide" Target="/ppt/slides/slide4.xml" Id="Ra1d9608d1f7f426c" /><Relationship Type="http://schemas.openxmlformats.org/officeDocument/2006/relationships/slide" Target="/ppt/slides/slide5.xml" Id="Rcf37081c70ac4955" /><Relationship Type="http://schemas.openxmlformats.org/officeDocument/2006/relationships/slide" Target="/ppt/slides/slide6.xml" Id="R4d57894ca04c4ce8" /><Relationship Type="http://schemas.openxmlformats.org/officeDocument/2006/relationships/slide" Target="/ppt/slides/slide7.xml" Id="Rc9ce01de52f84a4e" /><Relationship Type="http://schemas.openxmlformats.org/officeDocument/2006/relationships/slide" Target="/ppt/slides/slide8.xml" Id="R00b4a948745947e9" /><Relationship Type="http://schemas.openxmlformats.org/officeDocument/2006/relationships/slide" Target="/ppt/slides/slide9.xml" Id="R6f8420fee5ca421b" /><Relationship Type="http://schemas.openxmlformats.org/officeDocument/2006/relationships/slide" Target="/ppt/slides/slide10.xml" Id="R126944a987dd481f" /><Relationship Type="http://schemas.openxmlformats.org/officeDocument/2006/relationships/slide" Target="/ppt/slides/slide11.xml" Id="Rac231c2b366f413c" /><Relationship Type="http://schemas.openxmlformats.org/officeDocument/2006/relationships/slide" Target="/ppt/slides/slide12.xml" Id="R046bd1eafb81479b" /><Relationship Type="http://schemas.openxmlformats.org/officeDocument/2006/relationships/slide" Target="/ppt/slides/slide13.xml" Id="R14a9163b20224494" /><Relationship Type="http://schemas.openxmlformats.org/officeDocument/2006/relationships/slide" Target="/ppt/slides/slide14.xml" Id="R33458f20e7d540e6" /><Relationship Type="http://schemas.openxmlformats.org/officeDocument/2006/relationships/slide" Target="/ppt/slides/slide15.xml" Id="Rc1e4c6254c5248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0510cb1e33e84f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77599ac54c49aa" /><Relationship Type="http://schemas.openxmlformats.org/officeDocument/2006/relationships/notesMaster" Target="/ppt/notesMasters/notesMaster1.xml" Id="R0296edaca8714f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dfa8a18a344cde" /><Relationship Type="http://schemas.openxmlformats.org/officeDocument/2006/relationships/notesMaster" Target="/ppt/notesMasters/notesMaster1.xml" Id="Ra2549458d0f848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1f1fb4f7b84711" /><Relationship Type="http://schemas.openxmlformats.org/officeDocument/2006/relationships/notesMaster" Target="/ppt/notesMasters/notesMaster1.xml" Id="Ra85222baa51841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fef9675d004776" /><Relationship Type="http://schemas.openxmlformats.org/officeDocument/2006/relationships/notesMaster" Target="/ppt/notesMasters/notesMaster1.xml" Id="Rdc674a20321648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cbfece2aaa4c77" /><Relationship Type="http://schemas.openxmlformats.org/officeDocument/2006/relationships/notesMaster" Target="/ppt/notesMasters/notesMaster1.xml" Id="Rfd7cd6c0b2bf43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3744f1f38046da" /><Relationship Type="http://schemas.openxmlformats.org/officeDocument/2006/relationships/notesMaster" Target="/ppt/notesMasters/notesMaster1.xml" Id="R3f904e321fb74b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90d4814b7048ff" /><Relationship Type="http://schemas.openxmlformats.org/officeDocument/2006/relationships/notesMaster" Target="/ppt/notesMasters/notesMaster1.xml" Id="Rfd91051b159749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bd0baf504e4de4" /><Relationship Type="http://schemas.openxmlformats.org/officeDocument/2006/relationships/notesMaster" Target="/ppt/notesMasters/notesMaster1.xml" Id="R929b347ff65f45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c078daed1b4eb1" /><Relationship Type="http://schemas.openxmlformats.org/officeDocument/2006/relationships/notesMaster" Target="/ppt/notesMasters/notesMaster1.xml" Id="R4bde225176114d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2a264956bf4331" /><Relationship Type="http://schemas.openxmlformats.org/officeDocument/2006/relationships/notesMaster" Target="/ppt/notesMasters/notesMaster1.xml" Id="Rbf5ce1936a3343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205c0238854f6c" /><Relationship Type="http://schemas.openxmlformats.org/officeDocument/2006/relationships/notesMaster" Target="/ppt/notesMasters/notesMaster1.xml" Id="R72a199fb30704f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6dcb471a2b4ccc" /><Relationship Type="http://schemas.openxmlformats.org/officeDocument/2006/relationships/notesMaster" Target="/ppt/notesMasters/notesMaster1.xml" Id="Ra707b306810241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47b2ff99f144f07" /><Relationship Type="http://schemas.openxmlformats.org/officeDocument/2006/relationships/notesMaster" Target="/ppt/notesMasters/notesMaster1.xml" Id="Ra60be2c4f4644b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cc443a9aa74ca4" /><Relationship Type="http://schemas.openxmlformats.org/officeDocument/2006/relationships/notesMaster" Target="/ppt/notesMasters/notesMaster1.xml" Id="Rd89bb33db9ea426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ffbdd9382af4121" /><Relationship Type="http://schemas.openxmlformats.org/officeDocument/2006/relationships/notesMaster" Target="/ppt/notesMasters/notesMaster1.xml" Id="R1626fb5ce38e45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从教材印刷页32—33进入《相交线与平行线数学活动》。说明本课在第7章 相交线与平行线中的位置。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人教版《义务教育教科书·数学七年级下册》，印刷页32—33。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形成第一个核心概念：平行线画法探究。要求学生标出对象、条件、表示和作用。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形成第二个核心概念或方法：图案与建筑中的平行关系。与前一概念对比，避免相近知识混淆。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呈现Q4，保留独立思考时间。题型对应教材印刷页32—33的例题或典型任务。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人教版《义务教育教科书·数学七年级下册》，印刷页32—33。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b5954d9e6e4f4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8b300bb2bc4f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7c1ef91ccb4d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6ee555c69043f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38be3a0af2494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1d23b0b1ec436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5dbf2ef5cb408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6c31426fa34d1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fd3c4e9e4e4ba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531640884b46f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c837dab6ce4d4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082060ce4a4480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10915f3aa574a82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21f87a72364da7" /><Relationship Type="http://schemas.openxmlformats.org/officeDocument/2006/relationships/slideLayout" Target="/ppt/slideLayouts/slideLayout1.xml" Id="Ra4148fafc34647d7" /><Relationship Type="http://schemas.openxmlformats.org/officeDocument/2006/relationships/slideLayout" Target="/ppt/slideLayouts/slideLayout2.xml" Id="R316eba0cb2774b33" /><Relationship Type="http://schemas.openxmlformats.org/officeDocument/2006/relationships/slideLayout" Target="/ppt/slideLayouts/slideLayout3.xml" Id="Rb812908b947b48b9" /><Relationship Type="http://schemas.openxmlformats.org/officeDocument/2006/relationships/slideLayout" Target="/ppt/slideLayouts/slideLayout4.xml" Id="Rc0b67baaaa71406a" /><Relationship Type="http://schemas.openxmlformats.org/officeDocument/2006/relationships/slideLayout" Target="/ppt/slideLayouts/slideLayout5.xml" Id="R6ba25b156528433d" /><Relationship Type="http://schemas.openxmlformats.org/officeDocument/2006/relationships/slideLayout" Target="/ppt/slideLayouts/slideLayout6.xml" Id="R6763521072e44a6c" /><Relationship Type="http://schemas.openxmlformats.org/officeDocument/2006/relationships/slideLayout" Target="/ppt/slideLayouts/slideLayout7.xml" Id="R8857288fc9f94db1" /><Relationship Type="http://schemas.openxmlformats.org/officeDocument/2006/relationships/slideLayout" Target="/ppt/slideLayouts/slideLayout8.xml" Id="R1b359e6a0ea2403f" /><Relationship Type="http://schemas.openxmlformats.org/officeDocument/2006/relationships/slideLayout" Target="/ppt/slideLayouts/slideLayout9.xml" Id="R1b90576700c44ea9" /><Relationship Type="http://schemas.openxmlformats.org/officeDocument/2006/relationships/slideLayout" Target="/ppt/slideLayouts/slideLayout10.xml" Id="Rf7f99ac5b7824290" /><Relationship Type="http://schemas.openxmlformats.org/officeDocument/2006/relationships/slideLayout" Target="/ppt/slideLayouts/slideLayout11.xml" Id="Rb807da6124664ae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4a43dc833b14ca4" /><Relationship Type="http://schemas.openxmlformats.org/officeDocument/2006/relationships/slideLayout" Target="/ppt/slideLayouts/slideLayout12.xml" Id="Raae2409488f54010" /><Relationship Type="http://schemas.openxmlformats.org/officeDocument/2006/relationships/slideLayout" Target="/ppt/slideLayouts/slideLayout13.xml" Id="R754a1066296e43c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148fafc34647d7"/>
    <p:sldLayoutId xmlns:r="http://schemas.openxmlformats.org/officeDocument/2006/relationships" id="2147483650" r:id="R316eba0cb2774b33"/>
    <p:sldLayoutId xmlns:r="http://schemas.openxmlformats.org/officeDocument/2006/relationships" id="2147483651" r:id="Rb812908b947b48b9"/>
    <p:sldLayoutId xmlns:r="http://schemas.openxmlformats.org/officeDocument/2006/relationships" id="2147483652" r:id="Rc0b67baaaa71406a"/>
    <p:sldLayoutId xmlns:r="http://schemas.openxmlformats.org/officeDocument/2006/relationships" id="2147483653" r:id="R6ba25b156528433d"/>
    <p:sldLayoutId xmlns:r="http://schemas.openxmlformats.org/officeDocument/2006/relationships" id="2147483654" r:id="R6763521072e44a6c"/>
    <p:sldLayoutId xmlns:r="http://schemas.openxmlformats.org/officeDocument/2006/relationships" id="2147483655" r:id="R8857288fc9f94db1"/>
    <p:sldLayoutId xmlns:r="http://schemas.openxmlformats.org/officeDocument/2006/relationships" id="2147483656" r:id="R1b359e6a0ea2403f"/>
    <p:sldLayoutId xmlns:r="http://schemas.openxmlformats.org/officeDocument/2006/relationships" id="2147483657" r:id="R1b90576700c44ea9"/>
    <p:sldLayoutId xmlns:r="http://schemas.openxmlformats.org/officeDocument/2006/relationships" id="2147483658" r:id="Rf7f99ac5b7824290"/>
    <p:sldLayoutId xmlns:r="http://schemas.openxmlformats.org/officeDocument/2006/relationships" id="2147483659" r:id="Rb807da6124664ae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ae2409488f54010"/>
    <p:sldLayoutId xmlns:r="http://schemas.openxmlformats.org/officeDocument/2006/relationships" id="2147483662" r:id="R754a1066296e43c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61dc78f5693432f" /><Relationship Type="http://schemas.openxmlformats.org/officeDocument/2006/relationships/image" Target="/ppt/media/image.jpeg" Id="R5d98eee2108d4357" /><Relationship Type="http://schemas.openxmlformats.org/officeDocument/2006/relationships/notesSlide" Target="/ppt/notesSlides/notesSlide1.xml" Id="R7d9e148e2c0247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8ecd5fd1c6c48d6" /><Relationship Type="http://schemas.openxmlformats.org/officeDocument/2006/relationships/image" Target="/ppt/media/image2.jpeg" Id="Rebb11e91834a48d6" /><Relationship Type="http://schemas.openxmlformats.org/officeDocument/2006/relationships/image" Target="/ppt/media/image.svg" Id="R88c9dc8587f54935" /><Relationship Type="http://schemas.openxmlformats.org/officeDocument/2006/relationships/image" Target="/ppt/media/image.jpeg" Id="R1056342dec344d5b" /><Relationship Type="http://schemas.openxmlformats.org/officeDocument/2006/relationships/image" Target="/ppt/media/image2.svg" Id="R5133065879d74226" /><Relationship Type="http://schemas.openxmlformats.org/officeDocument/2006/relationships/image" Target="/ppt/media/image3.jpeg" Id="R868806e03585462b" /><Relationship Type="http://schemas.openxmlformats.org/officeDocument/2006/relationships/image" Target="/ppt/media/image3.svg" Id="Rde301490abc34aff" /><Relationship Type="http://schemas.openxmlformats.org/officeDocument/2006/relationships/image" Target="/ppt/media/image4.jpeg" Id="R8c29ac5a28e44087" /><Relationship Type="http://schemas.openxmlformats.org/officeDocument/2006/relationships/image" Target="/ppt/media/image4.svg" Id="Rca7b7dc197014f05" /><Relationship Type="http://schemas.openxmlformats.org/officeDocument/2006/relationships/notesSlide" Target="/ppt/notesSlides/notesSlide2.xml" Id="R3a1dbb4c44b740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42debb04062412d" /><Relationship Type="http://schemas.openxmlformats.org/officeDocument/2006/relationships/image" Target="/ppt/media/image2.jpeg" Id="Rb46c8b4e75fa4095" /><Relationship Type="http://schemas.openxmlformats.org/officeDocument/2006/relationships/notesSlide" Target="/ppt/notesSlides/notesSlide3.xml" Id="R8d1b5d3b0e3649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42e762d663d4f69" /><Relationship Type="http://schemas.openxmlformats.org/officeDocument/2006/relationships/image" Target="/ppt/media/image2.jpeg" Id="R1142c16a12424473" /><Relationship Type="http://schemas.openxmlformats.org/officeDocument/2006/relationships/notesSlide" Target="/ppt/notesSlides/notesSlide4.xml" Id="R8f9a90593f8444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2ea5c88092249c0" /><Relationship Type="http://schemas.openxmlformats.org/officeDocument/2006/relationships/image" Target="/ppt/media/image2.jpeg" Id="Rb6874d708e284abd" /><Relationship Type="http://schemas.openxmlformats.org/officeDocument/2006/relationships/notesSlide" Target="/ppt/notesSlides/notesSlide5.xml" Id="R20571f4ac03748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b458518e83541bf" /><Relationship Type="http://schemas.openxmlformats.org/officeDocument/2006/relationships/image" Target="/ppt/media/image2.jpeg" Id="R9cd9ab6265ce4b7d" /><Relationship Type="http://schemas.openxmlformats.org/officeDocument/2006/relationships/notesSlide" Target="/ppt/notesSlides/notesSlide6.xml" Id="R5fa93d495a0d42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dfee131fce84c9b" /><Relationship Type="http://schemas.openxmlformats.org/officeDocument/2006/relationships/image" Target="/ppt/media/image2.jpeg" Id="R984c94f577e74946" /><Relationship Type="http://schemas.openxmlformats.org/officeDocument/2006/relationships/notesSlide" Target="/ppt/notesSlides/notesSlide7.xml" Id="R6bb2a5eb92cb41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2def501427d4a97" /><Relationship Type="http://schemas.openxmlformats.org/officeDocument/2006/relationships/image" Target="/ppt/media/image2.jpeg" Id="R68a4fda0fc79486e" /><Relationship Type="http://schemas.openxmlformats.org/officeDocument/2006/relationships/notesSlide" Target="/ppt/notesSlides/notesSlide8.xml" Id="R918ed6ed16fa4e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04073d4f1ae4e83" /><Relationship Type="http://schemas.openxmlformats.org/officeDocument/2006/relationships/image" Target="/ppt/media/image2.jpeg" Id="R9259057104a44bf4" /><Relationship Type="http://schemas.openxmlformats.org/officeDocument/2006/relationships/notesSlide" Target="/ppt/notesSlides/notesSlide9.xml" Id="R70ba91c1fe3a47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3e5eb8fbad1410a" /><Relationship Type="http://schemas.openxmlformats.org/officeDocument/2006/relationships/image" Target="/ppt/media/image2.jpeg" Id="R62caec9e096c4a49" /><Relationship Type="http://schemas.openxmlformats.org/officeDocument/2006/relationships/notesSlide" Target="/ppt/notesSlides/notesSlide10.xml" Id="R76b23e019ce048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efabb0fd8ac4991" /><Relationship Type="http://schemas.openxmlformats.org/officeDocument/2006/relationships/image" Target="/ppt/media/image2.jpeg" Id="R3d2c689d970449ae" /><Relationship Type="http://schemas.openxmlformats.org/officeDocument/2006/relationships/notesSlide" Target="/ppt/notesSlides/notesSlide11.xml" Id="Rb75cad1371e146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27e2868a5554788" /><Relationship Type="http://schemas.openxmlformats.org/officeDocument/2006/relationships/image" Target="/ppt/media/image2.jpeg" Id="R3f86908238d443fd" /><Relationship Type="http://schemas.openxmlformats.org/officeDocument/2006/relationships/notesSlide" Target="/ppt/notesSlides/notesSlide12.xml" Id="R04bbd750f1a84c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7181dd5cf034a8f" /><Relationship Type="http://schemas.openxmlformats.org/officeDocument/2006/relationships/image" Target="/ppt/media/image2.jpeg" Id="R0efe8568ef8d42ef" /><Relationship Type="http://schemas.openxmlformats.org/officeDocument/2006/relationships/notesSlide" Target="/ppt/notesSlides/notesSlide13.xml" Id="Raf6d55aa64a8422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2b9bf09a60244e4" /><Relationship Type="http://schemas.openxmlformats.org/officeDocument/2006/relationships/image" Target="/ppt/media/image2.jpeg" Id="R4304d3ef44b04af4" /><Relationship Type="http://schemas.openxmlformats.org/officeDocument/2006/relationships/notesSlide" Target="/ppt/notesSlides/notesSlide14.xml" Id="R68187266790941a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ccabe65245449d2" /><Relationship Type="http://schemas.openxmlformats.org/officeDocument/2006/relationships/image" Target="/ppt/media/image5.jpeg" Id="R3bb1e3e242724e08" /><Relationship Type="http://schemas.openxmlformats.org/officeDocument/2006/relationships/notesSlide" Target="/ppt/notesSlides/notesSlide15.xml" Id="R9126e708c30e448c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d98eee2108d435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数学活动 相交线与平行线数学活动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第7章 相交线与平行线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教材印刷页32—33 · 活动课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bb11e91834a48d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6342dec344d5b">
            <a:extLst>
              <a:ext uri="{96DAC541-7B7A-43D3-8B79-37D633B846F1}">
                <asvg:svgBlip xmlns:asvg="http://schemas.microsoft.com/office/drawing/2016/SVG/main" r:embed="R88c9dc8587f5493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通过阅读、观察或操作，准确说出平行线画法探究、图案与建筑中的平行关系的含义、表示或基本步骤。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11e91834a48d6">
            <a:extLst>
              <a:ext uri="{96DAC541-7B7A-43D3-8B79-37D633B846F1}">
                <asvg:svgBlip xmlns:asvg="http://schemas.microsoft.com/office/drawing/2016/SVG/main" r:embed="R5133065879d7422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在Q2—Q4中运用“用所学知识解释活动结果”，能用完整语言、式子、图形或图表说明依据。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8806e03585462b">
            <a:extLst>
              <a:ext uri="{96DAC541-7B7A-43D3-8B79-37D633B846F1}">
                <asvg:svgBlip xmlns:asvg="http://schemas.microsoft.com/office/drawing/2016/SVG/main" r:embed="Rde301490abc34af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在基础与变式练习中运用“用所学知识解释活动结果”解决同类问题，并对结果进行检验。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29ac5a28e44087">
            <a:extLst>
              <a:ext uri="{96DAC541-7B7A-43D3-8B79-37D633B846F1}">
                <asvg:svgBlip xmlns:asvg="http://schemas.microsoft.com/office/drawing/2016/SVG/main" r:embed="Rca7b7dc197014f0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46c8b4e75fa409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对应印刷页32—33。先读图、读表或读题，圈出已知和所求。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调用学生已经学习平行线判定、平移，具备基本观察、计算、作图或整理数据的经验。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聚焦平行线画法探究、图案与建筑中的平行关系、关键方法，不急于抄结论。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43868FC-1C2C-4E97-A016-73E13A1D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56BCEBFB-F48C-404D-A9BD-C1013588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615" y="2428208"/>
            <a:ext cx="350520" cy="3505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8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A4B7AFF5-C949-4B7F-8CF4-DEE6E760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320" y="2428208"/>
            <a:ext cx="350520" cy="3505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872562D-3D60-4DB8-9822-71C17C4E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84009" y="2603468"/>
            <a:ext cx="4470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  <p:sp>
        <p:nvSpPr>
          <p:cNvPr id="2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0F79532-A860-4620-BD99-15565E67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1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3A56439F-8F75-4E9C-A963-5ED3964F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583" y="2428208"/>
            <a:ext cx="350520" cy="3505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22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888408B7-03B2-4B12-8F30-2C055D82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3289" y="2428208"/>
            <a:ext cx="350520" cy="3505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E8EF09F-C4A4-4993-B399-5FA23176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144977" y="2603468"/>
            <a:ext cx="4470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9F668D7-AAB3-4733-903D-B47B499D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3346AFF5-A94D-42BB-9710-66F9B8EB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615" y="4904708"/>
            <a:ext cx="350520" cy="3505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26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8A1E4E2C-904D-4898-A13E-B135F54C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320" y="4904708"/>
            <a:ext cx="350520" cy="3505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5903230-8B68-470E-A159-1C1EFC47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84009" y="5079968"/>
            <a:ext cx="4470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9C89613-B548-4DF6-92F4-55EA3747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7C592C83-4890-4954-BD57-3847C45D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583" y="4904708"/>
            <a:ext cx="350520" cy="3505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30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DB875525-E595-495E-913F-96D1C1DB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3289" y="4904708"/>
            <a:ext cx="350520" cy="3505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5EB436F-2B83-48FF-8E3C-FBAFFE49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144977" y="5079968"/>
            <a:ext cx="4470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142c16a1242447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旧知回顾：回顾“平行线判定”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回顾“平行线判定”：写出一条与本课有关的定义、性质或计算规则。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参考要点：正确表述“平行线判定”的核心含义，并说明它与“平行线画法探究”的联系。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D3DD820-C3AC-4020-8FF2-F340C595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755799B4-348A-48D4-9720-9CF10372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265" y="3543300"/>
            <a:ext cx="819150" cy="819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5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AE019602-3CD4-4986-9DA0-EE819344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3543300"/>
            <a:ext cx="819150" cy="819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45A6F6E-C8B2-4A6A-B78F-A4158F7D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78190" y="3952875"/>
            <a:ext cx="10163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F0DD20D-31DD-4826-844E-FADB3AB8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190" y="3552825"/>
            <a:ext cx="129349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方向 + 距离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6874d708e284ab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阅读教材印刷页32—33，圈出“平行线画法探究、图案与建筑中的平行关系”，分别用一句话记录它们解决什么问题。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小组探究：围绕“把操作结果组织成有依据的说明”设计一次观察、操作或推理，记录现象、猜想和验证依据。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围绕“用所学知识解释活动结果”说明理由；同伴只追问条件和依据。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FEA17FD-D9EA-4508-B5E7-A08E920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B037706D-DC1C-4BB3-9EAE-47A9727C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" y="4703683"/>
            <a:ext cx="317659" cy="317659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6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0005EE64-66C0-4DCD-8E7B-DD9731A7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768" y="4703683"/>
            <a:ext cx="317659" cy="317659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7009E38-391B-434B-81CE-1862F677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396490" y="4862513"/>
            <a:ext cx="9115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cd9ab6265ce4b7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概念一：平行线画法探究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平行线画法探究：按教材明确其定义、条件、表示、性质或步骤。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8DE140D-D0C7-4625-86B6-E7DE2E6E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43A3C892-14FB-4F7D-A27E-E847BF96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265" y="3543300"/>
            <a:ext cx="819150" cy="819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5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EA12C3B6-C4A5-418A-8ED3-A8C00C30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3543300"/>
            <a:ext cx="819150" cy="819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04423EA-9C47-4A1A-8B99-B764C1C9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78190" y="3952875"/>
            <a:ext cx="10163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FF5DDCF-B0CD-4428-BF77-364F64CE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190" y="3552825"/>
            <a:ext cx="129349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方向 + 距离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84c94f577e7494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概念二：图案与建筑中的平行关系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图案与建筑中的平行关系：按教材明确其定义、条件、表示、性质或步骤。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易错提醒：把操作结果组织成有依据的说明。先审条件，再使用结论。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CC98E14-7F08-48BB-8C37-144D4867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92258EDE-5DBF-4ABF-ADE2-C96BBE25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265" y="3543300"/>
            <a:ext cx="819150" cy="819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5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756E541C-A098-420C-A42B-C9E2F247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3543300"/>
            <a:ext cx="819150" cy="819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AF340AB-C9DF-4FED-96AE-5B7A6CC9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78190" y="3952875"/>
            <a:ext cx="10163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B39C615-3950-40A3-9C06-C784E0C5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190" y="3552825"/>
            <a:ext cx="129349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方向 + 距离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8a4fda0fc79486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小组探究：围绕“把操作结果组织成有依据的说明”设计一次观察、操作或推理，记录现象、猜想和验证依据。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参考思路：先明确条件，再围绕“用所学知识解释活动结果”形成猜想，最后用定义、计算、图表或反例验证。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97A3246-321C-40C1-BA73-6DD001CD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A03EDEF7-42A3-4EFF-8F8B-8C7AB34B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835" y="3000375"/>
            <a:ext cx="476250" cy="476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21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B2AB84BC-F6F2-4E81-AC38-D71BAC7A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3000375"/>
            <a:ext cx="476250" cy="476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F5E688F-2D5F-4D57-AFFD-7256553D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14410" y="3238500"/>
            <a:ext cx="8696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4793B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D058CAF-C734-464F-A629-930EF263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838450"/>
            <a:ext cx="110680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方向 + 距离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259057104a44bf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只记“平行线画法探究”的结论，不检查适用条件。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把“用所学知识解释活动结果”与相近概念或逆命题混淆。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2caec9e096c4a4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教材例题：例题（对应教材第32—33页数学活动）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例题（对应教材第32—33页数学活动）：小组用直尺和三角尺画三条互相平行的直线，比较不同画法并记录依据。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选用用所学知识解释活动结果；3.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教材印刷页32—33：先思考，再对照规范解答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830E47E-C9CC-4861-A491-EAC68F48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B385620C-39E0-4893-A50A-6C65358F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" y="4703683"/>
            <a:ext cx="317659" cy="317659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6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F462B4B0-96B4-40D9-A180-7CE35597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768" y="4703683"/>
            <a:ext cx="317659" cy="317659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696AF17-B939-45C1-83C2-DAEADEFF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396490" y="4862513"/>
            <a:ext cx="9115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d2c689d970449a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选择“用所学知识解释活动结果”对应的方法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保持三角尺一边贴住直尺，沿直尺平移后多次画线；各线同垂直于或同平行于同一方向，因此互相平行。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没有先确认“用所学知识解释活动结果”的条件，或只写结果不写依据。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3BA5859-26D8-4265-9987-47219038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F69A7256-D777-4BA8-A70B-422877F0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835" y="3000375"/>
            <a:ext cx="476250" cy="476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21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49952917-BAA2-441B-86CA-9BD24122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3000375"/>
            <a:ext cx="476250" cy="476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2EABC10-EAC7-40A1-93DD-B9794EF6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14410" y="3238500"/>
            <a:ext cx="8696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4793B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C6427A3-B7D1-4308-BF15-C90A92D9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10" y="2838450"/>
            <a:ext cx="110680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方向 + 距离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f86908238d443f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基础辨析：判断“使用‘平行线画法探究’时不需要检查条件，只要结论看起来合理即可”，并说明理由。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变式练习：把Q4的一个条件、数据或表示方式作合理改变，仍用“用所学知识解释活动结果”解决，并写出检验。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70C5858-D855-493F-8936-9A045BA7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3A56DA06-7752-4CDD-B76F-0FDEE836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" y="5019437"/>
            <a:ext cx="295751" cy="295751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6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39E9F5F4-551C-4C81-A1B1-0FDE3065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6603" y="5019437"/>
            <a:ext cx="295751" cy="295751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A8E20B9-BB66-4E38-A600-68F668D1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93620" y="5167313"/>
            <a:ext cx="8486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efe8568ef8d42e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变式练习：把Q4的一个条件、数据或表示方式作合理改变，仍用“用所学知识解释活动结果”解决，并写出检验。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答案不唯一。评价要点：改变后的条件完整；方法仍属于“用所学知识解释活动结果”；过程正确；检验与新条件一致。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3B39E74-BDB0-4D9C-8B08-D45B6772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42D1A2E3-6AD1-448F-A69C-04A85585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" y="4703683"/>
            <a:ext cx="317659" cy="317659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6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EAC984D4-FA59-46C2-9972-DD3D8024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768" y="4703683"/>
            <a:ext cx="317659" cy="317659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84771D2-97CB-44C3-AF02-BCDC277F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396490" y="4862513"/>
            <a:ext cx="9115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304d3ef44b04af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纠错：“研究相交线与平行线数学活动时，只记结论，不必区分条件、过程和依据。”这句话对吗？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当堂检测：活动报告应包含哪些证据，才能说明画出的直线确实平行？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0E71E5F-618A-4C98-A617-41E33B8F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E0CFCDFB-89EC-43D7-BD9E-BD82009B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" y="5019437"/>
            <a:ext cx="295751" cy="295751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6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653ABD05-83D7-4555-87C5-40D52FE5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6603" y="5019437"/>
            <a:ext cx="295751" cy="295751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69A0235-FB7B-4611-A245-AE7BAB37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93620" y="5167313"/>
            <a:ext cx="8486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bb1e3e242724e0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小结参考：本课围绕“相交线与平行线数学活动”，掌握平行线画法探究、图案与建筑中的平行关系，并能运用用所学知识解释活动结果。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基础：完成活动记录与小组展示中的基础题并订正Q5、Q7 提升：当堂检测：活动报告应包含哪些证据，才能说明画出的直线确实平行？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我能否：①准确表达平行线画法探究；②运用用所学知识解释活动结果；③写清依据并检验？选择“会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7D082B4-CD3A-4783-8C02-9CE0B5FB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ranslate-source">
            <a:extLst xmlns:a="http://schemas.openxmlformats.org/drawingml/2006/main">
              <a:ext uri="{FF2B5EF4-FFF2-40B4-BE49-F238E27FC236}">
                <a16:creationId xmlns:a16="http://schemas.microsoft.com/office/drawing/2014/main" id="{C6F8558C-A95C-467B-B1FD-DDA21306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795" y="2828687"/>
            <a:ext cx="295751" cy="295751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EFE7"/>
          </a:solidFill>
          <a:ln xmlns:a="http://schemas.openxmlformats.org/drawingml/2006/main" w="19050">
            <a:solidFill>
              <a:srgbClr val="1B8F77"/>
            </a:solidFill>
            <a:prstDash val="solid"/>
          </a:ln>
        </p:spPr>
      </p:sp>
      <p:sp>
        <p:nvSpPr>
          <p:cNvPr id="15" name="batch-translate-target">
            <a:extLst xmlns:a="http://schemas.openxmlformats.org/drawingml/2006/main">
              <a:ext uri="{FF2B5EF4-FFF2-40B4-BE49-F238E27FC236}">
                <a16:creationId xmlns:a16="http://schemas.microsoft.com/office/drawing/2014/main" id="{205C04E6-39CC-4B44-8857-B653EC35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7378" y="2828687"/>
            <a:ext cx="295751" cy="295751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B360750-D65C-49FF-B2ED-0E23D356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70570" y="2976563"/>
            <a:ext cx="95345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2026-08-02T18:13:21.9230000Z</dcterms:created>
  <dcterms:modified xsi:type="dcterms:W3CDTF">2026-08-02T18:13:21.9230000Z</dcterms:modified>
</coreProperties>
</file>