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256bcb8c564fae" /><Relationship Type="http://schemas.openxmlformats.org/officeDocument/2006/relationships/extended-properties" Target="/docProps/app.xml" Id="R1f3148674f6d4ab1" /><Relationship Type="http://schemas.openxmlformats.org/officeDocument/2006/relationships/officeDocument" Target="/ppt/presentation.xml" Id="Rc62aa76fcaf44d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3687eaff7c461f"/>
    <p:sldMasterId xmlns:r="http://schemas.openxmlformats.org/officeDocument/2006/relationships" id="2147483660" r:id="R6e8139d9e1394818"/>
  </p:sldMasterIdLst>
  <p:notesMasterIdLst>
    <p:notesMasterId xmlns:r="http://schemas.openxmlformats.org/officeDocument/2006/relationships" r:id="R775b20cba7384bf3"/>
  </p:notesMasterIdLst>
  <p:sldIdLst>
    <p:sldId xmlns:r="http://schemas.openxmlformats.org/officeDocument/2006/relationships" id="256" r:id="R4a50ca256cef465a"/>
    <p:sldId xmlns:r="http://schemas.openxmlformats.org/officeDocument/2006/relationships" id="257" r:id="R8e270a58a2074d43"/>
    <p:sldId xmlns:r="http://schemas.openxmlformats.org/officeDocument/2006/relationships" id="258" r:id="R0515e44eda1e4203"/>
    <p:sldId xmlns:r="http://schemas.openxmlformats.org/officeDocument/2006/relationships" id="259" r:id="R5c9704bde9db43e1"/>
    <p:sldId xmlns:r="http://schemas.openxmlformats.org/officeDocument/2006/relationships" id="260" r:id="R23f471cc06d049c2"/>
    <p:sldId xmlns:r="http://schemas.openxmlformats.org/officeDocument/2006/relationships" id="261" r:id="R8c987e1c92dc4846"/>
    <p:sldId xmlns:r="http://schemas.openxmlformats.org/officeDocument/2006/relationships" id="262" r:id="Rbfc66e7179874c3d"/>
    <p:sldId xmlns:r="http://schemas.openxmlformats.org/officeDocument/2006/relationships" id="263" r:id="Rc8dba6de5654425d"/>
    <p:sldId xmlns:r="http://schemas.openxmlformats.org/officeDocument/2006/relationships" id="264" r:id="R4eb945a05d104f4c"/>
    <p:sldId xmlns:r="http://schemas.openxmlformats.org/officeDocument/2006/relationships" id="265" r:id="Rf7e28eeed7c245ec"/>
    <p:sldId xmlns:r="http://schemas.openxmlformats.org/officeDocument/2006/relationships" id="266" r:id="Rf9fc164075174883"/>
    <p:sldId xmlns:r="http://schemas.openxmlformats.org/officeDocument/2006/relationships" id="267" r:id="Rc95b2265395c4cd5"/>
    <p:sldId xmlns:r="http://schemas.openxmlformats.org/officeDocument/2006/relationships" id="268" r:id="Rf05b9b322495456e"/>
    <p:sldId xmlns:r="http://schemas.openxmlformats.org/officeDocument/2006/relationships" id="269" r:id="R93d680ff786540d3"/>
    <p:sldId xmlns:r="http://schemas.openxmlformats.org/officeDocument/2006/relationships" id="270" r:id="R437a121d0d2644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03453c483b4835" /><Relationship Type="http://schemas.openxmlformats.org/officeDocument/2006/relationships/slideMaster" Target="/ppt/slideMasters/slideMaster1.xml" Id="R593687eaff7c461f" /><Relationship Type="http://schemas.openxmlformats.org/officeDocument/2006/relationships/slideMaster" Target="/ppt/slideMasters/slideMaster2.xml" Id="R6e8139d9e1394818" /><Relationship Type="http://schemas.openxmlformats.org/officeDocument/2006/relationships/notesMaster" Target="/ppt/notesMasters/notesMaster1.xml" Id="R775b20cba7384bf3" /><Relationship Type="http://schemas.openxmlformats.org/officeDocument/2006/relationships/presProps" Target="/ppt/presProps.xml" Id="R8a40d9994c4a461b" /><Relationship Type="http://schemas.openxmlformats.org/officeDocument/2006/relationships/viewProps" Target="/ppt/viewProps.xml" Id="R7b1834a321c940c2" /><Relationship Type="http://schemas.openxmlformats.org/officeDocument/2006/relationships/tableStyles" Target="/ppt/tableStyles.xml" Id="Rf93e2a3ee4ac4643" /><Relationship Type="http://schemas.openxmlformats.org/officeDocument/2006/relationships/slide" Target="/ppt/slides/slide1.xml" Id="R4a50ca256cef465a" /><Relationship Type="http://schemas.openxmlformats.org/officeDocument/2006/relationships/slide" Target="/ppt/slides/slide2.xml" Id="R8e270a58a2074d43" /><Relationship Type="http://schemas.openxmlformats.org/officeDocument/2006/relationships/slide" Target="/ppt/slides/slide3.xml" Id="R0515e44eda1e4203" /><Relationship Type="http://schemas.openxmlformats.org/officeDocument/2006/relationships/slide" Target="/ppt/slides/slide4.xml" Id="R5c9704bde9db43e1" /><Relationship Type="http://schemas.openxmlformats.org/officeDocument/2006/relationships/slide" Target="/ppt/slides/slide5.xml" Id="R23f471cc06d049c2" /><Relationship Type="http://schemas.openxmlformats.org/officeDocument/2006/relationships/slide" Target="/ppt/slides/slide6.xml" Id="R8c987e1c92dc4846" /><Relationship Type="http://schemas.openxmlformats.org/officeDocument/2006/relationships/slide" Target="/ppt/slides/slide7.xml" Id="Rbfc66e7179874c3d" /><Relationship Type="http://schemas.openxmlformats.org/officeDocument/2006/relationships/slide" Target="/ppt/slides/slide8.xml" Id="Rc8dba6de5654425d" /><Relationship Type="http://schemas.openxmlformats.org/officeDocument/2006/relationships/slide" Target="/ppt/slides/slide9.xml" Id="R4eb945a05d104f4c" /><Relationship Type="http://schemas.openxmlformats.org/officeDocument/2006/relationships/slide" Target="/ppt/slides/slide10.xml" Id="Rf7e28eeed7c245ec" /><Relationship Type="http://schemas.openxmlformats.org/officeDocument/2006/relationships/slide" Target="/ppt/slides/slide11.xml" Id="Rf9fc164075174883" /><Relationship Type="http://schemas.openxmlformats.org/officeDocument/2006/relationships/slide" Target="/ppt/slides/slide12.xml" Id="Rc95b2265395c4cd5" /><Relationship Type="http://schemas.openxmlformats.org/officeDocument/2006/relationships/slide" Target="/ppt/slides/slide13.xml" Id="Rf05b9b322495456e" /><Relationship Type="http://schemas.openxmlformats.org/officeDocument/2006/relationships/slide" Target="/ppt/slides/slide14.xml" Id="R93d680ff786540d3" /><Relationship Type="http://schemas.openxmlformats.org/officeDocument/2006/relationships/slide" Target="/ppt/slides/slide15.xml" Id="R437a121d0d2644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8d2f280201847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c19b34e28f46ee" /><Relationship Type="http://schemas.openxmlformats.org/officeDocument/2006/relationships/notesMaster" Target="/ppt/notesMasters/notesMaster1.xml" Id="Rd9bda7aec19a44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ac053f89b94e2f" /><Relationship Type="http://schemas.openxmlformats.org/officeDocument/2006/relationships/notesMaster" Target="/ppt/notesMasters/notesMaster1.xml" Id="R243847ca00c941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72db39bd7d4a3b" /><Relationship Type="http://schemas.openxmlformats.org/officeDocument/2006/relationships/notesMaster" Target="/ppt/notesMasters/notesMaster1.xml" Id="Ra0ec6f29a74643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5a53e8f3ff43ff" /><Relationship Type="http://schemas.openxmlformats.org/officeDocument/2006/relationships/notesMaster" Target="/ppt/notesMasters/notesMaster1.xml" Id="R725f71366d9f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682378e8034c9c" /><Relationship Type="http://schemas.openxmlformats.org/officeDocument/2006/relationships/notesMaster" Target="/ppt/notesMasters/notesMaster1.xml" Id="R1d19551d8d044d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9df22032642bd" /><Relationship Type="http://schemas.openxmlformats.org/officeDocument/2006/relationships/notesMaster" Target="/ppt/notesMasters/notesMaster1.xml" Id="Rb4cb4ee3babb40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4c4e3ec00c40e9" /><Relationship Type="http://schemas.openxmlformats.org/officeDocument/2006/relationships/notesMaster" Target="/ppt/notesMasters/notesMaster1.xml" Id="R3c80bba7b3234a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5241b79ffb4708" /><Relationship Type="http://schemas.openxmlformats.org/officeDocument/2006/relationships/notesMaster" Target="/ppt/notesMasters/notesMaster1.xml" Id="R2fe096503e1c48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1e1b20644042e3" /><Relationship Type="http://schemas.openxmlformats.org/officeDocument/2006/relationships/notesMaster" Target="/ppt/notesMasters/notesMaster1.xml" Id="R56426bb839f347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d7e3dd240f494d" /><Relationship Type="http://schemas.openxmlformats.org/officeDocument/2006/relationships/notesMaster" Target="/ppt/notesMasters/notesMaster1.xml" Id="R21445590e9644d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4f95064b5748cd" /><Relationship Type="http://schemas.openxmlformats.org/officeDocument/2006/relationships/notesMaster" Target="/ppt/notesMasters/notesMaster1.xml" Id="R95ac45fe93ed47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21f03ee4324df8" /><Relationship Type="http://schemas.openxmlformats.org/officeDocument/2006/relationships/notesMaster" Target="/ppt/notesMasters/notesMaster1.xml" Id="R4243cda18aac48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8010cadd864b4e" /><Relationship Type="http://schemas.openxmlformats.org/officeDocument/2006/relationships/notesMaster" Target="/ppt/notesMasters/notesMaster1.xml" Id="R2c20b72fd06447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6f4e07188f43f7" /><Relationship Type="http://schemas.openxmlformats.org/officeDocument/2006/relationships/notesMaster" Target="/ppt/notesMasters/notesMaster1.xml" Id="R05439fc4c76d47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0b41cfa558423f" /><Relationship Type="http://schemas.openxmlformats.org/officeDocument/2006/relationships/notesMaster" Target="/ppt/notesMasters/notesMaster1.xml" Id="R27ab3006f25d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从教材印刷页34—38进入《相交线与平行线章末复习》。说明本课在第7章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人教版《义务教育教科书·数学七年级下册》，印刷页34—38。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形成第一个核心概念：相交线。要求学生标出对象、条件、表示和作用。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形成第二个核心概念或方法：垂线。与前一概念对比，避免相近知识混淆。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呈现Q4，保留独立思考时间。题型对应教材印刷页34—38的例题或典型任务。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人教版《义务教育教科书·数学七年级下册》，印刷页34—38。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1cedb31b44b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be66eac1f4b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9ea31ea3d4b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10ef927ee46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c585c762243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ec7c2f6f449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7aa3cdf104f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cdc77603244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98419d3eb4de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7c83e7864484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aa55392f44be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4a9b2453e446b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fbdb86ea5344c4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c06c334f1b44c2" /><Relationship Type="http://schemas.openxmlformats.org/officeDocument/2006/relationships/slideLayout" Target="/ppt/slideLayouts/slideLayout1.xml" Id="R98a48678e0a84deb" /><Relationship Type="http://schemas.openxmlformats.org/officeDocument/2006/relationships/slideLayout" Target="/ppt/slideLayouts/slideLayout2.xml" Id="R2d83e571af994379" /><Relationship Type="http://schemas.openxmlformats.org/officeDocument/2006/relationships/slideLayout" Target="/ppt/slideLayouts/slideLayout3.xml" Id="R062a0d4b374440ed" /><Relationship Type="http://schemas.openxmlformats.org/officeDocument/2006/relationships/slideLayout" Target="/ppt/slideLayouts/slideLayout4.xml" Id="R7703ab9035ba4f86" /><Relationship Type="http://schemas.openxmlformats.org/officeDocument/2006/relationships/slideLayout" Target="/ppt/slideLayouts/slideLayout5.xml" Id="R2cac72d15ec945d7" /><Relationship Type="http://schemas.openxmlformats.org/officeDocument/2006/relationships/slideLayout" Target="/ppt/slideLayouts/slideLayout6.xml" Id="Rfeb6f4e86dc94ec0" /><Relationship Type="http://schemas.openxmlformats.org/officeDocument/2006/relationships/slideLayout" Target="/ppt/slideLayouts/slideLayout7.xml" Id="R4186aaab7adb4bb4" /><Relationship Type="http://schemas.openxmlformats.org/officeDocument/2006/relationships/slideLayout" Target="/ppt/slideLayouts/slideLayout8.xml" Id="Re2a89f0e6d3c4f18" /><Relationship Type="http://schemas.openxmlformats.org/officeDocument/2006/relationships/slideLayout" Target="/ppt/slideLayouts/slideLayout9.xml" Id="R38b2b5211381466b" /><Relationship Type="http://schemas.openxmlformats.org/officeDocument/2006/relationships/slideLayout" Target="/ppt/slideLayouts/slideLayout10.xml" Id="R0e9ea3f7319e47bc" /><Relationship Type="http://schemas.openxmlformats.org/officeDocument/2006/relationships/slideLayout" Target="/ppt/slideLayouts/slideLayout11.xml" Id="R91b75607cd5446b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2ed5843325f4e49" /><Relationship Type="http://schemas.openxmlformats.org/officeDocument/2006/relationships/slideLayout" Target="/ppt/slideLayouts/slideLayout12.xml" Id="Rc5ebd7e32dc649e9" /><Relationship Type="http://schemas.openxmlformats.org/officeDocument/2006/relationships/slideLayout" Target="/ppt/slideLayouts/slideLayout13.xml" Id="R7869c3fbf38e47f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48678e0a84deb"/>
    <p:sldLayoutId xmlns:r="http://schemas.openxmlformats.org/officeDocument/2006/relationships" id="2147483650" r:id="R2d83e571af994379"/>
    <p:sldLayoutId xmlns:r="http://schemas.openxmlformats.org/officeDocument/2006/relationships" id="2147483651" r:id="R062a0d4b374440ed"/>
    <p:sldLayoutId xmlns:r="http://schemas.openxmlformats.org/officeDocument/2006/relationships" id="2147483652" r:id="R7703ab9035ba4f86"/>
    <p:sldLayoutId xmlns:r="http://schemas.openxmlformats.org/officeDocument/2006/relationships" id="2147483653" r:id="R2cac72d15ec945d7"/>
    <p:sldLayoutId xmlns:r="http://schemas.openxmlformats.org/officeDocument/2006/relationships" id="2147483654" r:id="Rfeb6f4e86dc94ec0"/>
    <p:sldLayoutId xmlns:r="http://schemas.openxmlformats.org/officeDocument/2006/relationships" id="2147483655" r:id="R4186aaab7adb4bb4"/>
    <p:sldLayoutId xmlns:r="http://schemas.openxmlformats.org/officeDocument/2006/relationships" id="2147483656" r:id="Re2a89f0e6d3c4f18"/>
    <p:sldLayoutId xmlns:r="http://schemas.openxmlformats.org/officeDocument/2006/relationships" id="2147483657" r:id="R38b2b5211381466b"/>
    <p:sldLayoutId xmlns:r="http://schemas.openxmlformats.org/officeDocument/2006/relationships" id="2147483658" r:id="R0e9ea3f7319e47bc"/>
    <p:sldLayoutId xmlns:r="http://schemas.openxmlformats.org/officeDocument/2006/relationships" id="2147483659" r:id="R91b75607cd5446b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5ebd7e32dc649e9"/>
    <p:sldLayoutId xmlns:r="http://schemas.openxmlformats.org/officeDocument/2006/relationships" id="2147483662" r:id="R7869c3fbf38e47f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85a357a6254c67" /><Relationship Type="http://schemas.openxmlformats.org/officeDocument/2006/relationships/image" Target="/ppt/media/image.jpeg" Id="R20c5406d19f74b0d" /><Relationship Type="http://schemas.openxmlformats.org/officeDocument/2006/relationships/notesSlide" Target="/ppt/notesSlides/notesSlide1.xml" Id="Rf1c40b11ad794b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3fbe1346664bcf" /><Relationship Type="http://schemas.openxmlformats.org/officeDocument/2006/relationships/image" Target="/ppt/media/image2.jpeg" Id="R49d1e72231ff41e3" /><Relationship Type="http://schemas.openxmlformats.org/officeDocument/2006/relationships/image" Target="/ppt/media/image.svg" Id="R53284c7b94ed4ad5" /><Relationship Type="http://schemas.openxmlformats.org/officeDocument/2006/relationships/image" Target="/ppt/media/image.jpeg" Id="R1f76aa33231a4146" /><Relationship Type="http://schemas.openxmlformats.org/officeDocument/2006/relationships/image" Target="/ppt/media/image2.svg" Id="R3d904cd9be4e43ea" /><Relationship Type="http://schemas.openxmlformats.org/officeDocument/2006/relationships/image" Target="/ppt/media/image3.jpeg" Id="Rb434a0a9ff9b4dc4" /><Relationship Type="http://schemas.openxmlformats.org/officeDocument/2006/relationships/image" Target="/ppt/media/image3.svg" Id="Ra5b92990f9704b57" /><Relationship Type="http://schemas.openxmlformats.org/officeDocument/2006/relationships/image" Target="/ppt/media/image4.jpeg" Id="R730ca79e43514b75" /><Relationship Type="http://schemas.openxmlformats.org/officeDocument/2006/relationships/image" Target="/ppt/media/image4.svg" Id="Rdd74dcd7625f446a" /><Relationship Type="http://schemas.openxmlformats.org/officeDocument/2006/relationships/notesSlide" Target="/ppt/notesSlides/notesSlide2.xml" Id="R0c9e6d1fdb5540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81f0a214304c4c" /><Relationship Type="http://schemas.openxmlformats.org/officeDocument/2006/relationships/image" Target="/ppt/media/image2.jpeg" Id="R9d93e4c5f51d4908" /><Relationship Type="http://schemas.openxmlformats.org/officeDocument/2006/relationships/notesSlide" Target="/ppt/notesSlides/notesSlide3.xml" Id="R7297b58520ba4f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3bda28c22164c33" /><Relationship Type="http://schemas.openxmlformats.org/officeDocument/2006/relationships/image" Target="/ppt/media/image2.jpeg" Id="R59a86519b78140ef" /><Relationship Type="http://schemas.openxmlformats.org/officeDocument/2006/relationships/notesSlide" Target="/ppt/notesSlides/notesSlide4.xml" Id="Rc3a2b0649a0148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0888dc45504350" /><Relationship Type="http://schemas.openxmlformats.org/officeDocument/2006/relationships/image" Target="/ppt/media/image2.jpeg" Id="R217932b428904e20" /><Relationship Type="http://schemas.openxmlformats.org/officeDocument/2006/relationships/notesSlide" Target="/ppt/notesSlides/notesSlide5.xml" Id="R2ba6aab9249540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d3898dc21c499b" /><Relationship Type="http://schemas.openxmlformats.org/officeDocument/2006/relationships/image" Target="/ppt/media/image2.jpeg" Id="Redbb67a62c534bc4" /><Relationship Type="http://schemas.openxmlformats.org/officeDocument/2006/relationships/notesSlide" Target="/ppt/notesSlides/notesSlide6.xml" Id="R6e1f1dfb0350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188f56444a4084" /><Relationship Type="http://schemas.openxmlformats.org/officeDocument/2006/relationships/image" Target="/ppt/media/image2.jpeg" Id="Redbbc81e517b47cf" /><Relationship Type="http://schemas.openxmlformats.org/officeDocument/2006/relationships/notesSlide" Target="/ppt/notesSlides/notesSlide7.xml" Id="R2e15d20b758e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31431ef96a49e4" /><Relationship Type="http://schemas.openxmlformats.org/officeDocument/2006/relationships/image" Target="/ppt/media/image2.jpeg" Id="R3a9d83ff6963435d" /><Relationship Type="http://schemas.openxmlformats.org/officeDocument/2006/relationships/notesSlide" Target="/ppt/notesSlides/notesSlide8.xml" Id="Rb6096200628e4f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3bae733a7d4dac" /><Relationship Type="http://schemas.openxmlformats.org/officeDocument/2006/relationships/image" Target="/ppt/media/image2.jpeg" Id="Rd5267363ad2d4883" /><Relationship Type="http://schemas.openxmlformats.org/officeDocument/2006/relationships/notesSlide" Target="/ppt/notesSlides/notesSlide9.xml" Id="R33c3e4a0a2dd45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b4211a03e6433d" /><Relationship Type="http://schemas.openxmlformats.org/officeDocument/2006/relationships/image" Target="/ppt/media/image2.jpeg" Id="Re3baf10633df4774" /><Relationship Type="http://schemas.openxmlformats.org/officeDocument/2006/relationships/notesSlide" Target="/ppt/notesSlides/notesSlide10.xml" Id="R3a50fdb6d70f4e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1d299108c94c98" /><Relationship Type="http://schemas.openxmlformats.org/officeDocument/2006/relationships/image" Target="/ppt/media/image2.jpeg" Id="R1ed507da108648b2" /><Relationship Type="http://schemas.openxmlformats.org/officeDocument/2006/relationships/notesSlide" Target="/ppt/notesSlides/notesSlide11.xml" Id="R4733f9cb2d964d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f007e137bea4415" /><Relationship Type="http://schemas.openxmlformats.org/officeDocument/2006/relationships/image" Target="/ppt/media/image2.jpeg" Id="Rc2077141fa834de0" /><Relationship Type="http://schemas.openxmlformats.org/officeDocument/2006/relationships/notesSlide" Target="/ppt/notesSlides/notesSlide12.xml" Id="R1c62479117d242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cd7bfb7bb7447f" /><Relationship Type="http://schemas.openxmlformats.org/officeDocument/2006/relationships/image" Target="/ppt/media/image2.jpeg" Id="R7780684ff9764023" /><Relationship Type="http://schemas.openxmlformats.org/officeDocument/2006/relationships/notesSlide" Target="/ppt/notesSlides/notesSlide13.xml" Id="Rb57b35c4a7ce48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aa192bafe24698" /><Relationship Type="http://schemas.openxmlformats.org/officeDocument/2006/relationships/image" Target="/ppt/media/image2.jpeg" Id="R3ad7a14e8eb040e1" /><Relationship Type="http://schemas.openxmlformats.org/officeDocument/2006/relationships/notesSlide" Target="/ppt/notesSlides/notesSlide14.xml" Id="R641db664dc8844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27b823ab33469c" /><Relationship Type="http://schemas.openxmlformats.org/officeDocument/2006/relationships/image" Target="/ppt/media/image5.jpeg" Id="R9e3a257f85d54a95" /><Relationship Type="http://schemas.openxmlformats.org/officeDocument/2006/relationships/notesSlide" Target="/ppt/notesSlides/notesSlide15.xml" Id="R8afbe061f8624a6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0c5406d19f74b0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小结与复习题7 相交线与平行线章末复习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教材印刷页34—38 · 复习课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d1e72231ff41e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6aa33231a4146">
            <a:extLst>
              <a:ext uri="{96DAC541-7B7A-43D3-8B79-37D633B846F1}">
                <asvg:svgBlip xmlns:asvg="http://schemas.microsoft.com/office/drawing/2016/SVG/main" r:embed="R53284c7b94ed4a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通过阅读、观察或操作，准确说出相交线、垂线、平行线判定与性质、命题证明、平移的含义、表示或基本步骤。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1e72231ff41e3">
            <a:extLst>
              <a:ext uri="{96DAC541-7B7A-43D3-8B79-37D633B846F1}">
                <asvg:svgBlip xmlns:asvg="http://schemas.microsoft.com/office/drawing/2016/SVG/main" r:embed="R3d904cd9be4e43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在Q2—Q4中运用“构建位置关系—角关系—推理方法知识网络”，能用完整语言、式子、图形或图表说明依据。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4a0a9ff9b4dc4">
            <a:extLst>
              <a:ext uri="{96DAC541-7B7A-43D3-8B79-37D633B846F1}">
                <asvg:svgBlip xmlns:asvg="http://schemas.microsoft.com/office/drawing/2016/SVG/main" r:embed="Ra5b92990f9704b5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在基础与变式练习中运用“构建位置关系—角关系—推理方法知识网络”解决同类问题，并对结果进行检验。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ca79e43514b75">
            <a:extLst>
              <a:ext uri="{96DAC541-7B7A-43D3-8B79-37D633B846F1}">
                <asvg:svgBlip xmlns:asvg="http://schemas.microsoft.com/office/drawing/2016/SVG/main" r:embed="Rdd74dcd7625f44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d93e4c5f51d490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对应印刷页34—38。先读图、读表或读题，圈出已知和所求。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调用学生已经学习第七章全部内容，具备基本观察、计算、作图或整理数据的经验。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聚焦相交线、垂线、平行线判定与性质、命题证明、平移，不急于抄结论。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90C99B5-11F3-45E4-82F4-D77D6267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070C5C-BD7E-4597-831B-DAE295AA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446B5BE-1D14-469B-805A-6C67D96D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DA03A14-E814-458E-8B14-4A1EC45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04FCE91-69D1-4612-B954-A3A19E63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F206BF-B628-4B41-B461-37B02B96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BD4E53-13BA-4FA8-A21F-4DF1780E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AA1FFC-A7D1-4663-8FC3-D5D50E37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73971F1-76BE-4B01-9737-54B1412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AA12CC-AC77-4C1C-985D-68438482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6338BB-5120-44D6-98BA-49BE16AD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1B7167B-C481-44DE-9ECA-451D5DE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AB1EC36-CCAA-4B40-BA7E-3F5ECCE5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346C85-0EE1-4AA8-BC80-59C3FD02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54DDC9-5CCF-47A4-8974-591170D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EA63E2-844D-465F-9FFF-8667EFC7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9a86519b78140e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旧知回顾：回顾“第七章全部内容”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回顾“第七章全部内容”：写出一条与本课有关的定义、性质或计算规则。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参考要点：正确表述“第七章全部内容”的核心含义，并说明它与“相交线”的联系。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A3534F8-1675-4114-A762-2527EA6F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5489746-0EA9-43B9-991B-4E27E57D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457CD5-1BEF-4D91-AF41-E05A4CB4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AF4DCC-EC31-4764-8A6C-EF940B6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F8FCFD4-90B3-45AF-B89A-061385B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B09C773-735A-4BBB-8B2F-E1D37375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50D5EDE-4D6B-4653-8638-F0C8C26A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5F569D8-64BD-404F-AC4A-ECC6F96A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17932b428904e2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阅读教材印刷页34—38，圈出“相交线、垂线、平行线判定与性质、命题证明、平移”，分别用一句话记录它们解决什么问题。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小组探究：围绕“综合图形中的多步推理与规范表达”设计一次观察、操作或推理，记录现象、猜想和验证依据。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围绕“构建位置关系—角关系—推理方法知识网络”说明理由；同伴只追问条件和依据。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93692A7-80E5-4593-97E3-81B48A7C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BEC8E3-F5B1-4E22-A25E-E3B87D24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5296C0B-4CBC-488C-A1D0-36C1703C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125D4A-DC65-4BAC-BB50-EF892152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bb67a62c534bc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概念一：相交线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相交线：按教材明确其定义、条件、表示、性质或步骤。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C2C0145-5CEB-4793-A589-3F1B809A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69526F1-BAF9-4430-B624-C40CF3CA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25F5B41-6AD8-47F2-8719-533CD0B5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BBD78B7-7A41-4AED-A8C7-198A07A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082884F-6569-441F-B160-891EA201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D97A9A3-AA0E-43BC-A34E-370AB9A0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4D15408-6DFC-4FCF-89E3-31EE69C2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C4D8B41-5AD1-41E6-A99A-474A5A81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bbc81e517b47c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概念二：垂线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垂线：按教材明确其定义、条件、表示、性质或步骤。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易错提醒：综合图形中的多步推理与规范表达。先审条件，再使用结论。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7607F33-DBC8-438C-8E7E-79DF7C8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D27FA42-56E3-432C-8622-61214969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4F9E159-F27C-4E39-9E22-B9E4E2A9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95FB8D-D485-482E-A382-622DAA52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95D0DA6-418B-44B6-9E1D-56A2B9DD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A09F653-5AF1-46E3-958D-C21FA9C6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EFE122D-DC0F-4565-B084-FBD689F2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DBA707-7A11-4393-829C-280F7273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9d83ff6963435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小组探究：围绕“综合图形中的多步推理与规范表达”设计一次观察、操作或推理，记录现象、猜想和验证依据。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参考思路：先明确条件，再围绕“构建位置关系—角关系—推理方法知识网络”形成猜想，最后用定义、计算、图表或反例验证。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6658BAB-4D0F-451A-9739-D833E20F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9DA9E56-C413-49FA-9F32-02373B6C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6C9A0F-3332-4985-BF82-FE218F4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E8E189E-29F5-4739-9319-D5DB4326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D603096-407C-404F-A16A-2E9235BD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353B15D-B3BE-43E0-8164-1779B40E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DACA25E-6958-4728-BF47-3342FFC2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90FAAA4-5744-41D9-8109-5600EB95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5267363ad2d488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只记“相交线”的结论，不检查适用条件。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把“构建位置关系—角关系—推理方法知识网络”与相近概念或逆命题混淆。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3baf10633df477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教材例题：例题（对应教材小结典型问题）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例题（对应教材小结典型问题）：已知a∥b，截线c形成一个68°角，求同位角、内错角和同旁内角。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选用构建位置关系—角关系—推理方法知识网络；3.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教材印刷页34—38：先思考，再对照规范解答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39BE2E6-5193-4D0C-BA66-B428C8B6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5C5325E-4BA5-45D1-9BB6-7284728B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82FCAD-03DC-4DEB-8502-F9A1D390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97772C-5A64-4BC5-9370-1D99A9E2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d507da108648b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选择“构建位置关系—角关系—推理方法知识网络”对应的方法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同位角68°，内错角68°，同旁内角112°。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没有先确认“构建位置关系—角关系—推理方法知识网络”的条件，或只写结果不写依据。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9721F18-1A83-464B-9190-C2E96FD1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617397-9A89-4676-AA26-43D66F4C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36EB23F-B154-4B88-8A97-B3A628A2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4420639-7989-4981-8AAB-6ADC6BF0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F728D3E-7B76-4587-8EEA-4720504D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DCF7BD1-EA4A-4C44-9622-986A1FEB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A6FA20F-D38D-4ED9-9230-BD442264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11E138F-734F-400F-823D-DA256673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2077141fa834d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基础辨析：判断“使用‘相交线’时不需要检查条件，只要结论看起来合理即可”，并说明理由。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变式练习：把Q4的一个条件、数据或表示方式作合理改变，仍用“构建位置关系—角关系—推理方法知识网络”解决，并写出检验。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E06455B-BA46-4C5B-8AF8-9F3BE0B5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B1C930-EC0B-4013-ACB9-78D38A65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6B61F88-75CC-4EC7-96D4-A5A72932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4BEF22-3A26-4D69-A195-0ADD7D3D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780684ff976402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变式练习：把Q4的一个条件、数据或表示方式作合理改变，仍用“构建位置关系—角关系—推理方法知识网络”解决，并写出检验。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答案不唯一。评价要点：改变后的条件完整；方法仍属于“构建位置关系—角关系—推理方法知识网络”；过程正确；检验与新条件一致。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4D34280-3F3B-498F-B5BD-67FE445F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EDEB4DE-EEE5-4DCB-BD16-E5E67496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F6A994-9B56-4954-869F-C990527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365DDA-120D-4B9A-BA76-CE80ADF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d7a14e8eb040e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纠错：“研究相交线与平行线章末复习时，只记结论，不必区分条件、过程和依据。”这句话对吗？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当堂检测：用一句话概括本章“位置关系—角关系—图形变换”的主线。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6B375B3-BA62-4A9E-9817-3738B2BC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AE64C9-299C-448A-B95C-2B296311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7A9C17B-13E4-4AA9-AF81-433B6A6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854BC5-C357-4E14-A6EA-B40A26D4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e3a257f85d54a9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小结参考：本课围绕“相交线与平行线章末复习”，掌握相交线、垂线、平行线判定与性质、命题证明、平移，并能运用构建位置关系—角关系—推理方法知识网络。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基础：完成教材复习题7中的基础题并订正Q5、Q7 提升：当堂检测：用一句话概括本章“位置关系—角关系—图形变换”的主线。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我能否：①准确表达相交线；②运用构建位置关系—角关系—推理方法知识网络；③写清依据并检验？选择“会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0E26B51-5952-4F51-A90E-52A79FD2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075EA8C-BD80-4D9C-AC85-9782F85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79654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ABE10B-986D-47AC-8123-1F35D778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20802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086681A-F1BB-45C7-BCE0-3864FEB1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7215" y="2565083"/>
            <a:ext cx="1473518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2026-08-02T18:13:22.8310000Z</dcterms:created>
  <dcterms:modified xsi:type="dcterms:W3CDTF">2026-08-02T18:13:22.8310000Z</dcterms:modified>
</coreProperties>
</file>