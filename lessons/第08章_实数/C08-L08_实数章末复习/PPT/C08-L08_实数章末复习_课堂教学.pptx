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3c7a255d264413" /><Relationship Type="http://schemas.openxmlformats.org/officeDocument/2006/relationships/extended-properties" Target="/docProps/app.xml" Id="R0866d626e8f946d7" /><Relationship Type="http://schemas.openxmlformats.org/officeDocument/2006/relationships/officeDocument" Target="/ppt/presentation.xml" Id="Rd491adc93cfb49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1df41255d94c72"/>
    <p:sldMasterId xmlns:r="http://schemas.openxmlformats.org/officeDocument/2006/relationships" id="2147483660" r:id="Rdcbbddffb4e5447d"/>
  </p:sldMasterIdLst>
  <p:notesMasterIdLst>
    <p:notesMasterId xmlns:r="http://schemas.openxmlformats.org/officeDocument/2006/relationships" r:id="Rd4b7e4a55d6c4e8c"/>
  </p:notesMasterIdLst>
  <p:sldIdLst>
    <p:sldId xmlns:r="http://schemas.openxmlformats.org/officeDocument/2006/relationships" id="256" r:id="R2f7b43da40394279"/>
    <p:sldId xmlns:r="http://schemas.openxmlformats.org/officeDocument/2006/relationships" id="257" r:id="R1929451218634887"/>
    <p:sldId xmlns:r="http://schemas.openxmlformats.org/officeDocument/2006/relationships" id="258" r:id="Racb5582306d247a9"/>
    <p:sldId xmlns:r="http://schemas.openxmlformats.org/officeDocument/2006/relationships" id="259" r:id="Rdb47d4eb49ea4c5c"/>
    <p:sldId xmlns:r="http://schemas.openxmlformats.org/officeDocument/2006/relationships" id="260" r:id="R38a1e4cc1e254c23"/>
    <p:sldId xmlns:r="http://schemas.openxmlformats.org/officeDocument/2006/relationships" id="261" r:id="R496ca22944364a7b"/>
    <p:sldId xmlns:r="http://schemas.openxmlformats.org/officeDocument/2006/relationships" id="262" r:id="Rc38077ea87a642c8"/>
    <p:sldId xmlns:r="http://schemas.openxmlformats.org/officeDocument/2006/relationships" id="263" r:id="Rd729f711ac6a43f5"/>
    <p:sldId xmlns:r="http://schemas.openxmlformats.org/officeDocument/2006/relationships" id="264" r:id="R452fb6babec64ba1"/>
    <p:sldId xmlns:r="http://schemas.openxmlformats.org/officeDocument/2006/relationships" id="265" r:id="Rfea52f0ab65543e5"/>
    <p:sldId xmlns:r="http://schemas.openxmlformats.org/officeDocument/2006/relationships" id="266" r:id="R4674709b745749ed"/>
    <p:sldId xmlns:r="http://schemas.openxmlformats.org/officeDocument/2006/relationships" id="267" r:id="R651845a3ca074433"/>
    <p:sldId xmlns:r="http://schemas.openxmlformats.org/officeDocument/2006/relationships" id="268" r:id="Rb52a46a6df734279"/>
    <p:sldId xmlns:r="http://schemas.openxmlformats.org/officeDocument/2006/relationships" id="269" r:id="Ra14debbb284641f8"/>
    <p:sldId xmlns:r="http://schemas.openxmlformats.org/officeDocument/2006/relationships" id="270" r:id="R12a9ab2e65864c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f6d3c76cbe43ff" /><Relationship Type="http://schemas.openxmlformats.org/officeDocument/2006/relationships/slideMaster" Target="/ppt/slideMasters/slideMaster1.xml" Id="Ra21df41255d94c72" /><Relationship Type="http://schemas.openxmlformats.org/officeDocument/2006/relationships/slideMaster" Target="/ppt/slideMasters/slideMaster2.xml" Id="Rdcbbddffb4e5447d" /><Relationship Type="http://schemas.openxmlformats.org/officeDocument/2006/relationships/notesMaster" Target="/ppt/notesMasters/notesMaster1.xml" Id="Rd4b7e4a55d6c4e8c" /><Relationship Type="http://schemas.openxmlformats.org/officeDocument/2006/relationships/presProps" Target="/ppt/presProps.xml" Id="Rabc92e73e9524f59" /><Relationship Type="http://schemas.openxmlformats.org/officeDocument/2006/relationships/viewProps" Target="/ppt/viewProps.xml" Id="Rd046aff5962a4168" /><Relationship Type="http://schemas.openxmlformats.org/officeDocument/2006/relationships/tableStyles" Target="/ppt/tableStyles.xml" Id="R657e88b867ea4406" /><Relationship Type="http://schemas.openxmlformats.org/officeDocument/2006/relationships/slide" Target="/ppt/slides/slide1.xml" Id="R2f7b43da40394279" /><Relationship Type="http://schemas.openxmlformats.org/officeDocument/2006/relationships/slide" Target="/ppt/slides/slide2.xml" Id="R1929451218634887" /><Relationship Type="http://schemas.openxmlformats.org/officeDocument/2006/relationships/slide" Target="/ppt/slides/slide3.xml" Id="Racb5582306d247a9" /><Relationship Type="http://schemas.openxmlformats.org/officeDocument/2006/relationships/slide" Target="/ppt/slides/slide4.xml" Id="Rdb47d4eb49ea4c5c" /><Relationship Type="http://schemas.openxmlformats.org/officeDocument/2006/relationships/slide" Target="/ppt/slides/slide5.xml" Id="R38a1e4cc1e254c23" /><Relationship Type="http://schemas.openxmlformats.org/officeDocument/2006/relationships/slide" Target="/ppt/slides/slide6.xml" Id="R496ca22944364a7b" /><Relationship Type="http://schemas.openxmlformats.org/officeDocument/2006/relationships/slide" Target="/ppt/slides/slide7.xml" Id="Rc38077ea87a642c8" /><Relationship Type="http://schemas.openxmlformats.org/officeDocument/2006/relationships/slide" Target="/ppt/slides/slide8.xml" Id="Rd729f711ac6a43f5" /><Relationship Type="http://schemas.openxmlformats.org/officeDocument/2006/relationships/slide" Target="/ppt/slides/slide9.xml" Id="R452fb6babec64ba1" /><Relationship Type="http://schemas.openxmlformats.org/officeDocument/2006/relationships/slide" Target="/ppt/slides/slide10.xml" Id="Rfea52f0ab65543e5" /><Relationship Type="http://schemas.openxmlformats.org/officeDocument/2006/relationships/slide" Target="/ppt/slides/slide11.xml" Id="R4674709b745749ed" /><Relationship Type="http://schemas.openxmlformats.org/officeDocument/2006/relationships/slide" Target="/ppt/slides/slide12.xml" Id="R651845a3ca074433" /><Relationship Type="http://schemas.openxmlformats.org/officeDocument/2006/relationships/slide" Target="/ppt/slides/slide13.xml" Id="Rb52a46a6df734279" /><Relationship Type="http://schemas.openxmlformats.org/officeDocument/2006/relationships/slide" Target="/ppt/slides/slide14.xml" Id="Ra14debbb284641f8" /><Relationship Type="http://schemas.openxmlformats.org/officeDocument/2006/relationships/slide" Target="/ppt/slides/slide15.xml" Id="R12a9ab2e65864c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29aa421fa09744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29cba4aff04f29" /><Relationship Type="http://schemas.openxmlformats.org/officeDocument/2006/relationships/notesMaster" Target="/ppt/notesMasters/notesMaster1.xml" Id="R3517ec660c7744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523a6e774147a1" /><Relationship Type="http://schemas.openxmlformats.org/officeDocument/2006/relationships/notesMaster" Target="/ppt/notesMasters/notesMaster1.xml" Id="Rd77095b26db842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2a90152ab64e0c" /><Relationship Type="http://schemas.openxmlformats.org/officeDocument/2006/relationships/notesMaster" Target="/ppt/notesMasters/notesMaster1.xml" Id="Re4dd95ee2b9446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68cc9ba15a45b7" /><Relationship Type="http://schemas.openxmlformats.org/officeDocument/2006/relationships/notesMaster" Target="/ppt/notesMasters/notesMaster1.xml" Id="R4b6cbec2e98345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dd008e61f84d61" /><Relationship Type="http://schemas.openxmlformats.org/officeDocument/2006/relationships/notesMaster" Target="/ppt/notesMasters/notesMaster1.xml" Id="R937e67bfe8684e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c9297ec1404525" /><Relationship Type="http://schemas.openxmlformats.org/officeDocument/2006/relationships/notesMaster" Target="/ppt/notesMasters/notesMaster1.xml" Id="R7e0d5a1eb49742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6ce17c39f74ddd" /><Relationship Type="http://schemas.openxmlformats.org/officeDocument/2006/relationships/notesMaster" Target="/ppt/notesMasters/notesMaster1.xml" Id="R989bea8d6b6a4d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f07e56795f4896" /><Relationship Type="http://schemas.openxmlformats.org/officeDocument/2006/relationships/notesMaster" Target="/ppt/notesMasters/notesMaster1.xml" Id="R3ce45ff71bd843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087d195a04b4ba2" /><Relationship Type="http://schemas.openxmlformats.org/officeDocument/2006/relationships/notesMaster" Target="/ppt/notesMasters/notesMaster1.xml" Id="Rb2c33ce412104d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52648afa865479f" /><Relationship Type="http://schemas.openxmlformats.org/officeDocument/2006/relationships/notesMaster" Target="/ppt/notesMasters/notesMaster1.xml" Id="Rdc978264af0a435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76e3f2417fa426a" /><Relationship Type="http://schemas.openxmlformats.org/officeDocument/2006/relationships/notesMaster" Target="/ppt/notesMasters/notesMaster1.xml" Id="R1322ffedd0af44c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6d449e079f64c14" /><Relationship Type="http://schemas.openxmlformats.org/officeDocument/2006/relationships/notesMaster" Target="/ppt/notesMasters/notesMaster1.xml" Id="R6413c2c70124491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037f4f0594641bb" /><Relationship Type="http://schemas.openxmlformats.org/officeDocument/2006/relationships/notesMaster" Target="/ppt/notesMasters/notesMaster1.xml" Id="Rc7ac8cd5143f484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24f9b0a0ea74a1b" /><Relationship Type="http://schemas.openxmlformats.org/officeDocument/2006/relationships/notesMaster" Target="/ppt/notesMasters/notesMaster1.xml" Id="Rbd4299c4317c41c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29308b2f4bb4d6e" /><Relationship Type="http://schemas.openxmlformats.org/officeDocument/2006/relationships/notesMaster" Target="/ppt/notesMasters/notesMaster1.xml" Id="Rcaa99feea6a64b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从教材印刷页60—62进入《实数章末复习》。说明本课在第8章 实数中的位置。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人教版《义务教育教科书·数学七年级下册》，印刷页60—62。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形成第一个核心概念：平方根。要求学生标出对象、条件、表示和作用。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形成第二个核心概念或方法：立方根。与前一概念对比，避免相近知识混淆。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呈现Q4，保留独立思考时间。题型对应教材印刷页60—62的例题或典型任务。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人教版《义务教育教科书·数学七年级下册》，印刷页60—62。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e67d9d091e4ef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4e764be15d441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3b39c2e484409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6fe95a4c2e499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7996f7728a4e2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59edd0f94f47a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f5581a44424f0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986e7bec1b416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aa5008651f4ed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c92fdab704494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97cdd2f36c481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3ec33ead34e496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780febd6774416b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5307064d5b43fa" /><Relationship Type="http://schemas.openxmlformats.org/officeDocument/2006/relationships/slideLayout" Target="/ppt/slideLayouts/slideLayout1.xml" Id="Ra4872d6e7a19485f" /><Relationship Type="http://schemas.openxmlformats.org/officeDocument/2006/relationships/slideLayout" Target="/ppt/slideLayouts/slideLayout2.xml" Id="R0a6de131bde14e0a" /><Relationship Type="http://schemas.openxmlformats.org/officeDocument/2006/relationships/slideLayout" Target="/ppt/slideLayouts/slideLayout3.xml" Id="R77d8bd5b73114dd7" /><Relationship Type="http://schemas.openxmlformats.org/officeDocument/2006/relationships/slideLayout" Target="/ppt/slideLayouts/slideLayout4.xml" Id="Rb79a00c1445640f3" /><Relationship Type="http://schemas.openxmlformats.org/officeDocument/2006/relationships/slideLayout" Target="/ppt/slideLayouts/slideLayout5.xml" Id="Re9939ffed1e840c8" /><Relationship Type="http://schemas.openxmlformats.org/officeDocument/2006/relationships/slideLayout" Target="/ppt/slideLayouts/slideLayout6.xml" Id="R4ceac3a7a7754b95" /><Relationship Type="http://schemas.openxmlformats.org/officeDocument/2006/relationships/slideLayout" Target="/ppt/slideLayouts/slideLayout7.xml" Id="R24f860a1c90a4422" /><Relationship Type="http://schemas.openxmlformats.org/officeDocument/2006/relationships/slideLayout" Target="/ppt/slideLayouts/slideLayout8.xml" Id="R1152e62db3df46cb" /><Relationship Type="http://schemas.openxmlformats.org/officeDocument/2006/relationships/slideLayout" Target="/ppt/slideLayouts/slideLayout9.xml" Id="R802c6b934ee646e0" /><Relationship Type="http://schemas.openxmlformats.org/officeDocument/2006/relationships/slideLayout" Target="/ppt/slideLayouts/slideLayout10.xml" Id="Rf5ada027a69d4ab9" /><Relationship Type="http://schemas.openxmlformats.org/officeDocument/2006/relationships/slideLayout" Target="/ppt/slideLayouts/slideLayout11.xml" Id="Rf02d923017504bc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5282a2b34ab4b8a" /><Relationship Type="http://schemas.openxmlformats.org/officeDocument/2006/relationships/slideLayout" Target="/ppt/slideLayouts/slideLayout12.xml" Id="R894124c3c4534e50" /><Relationship Type="http://schemas.openxmlformats.org/officeDocument/2006/relationships/slideLayout" Target="/ppt/slideLayouts/slideLayout13.xml" Id="R4ec2ff8801d64c09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872d6e7a19485f"/>
    <p:sldLayoutId xmlns:r="http://schemas.openxmlformats.org/officeDocument/2006/relationships" id="2147483650" r:id="R0a6de131bde14e0a"/>
    <p:sldLayoutId xmlns:r="http://schemas.openxmlformats.org/officeDocument/2006/relationships" id="2147483651" r:id="R77d8bd5b73114dd7"/>
    <p:sldLayoutId xmlns:r="http://schemas.openxmlformats.org/officeDocument/2006/relationships" id="2147483652" r:id="Rb79a00c1445640f3"/>
    <p:sldLayoutId xmlns:r="http://schemas.openxmlformats.org/officeDocument/2006/relationships" id="2147483653" r:id="Re9939ffed1e840c8"/>
    <p:sldLayoutId xmlns:r="http://schemas.openxmlformats.org/officeDocument/2006/relationships" id="2147483654" r:id="R4ceac3a7a7754b95"/>
    <p:sldLayoutId xmlns:r="http://schemas.openxmlformats.org/officeDocument/2006/relationships" id="2147483655" r:id="R24f860a1c90a4422"/>
    <p:sldLayoutId xmlns:r="http://schemas.openxmlformats.org/officeDocument/2006/relationships" id="2147483656" r:id="R1152e62db3df46cb"/>
    <p:sldLayoutId xmlns:r="http://schemas.openxmlformats.org/officeDocument/2006/relationships" id="2147483657" r:id="R802c6b934ee646e0"/>
    <p:sldLayoutId xmlns:r="http://schemas.openxmlformats.org/officeDocument/2006/relationships" id="2147483658" r:id="Rf5ada027a69d4ab9"/>
    <p:sldLayoutId xmlns:r="http://schemas.openxmlformats.org/officeDocument/2006/relationships" id="2147483659" r:id="Rf02d923017504bc8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894124c3c4534e50"/>
    <p:sldLayoutId xmlns:r="http://schemas.openxmlformats.org/officeDocument/2006/relationships" id="2147483662" r:id="R4ec2ff8801d64c0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a2ac8c315b54e08" /><Relationship Type="http://schemas.openxmlformats.org/officeDocument/2006/relationships/image" Target="/ppt/media/image.jpeg" Id="Rd2dbf59c3385480b" /><Relationship Type="http://schemas.openxmlformats.org/officeDocument/2006/relationships/notesSlide" Target="/ppt/notesSlides/notesSlide1.xml" Id="R07e4aafc13e649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dbfdf66553f450c" /><Relationship Type="http://schemas.openxmlformats.org/officeDocument/2006/relationships/image" Target="/ppt/media/image2.jpeg" Id="R94fa5ff28cb4448f" /><Relationship Type="http://schemas.openxmlformats.org/officeDocument/2006/relationships/image" Target="/ppt/media/image.svg" Id="R5389cd16a7ca4e55" /><Relationship Type="http://schemas.openxmlformats.org/officeDocument/2006/relationships/image" Target="/ppt/media/image.jpeg" Id="R3946982bf2d54990" /><Relationship Type="http://schemas.openxmlformats.org/officeDocument/2006/relationships/image" Target="/ppt/media/image2.svg" Id="Ra3b828a62a2f48c9" /><Relationship Type="http://schemas.openxmlformats.org/officeDocument/2006/relationships/image" Target="/ppt/media/image3.jpeg" Id="R30a9f69cf2ec4e24" /><Relationship Type="http://schemas.openxmlformats.org/officeDocument/2006/relationships/image" Target="/ppt/media/image3.svg" Id="R83aad742cd5e4d60" /><Relationship Type="http://schemas.openxmlformats.org/officeDocument/2006/relationships/image" Target="/ppt/media/image4.jpeg" Id="R1e560556fcfb44ee" /><Relationship Type="http://schemas.openxmlformats.org/officeDocument/2006/relationships/image" Target="/ppt/media/image4.svg" Id="Ra47369e30d794b9a" /><Relationship Type="http://schemas.openxmlformats.org/officeDocument/2006/relationships/notesSlide" Target="/ppt/notesSlides/notesSlide2.xml" Id="Rc9565f6bb48346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630f11560164aa3" /><Relationship Type="http://schemas.openxmlformats.org/officeDocument/2006/relationships/image" Target="/ppt/media/image2.jpeg" Id="R6bba441e2f5d4bb8" /><Relationship Type="http://schemas.openxmlformats.org/officeDocument/2006/relationships/notesSlide" Target="/ppt/notesSlides/notesSlide3.xml" Id="R5a33d31350d345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e75049c14c94f92" /><Relationship Type="http://schemas.openxmlformats.org/officeDocument/2006/relationships/image" Target="/ppt/media/image2.jpeg" Id="R75dfcb000895464e" /><Relationship Type="http://schemas.openxmlformats.org/officeDocument/2006/relationships/notesSlide" Target="/ppt/notesSlides/notesSlide4.xml" Id="R560aac25e74643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80a16829cea4598" /><Relationship Type="http://schemas.openxmlformats.org/officeDocument/2006/relationships/image" Target="/ppt/media/image2.jpeg" Id="Rb70cac541c1d4eb2" /><Relationship Type="http://schemas.openxmlformats.org/officeDocument/2006/relationships/notesSlide" Target="/ppt/notesSlides/notesSlide5.xml" Id="R1283e6d41a094c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659bff7ee4844d4" /><Relationship Type="http://schemas.openxmlformats.org/officeDocument/2006/relationships/image" Target="/ppt/media/image2.jpeg" Id="R993c09d0e1ff4cab" /><Relationship Type="http://schemas.openxmlformats.org/officeDocument/2006/relationships/notesSlide" Target="/ppt/notesSlides/notesSlide6.xml" Id="R39dea7ea43714d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1535a397e11402f" /><Relationship Type="http://schemas.openxmlformats.org/officeDocument/2006/relationships/image" Target="/ppt/media/image2.jpeg" Id="R4880431ee1294d31" /><Relationship Type="http://schemas.openxmlformats.org/officeDocument/2006/relationships/notesSlide" Target="/ppt/notesSlides/notesSlide7.xml" Id="R5fdf708ff61442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ac9e60410ed4b7c" /><Relationship Type="http://schemas.openxmlformats.org/officeDocument/2006/relationships/image" Target="/ppt/media/image2.jpeg" Id="R6732143a5260401b" /><Relationship Type="http://schemas.openxmlformats.org/officeDocument/2006/relationships/notesSlide" Target="/ppt/notesSlides/notesSlide8.xml" Id="Rff38303cdea14a5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455def3166a45d7" /><Relationship Type="http://schemas.openxmlformats.org/officeDocument/2006/relationships/image" Target="/ppt/media/image2.jpeg" Id="R3248fcb583954f2d" /><Relationship Type="http://schemas.openxmlformats.org/officeDocument/2006/relationships/notesSlide" Target="/ppt/notesSlides/notesSlide9.xml" Id="R878a6f9ef67640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2a00ba570424bab" /><Relationship Type="http://schemas.openxmlformats.org/officeDocument/2006/relationships/image" Target="/ppt/media/image2.jpeg" Id="Rdd528484f47943af" /><Relationship Type="http://schemas.openxmlformats.org/officeDocument/2006/relationships/notesSlide" Target="/ppt/notesSlides/notesSlide10.xml" Id="Rcc80a7c8b2ed4a5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ce10b4a7eab485f" /><Relationship Type="http://schemas.openxmlformats.org/officeDocument/2006/relationships/image" Target="/ppt/media/image2.jpeg" Id="R14f477d631fd4adf" /><Relationship Type="http://schemas.openxmlformats.org/officeDocument/2006/relationships/notesSlide" Target="/ppt/notesSlides/notesSlide11.xml" Id="R966caaa37534466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4a1ed81b14c4847" /><Relationship Type="http://schemas.openxmlformats.org/officeDocument/2006/relationships/image" Target="/ppt/media/image2.jpeg" Id="Rdf8fdbfb2e21449d" /><Relationship Type="http://schemas.openxmlformats.org/officeDocument/2006/relationships/notesSlide" Target="/ppt/notesSlides/notesSlide12.xml" Id="R386478ea10714f9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10f8f1534f14237" /><Relationship Type="http://schemas.openxmlformats.org/officeDocument/2006/relationships/image" Target="/ppt/media/image2.jpeg" Id="Red8a55faad774b62" /><Relationship Type="http://schemas.openxmlformats.org/officeDocument/2006/relationships/notesSlide" Target="/ppt/notesSlides/notesSlide13.xml" Id="R7bc91db493e2457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fdbb46191574af7" /><Relationship Type="http://schemas.openxmlformats.org/officeDocument/2006/relationships/image" Target="/ppt/media/image2.jpeg" Id="Rdb443e3f3cbc419d" /><Relationship Type="http://schemas.openxmlformats.org/officeDocument/2006/relationships/notesSlide" Target="/ppt/notesSlides/notesSlide14.xml" Id="Ra4b12c61bf9e402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e0111a1541c4baf" /><Relationship Type="http://schemas.openxmlformats.org/officeDocument/2006/relationships/image" Target="/ppt/media/image5.jpeg" Id="Re293c1c517b84b26" /><Relationship Type="http://schemas.openxmlformats.org/officeDocument/2006/relationships/notesSlide" Target="/ppt/notesSlides/notesSlide15.xml" Id="Reb2954a6fce64209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2dbf59c3385480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小结与复习题8 实数章末复习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第8章 实数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教材印刷页60—62 · 复习课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4fa5ff28cb4448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46982bf2d54990">
            <a:extLst>
              <a:ext uri="{96DAC541-7B7A-43D3-8B79-37D633B846F1}">
                <asvg:svgBlip xmlns:asvg="http://schemas.microsoft.com/office/drawing/2016/SVG/main" r:embed="R5389cd16a7ca4e5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通过阅读、观察或操作，准确说出平方根、立方根、无理数与实数、实数运算的含义、表示或基本步骤。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fa5ff28cb4448f">
            <a:extLst>
              <a:ext uri="{96DAC541-7B7A-43D3-8B79-37D633B846F1}">
                <asvg:svgBlip xmlns:asvg="http://schemas.microsoft.com/office/drawing/2016/SVG/main" r:embed="Ra3b828a62a2f48c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在Q2—Q4中运用“构建开方与实数知识网络”，能用完整语言、式子、图形或图表说明依据。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a9f69cf2ec4e24">
            <a:extLst>
              <a:ext uri="{96DAC541-7B7A-43D3-8B79-37D633B846F1}">
                <asvg:svgBlip xmlns:asvg="http://schemas.microsoft.com/office/drawing/2016/SVG/main" r:embed="R83aad742cd5e4d6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在基础与变式练习中运用“构建开方与实数知识网络”解决同类问题，并对结果进行检验。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60556fcfb44ee">
            <a:extLst>
              <a:ext uri="{96DAC541-7B7A-43D3-8B79-37D633B846F1}">
                <asvg:svgBlip xmlns:asvg="http://schemas.microsoft.com/office/drawing/2016/SVG/main" r:embed="Ra47369e30d794b9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bba441e2f5d4bb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对应印刷页60—62。先读图、读表或读题，圈出已知和所求。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调用学生已经学习第八章全部内容，具备基本观察、计算、作图或整理数据的经验。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聚焦平方根、立方根、无理数与实数、实数运算，不急于抄结论。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915FEE3-C81F-49EE-AE3C-6DB9721B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DB60BAF-7655-4A01-90B2-CF182D47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2679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42CFFA8-29A1-41DF-832C-E66903DF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0812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EF51EB4-7E60-440E-A5AF-D24EC460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362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8D6318B-753B-4765-8A33-9E83DAE9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8484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562F91B-E226-4D46-9677-7B4ABF52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034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F386F70-CD69-4C67-A9A7-BD1BE4AC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456157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831EB89-A95B-49BD-B283-2C63C184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707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2A2FAF0-B16C-46BE-A5E8-7C56E565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559E2B7-D12F-49B1-A4BF-A41E3D8D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2679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E074ED7-4C0E-44C8-AA03-3CB479F7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941780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EEB1A90-8705-45BC-A5B3-FD218914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330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2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AEEB2EF-7A4A-49BC-A18D-02680F90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9452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7FC0F53-041B-46D9-B2A8-7DD56D27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02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3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CA81639-B5B8-47F9-BC91-A806DA18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917125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B5705628-AFED-498C-B3E9-9B258AA5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5675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32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8BBA11E-E602-4300-9048-972666D9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3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CD60936-3636-40AC-860C-608497A6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5156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FE65B62-7195-4263-90E8-18FEE76C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0812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AE94CB9-1F34-4F4A-B1F0-68EBEB4A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362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3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DF9DD88-EF47-4497-8CE9-13657F8C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8484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6D805DE-5DD7-4A19-B97A-FC765A08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034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3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D2C1C48-14B2-4567-9E6A-E34A4573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456157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A65FFFC-876A-4FDC-825D-4BA60A7B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707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40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CBE0A331-46F3-4E70-A020-5A92A922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4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6BB72CD-E6F7-4597-895A-EB46ACA2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5156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4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9B24B64-DAA1-4DE8-9347-6B4CE46F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941780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4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21672AD-0030-4A23-8FBC-E80ABC6E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330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4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B0B8914-2BFE-46FD-80D5-259F7306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9452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4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A4CAFA0-6015-4487-A62B-F41EB9E8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02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4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8A2C691-690C-44C8-A7EB-D33D4B71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917125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4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06639F9-BA2E-4D88-A798-A4F90FB0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5675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5dfcb000895464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旧知回顾：回顾“第八章全部内容”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回顾“第八章全部内容”：写出一条与本课有关的定义、性质或计算规则。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参考要点：正确表述“第八章全部内容”的核心含义，并说明它与“平方根”的联系。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BBE36C0-9F17-406C-8A5D-5759D679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8972B5A-13F0-4B65-B439-EECF9641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B566922-A33B-4861-ABC9-EF865418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94485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5176EF6-3C6F-4AB4-A2BA-CA189EF4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3035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−1</a:t>
            </a:r>
          </a:p>
        </p:txBody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F09DED4-1B8A-42E8-BB97-2099C3BE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59712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F446D08-8F17-4D5A-8D2A-8EC38A7E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262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55F7141-4687-488F-A4CF-9F5CC09C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F06F602-02FC-4C1A-8764-DC3FE7F9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9463327-D6CD-43FF-9355-14D90DD9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690164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F791476-1763-455B-8019-412EAD28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714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E6A6FE2-3A3E-4E92-8A33-64353E78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55389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D8E9E08-D432-4645-9262-C1BC9763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939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70cac541c1d4eb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阅读教材印刷页60—62，圈出“平方根、立方根、无理数与实数、实数运算”，分别用一句话记录它们解决什么问题。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小组探究：围绕“综合运用估算、分类和运算”设计一次观察、操作或推理，记录现象、猜想和验证依据。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围绕“构建开方与实数知识网络”说明理由；同伴只追问条件和依据。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B5E1010-0B57-43F6-8073-69BD7FA1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88FB8F8-5544-47D2-A213-9B17AA23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18D5FE2-F387-43A5-AFE7-183C11AF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8215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B4CC6C8-9E9E-470A-92F0-6AAFF839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70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52AED28-BEBA-4C78-BA3D-2440EABE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08A560B3-5DE6-4056-A000-A0DBDE93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11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B9BDFFB-9F27-4669-AB1B-E3C361F3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7097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F6EA9BA-4FC7-4E01-B53E-2B333FA0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52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93c09d0e1ff4ca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概念一：平方根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平方根：按教材明确其定义、条件、表示、性质或步骤。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A87FA3C-D8FB-4BD1-887C-D3FA9687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BD47F28-7553-4F6B-A3E2-CDC45A64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0CFB4A6-475C-4DA0-9EE3-38D0B906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94485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CCFB247-E509-4C8E-804A-2A4084AB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3035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−1</a:t>
            </a:r>
          </a:p>
        </p:txBody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4459C20-29F2-451F-9C4E-B1E7CEAB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59712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B13E083-E018-42D7-A388-587B509E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262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D8B8387-1A16-4ECB-84E3-46F7D8A7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7A3FC34-AFEE-4056-AE5C-B754E094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9BDAA0A-3E27-46C4-8780-F3934829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690164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048B9372-8550-498C-9562-867D027E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714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E2A0AF5-7B7A-4DC1-B38A-04D56AB1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55389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3E75CC3-6CF8-4F32-87F8-FA7F855D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939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880431ee1294d3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概念二：立方根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立方根：按教材明确其定义、条件、表示、性质或步骤。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易错提醒：综合运用估算、分类和运算。先审条件，再使用结论。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4E00C62-DBD9-4BD8-98F6-03048F7A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2CC364D-6E9F-4BD2-AC77-4DA97118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90A6497-8D47-40E8-A15D-21ECD133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94485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E78956E-F178-4FF4-9872-8FC4D0C0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3035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−1</a:t>
            </a:r>
          </a:p>
        </p:txBody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F5A6980-6DE9-42ED-AC11-325243E3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59712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484D28F-FBC4-4701-8432-C8B30D8D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262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4C5E92B-E12C-4DF0-81B6-985F9C36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ED32B31-157E-46ED-B3CB-9CDCCA1B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2F45142-FCB3-4E15-925F-5E555EF8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690164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017992C-2DD8-45CC-AFAA-6BF78A4C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714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0E8FCFC-1FD1-4C2E-81FB-57314DF0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55389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BD24F41-6DC4-4C6A-8DC9-9EEE1EAC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939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732143a5260401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小组探究：围绕“综合运用估算、分类和运算”设计一次观察、操作或推理，记录现象、猜想和验证依据。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参考思路：先明确条件，再围绕“构建开方与实数知识网络”形成猜想，最后用定义、计算、图表或反例验证。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91F7D37-2EE0-4413-A2DF-1A8448CF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7323B83-14CC-4D64-9E35-773530C6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357563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16E209E-C241-4F1C-AFF7-845F9BC9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029385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ED21750-ED2F-4F91-AE35-E4A4D17D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7935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−1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FCFEE64-66FD-45E3-A6D7-8E021E99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598599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BCAD3C19-F431-426A-A6E9-3DFAC7B7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7149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2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64B4AE7-437C-4EFE-9784-5F9D32BD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67813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BBF27F3-4B97-421F-96E8-9474399B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BE05FE6-1CD3-4978-8EEC-71BC65B0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737027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2D54EA5-C0F6-4B29-970E-BC144A7C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577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ED64030-EE41-42E0-9F9D-5207DFA9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06241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BF1CC286-D5DA-4C0D-9A53-3D69AC99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791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248fcb583954f2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只记“平方根”的结论，不检查适用条件。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把“构建开方与实数知识网络”与相近概念或逆命题混淆。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d528484f47943a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教材例题：例题（对应教材小结典型问题）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例题（对应教材小结典型问题）：计算√81、∛(−27)，并判断√7在哪两个相邻整数之间。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选用构建开方与实数知识网络；3.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教材印刷页60—62：先思考，再对照规范解答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C90EFAE-362A-438F-9145-786BE6AD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6C28D44-E67E-4527-A1A2-52B52D9B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DBB3AC0-ABCB-463D-99A9-7D5EE9A7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8215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28B13DA-65BE-44E3-A148-990E51FC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70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66E15A2-1543-4216-8EEB-E1A88C37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80CA75D-16A1-4549-967F-E0CC45E8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11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35F1EC4-896F-4706-8C9B-BD63A726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7097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45AA045-E36F-41C6-8255-C2BAAA26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52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4f477d631fd4ad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选择“构建开方与实数知识网络”对应的方法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√81=9，∛(−27)=−3；2&lt;√7&lt;3。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没有先确认“构建开方与实数知识网络”的条件，或只写结果不写依据。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45065301-30D4-4462-B1A4-29F93EC5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47847AD-0963-4052-B7EA-BC047C80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357563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878D81C-9A51-4161-8974-4F4C7756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029385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E65FD57-704C-4A97-BC36-E2DC3360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7935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−1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50D1964-2A00-4B07-A7E6-ED1B6DE2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598599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FA2D11B-909F-4658-91D1-6226DA80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7149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2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15CEEC0-5BD6-499E-A371-3B48EF48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67813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2BE1B28-CB8F-47FC-BB24-98DA149B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2E96393-5948-4419-B542-6781D1C7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737027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F8BBFAE-076A-49E2-8316-7B88B5A9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577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601F9AC-CD86-4420-A518-79F38C0E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06241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8B21AE3-B961-4C02-81A1-1543A9E8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791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f8fdbfb2e21449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基础辨析：判断“使用‘平方根’时不需要检查条件，只要结论看起来合理即可”，并说明理由。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变式练习：把Q4的一个条件、数据或表示方式作合理改变，仍用“构建开方与实数知识网络”解决，并写出检验。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4AEFB24-0F53-4E8D-B0B0-8FACD997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D6D7F60-AC15-4FA1-B14E-43103775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231606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8E44BB9-CF13-4A8B-ACCC-C252D749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07857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438F866-FA41-40CA-B820-72B89EC1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6407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A974D39-F440-4EC3-8BFB-AAFE9688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33688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849A6BB-2EF2-4B33-A0DA-58AE077D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238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53BE78C-AAAB-49DE-92D0-C493D506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759518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5ABCFBD-4BBB-4BD5-A426-3EA2F0F8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068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d8a55faad774b6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变式练习：把Q4的一个条件、数据或表示方式作合理改变，仍用“构建开方与实数知识网络”解决，并写出检验。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答案不唯一。评价要点：改变后的条件完整；方法仍属于“构建开方与实数知识网络”；过程正确；检验与新条件一致。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37C3C56-5747-4EAB-B1F1-A6B629AF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F4C0ACA-E2F6-4EF4-9083-45FAF6B1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AC786C8-6414-4E0D-ADF3-4472BD8E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8215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31C0DF6-3362-4B85-9634-316F391E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70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57B0752-F0E8-4753-9ABB-04EA6F2E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0D3E120-8A26-4FC7-8C54-4A318720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11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321D150-F429-4EEA-8997-F788D230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7097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14EE187-55C7-4E7F-B410-40E3A5C4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52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b443e3f3cbc419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纠错：“研究实数章末复习时，只记结论，不必区分条件、过程和依据。”这句话对吗？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当堂检测：概括平方根、算术平方根和立方根的主要区别。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6DA055B-3961-41D4-BAD8-8CA90F67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1EE3D34-BBA4-4A39-B8D4-B881DAB1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231606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7A54E15-302D-4FB8-93C7-7B9F525A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07857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8D0D538-EC76-4B0D-A18E-EC7A81E1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6407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BD5C2E4-CE13-49B9-8DF2-0C7F5BD1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33688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63054FB-02D8-46D2-8D1C-BBB35846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238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EAAD045-7FFC-4175-ABA8-BF974E35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759518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97C3DC5-AE3F-4D68-9871-83841BFD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068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293c1c517b84b26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小结参考：本课围绕“实数章末复习”，掌握平方根、立方根、无理数与实数、实数运算，并能运用构建开方与实数知识网络。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基础：完成教材复习题8中的基础题并订正Q5、Q7 提升：当堂检测：概括平方根、算术平方根和立方根的主要区别。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我能否：①准确表达平方根；②运用构建开方与实数知识网络；③写清依据并检验？选择“会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B13870F-0F29-4160-B1F3-DFE518C4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3630B7B-E5BB-4AEE-BBE4-0E7ED85F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17118" y="3040856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96CE8AD-D7C2-49D8-984C-3CEA2DF2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937183" y="294560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C9279A4-CD36-49FE-ADC1-D50B5F88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5733" y="315515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B15BA94-910D-42E7-A2B9-75CB90BB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77313" y="294560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D6EF4A1-C4F8-413F-90E5-125DE02C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315515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D296CD6-657F-4C6C-92C3-A96D3C2A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017443" y="294560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36E9EF8-5C83-4CF8-B219-AA95596E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3" y="315515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2026-08-02T17:54:18.3000000Z</dcterms:created>
  <dcterms:modified xsi:type="dcterms:W3CDTF">2026-08-02T17:54:18.3000000Z</dcterms:modified>
</coreProperties>
</file>