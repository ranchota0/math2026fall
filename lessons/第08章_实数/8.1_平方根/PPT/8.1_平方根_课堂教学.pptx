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ce2871270c4e22" /><Relationship Type="http://schemas.openxmlformats.org/officeDocument/2006/relationships/extended-properties" Target="/docProps/app.xml" Id="Rb2c43a9d5afe4f1d" /><Relationship Type="http://schemas.openxmlformats.org/officeDocument/2006/relationships/officeDocument" Target="/ppt/presentation.xml" Id="R22370d31ce0647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26e16582d549bd"/>
    <p:sldMasterId xmlns:r="http://schemas.openxmlformats.org/officeDocument/2006/relationships" id="2147483660" r:id="R1736d89ffc0045e9"/>
  </p:sldMasterIdLst>
  <p:notesMasterIdLst>
    <p:notesMasterId xmlns:r="http://schemas.openxmlformats.org/officeDocument/2006/relationships" r:id="R6fd065778a324b4c"/>
  </p:notesMasterIdLst>
  <p:sldIdLst>
    <p:sldId xmlns:r="http://schemas.openxmlformats.org/officeDocument/2006/relationships" id="256" r:id="Rc2640aee111140a2"/>
    <p:sldId xmlns:r="http://schemas.openxmlformats.org/officeDocument/2006/relationships" id="257" r:id="Rfeee9870be9e4520"/>
    <p:sldId xmlns:r="http://schemas.openxmlformats.org/officeDocument/2006/relationships" id="258" r:id="R79feb354aefd4f61"/>
    <p:sldId xmlns:r="http://schemas.openxmlformats.org/officeDocument/2006/relationships" id="259" r:id="R556e1e2891184d0d"/>
    <p:sldId xmlns:r="http://schemas.openxmlformats.org/officeDocument/2006/relationships" id="260" r:id="R84e4812cb0a440f8"/>
    <p:sldId xmlns:r="http://schemas.openxmlformats.org/officeDocument/2006/relationships" id="261" r:id="R3cca1c4b4e874f57"/>
    <p:sldId xmlns:r="http://schemas.openxmlformats.org/officeDocument/2006/relationships" id="262" r:id="R2b5fea872e5d4201"/>
    <p:sldId xmlns:r="http://schemas.openxmlformats.org/officeDocument/2006/relationships" id="263" r:id="Rd6127cf1b0544161"/>
    <p:sldId xmlns:r="http://schemas.openxmlformats.org/officeDocument/2006/relationships" id="264" r:id="Raee157dbc6cf4db6"/>
    <p:sldId xmlns:r="http://schemas.openxmlformats.org/officeDocument/2006/relationships" id="265" r:id="R1161909e4e7940b1"/>
    <p:sldId xmlns:r="http://schemas.openxmlformats.org/officeDocument/2006/relationships" id="266" r:id="Rb7ae43e735a84aed"/>
    <p:sldId xmlns:r="http://schemas.openxmlformats.org/officeDocument/2006/relationships" id="267" r:id="R7653aa7c095747ee"/>
    <p:sldId xmlns:r="http://schemas.openxmlformats.org/officeDocument/2006/relationships" id="268" r:id="R9bdf70d902f74592"/>
    <p:sldId xmlns:r="http://schemas.openxmlformats.org/officeDocument/2006/relationships" id="269" r:id="R145833e9352b4584"/>
    <p:sldId xmlns:r="http://schemas.openxmlformats.org/officeDocument/2006/relationships" id="270" r:id="R57ec39c860b04d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6bf6472fef48d8" /><Relationship Type="http://schemas.openxmlformats.org/officeDocument/2006/relationships/slideMaster" Target="/ppt/slideMasters/slideMaster1.xml" Id="R2e26e16582d549bd" /><Relationship Type="http://schemas.openxmlformats.org/officeDocument/2006/relationships/slideMaster" Target="/ppt/slideMasters/slideMaster2.xml" Id="R1736d89ffc0045e9" /><Relationship Type="http://schemas.openxmlformats.org/officeDocument/2006/relationships/notesMaster" Target="/ppt/notesMasters/notesMaster1.xml" Id="R6fd065778a324b4c" /><Relationship Type="http://schemas.openxmlformats.org/officeDocument/2006/relationships/presProps" Target="/ppt/presProps.xml" Id="R6742e3afe5bb4d4b" /><Relationship Type="http://schemas.openxmlformats.org/officeDocument/2006/relationships/viewProps" Target="/ppt/viewProps.xml" Id="Re680869f31324ea3" /><Relationship Type="http://schemas.openxmlformats.org/officeDocument/2006/relationships/tableStyles" Target="/ppt/tableStyles.xml" Id="Re32fd36dc2c64027" /><Relationship Type="http://schemas.openxmlformats.org/officeDocument/2006/relationships/slide" Target="/ppt/slides/slide1.xml" Id="Rc2640aee111140a2" /><Relationship Type="http://schemas.openxmlformats.org/officeDocument/2006/relationships/slide" Target="/ppt/slides/slide2.xml" Id="Rfeee9870be9e4520" /><Relationship Type="http://schemas.openxmlformats.org/officeDocument/2006/relationships/slide" Target="/ppt/slides/slide3.xml" Id="R79feb354aefd4f61" /><Relationship Type="http://schemas.openxmlformats.org/officeDocument/2006/relationships/slide" Target="/ppt/slides/slide4.xml" Id="R556e1e2891184d0d" /><Relationship Type="http://schemas.openxmlformats.org/officeDocument/2006/relationships/slide" Target="/ppt/slides/slide5.xml" Id="R84e4812cb0a440f8" /><Relationship Type="http://schemas.openxmlformats.org/officeDocument/2006/relationships/slide" Target="/ppt/slides/slide6.xml" Id="R3cca1c4b4e874f57" /><Relationship Type="http://schemas.openxmlformats.org/officeDocument/2006/relationships/slide" Target="/ppt/slides/slide7.xml" Id="R2b5fea872e5d4201" /><Relationship Type="http://schemas.openxmlformats.org/officeDocument/2006/relationships/slide" Target="/ppt/slides/slide8.xml" Id="Rd6127cf1b0544161" /><Relationship Type="http://schemas.openxmlformats.org/officeDocument/2006/relationships/slide" Target="/ppt/slides/slide9.xml" Id="Raee157dbc6cf4db6" /><Relationship Type="http://schemas.openxmlformats.org/officeDocument/2006/relationships/slide" Target="/ppt/slides/slide10.xml" Id="R1161909e4e7940b1" /><Relationship Type="http://schemas.openxmlformats.org/officeDocument/2006/relationships/slide" Target="/ppt/slides/slide11.xml" Id="Rb7ae43e735a84aed" /><Relationship Type="http://schemas.openxmlformats.org/officeDocument/2006/relationships/slide" Target="/ppt/slides/slide12.xml" Id="R7653aa7c095747ee" /><Relationship Type="http://schemas.openxmlformats.org/officeDocument/2006/relationships/slide" Target="/ppt/slides/slide13.xml" Id="R9bdf70d902f74592" /><Relationship Type="http://schemas.openxmlformats.org/officeDocument/2006/relationships/slide" Target="/ppt/slides/slide14.xml" Id="R145833e9352b4584" /><Relationship Type="http://schemas.openxmlformats.org/officeDocument/2006/relationships/slide" Target="/ppt/slides/slide15.xml" Id="R57ec39c860b04d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999a8f5a04c42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bf8642ded4e51" /><Relationship Type="http://schemas.openxmlformats.org/officeDocument/2006/relationships/notesMaster" Target="/ppt/notesMasters/notesMaster1.xml" Id="R22fd464b6b5640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7712a2be9049c3" /><Relationship Type="http://schemas.openxmlformats.org/officeDocument/2006/relationships/notesMaster" Target="/ppt/notesMasters/notesMaster1.xml" Id="Ra802bb469d4947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d6bd32a4b24dcf" /><Relationship Type="http://schemas.openxmlformats.org/officeDocument/2006/relationships/notesMaster" Target="/ppt/notesMasters/notesMaster1.xml" Id="Ra74519d59692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16d9d8068e482a" /><Relationship Type="http://schemas.openxmlformats.org/officeDocument/2006/relationships/notesMaster" Target="/ppt/notesMasters/notesMaster1.xml" Id="R694c76894d5245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d52e059a234b7e" /><Relationship Type="http://schemas.openxmlformats.org/officeDocument/2006/relationships/notesMaster" Target="/ppt/notesMasters/notesMaster1.xml" Id="Rd4d5727fa6df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24abac17ff49b1" /><Relationship Type="http://schemas.openxmlformats.org/officeDocument/2006/relationships/notesMaster" Target="/ppt/notesMasters/notesMaster1.xml" Id="R9e1b8eca7efa4b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81b67232de4a10" /><Relationship Type="http://schemas.openxmlformats.org/officeDocument/2006/relationships/notesMaster" Target="/ppt/notesMasters/notesMaster1.xml" Id="R8ad1ee90c612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df02d86b5947cc" /><Relationship Type="http://schemas.openxmlformats.org/officeDocument/2006/relationships/notesMaster" Target="/ppt/notesMasters/notesMaster1.xml" Id="R797d987b03ce4c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26c9bcb9a3468b" /><Relationship Type="http://schemas.openxmlformats.org/officeDocument/2006/relationships/notesMaster" Target="/ppt/notesMasters/notesMaster1.xml" Id="Rd2d728af874640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1013e05e294ee9" /><Relationship Type="http://schemas.openxmlformats.org/officeDocument/2006/relationships/notesMaster" Target="/ppt/notesMasters/notesMaster1.xml" Id="Raab7df75003a41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8eddefc100406c" /><Relationship Type="http://schemas.openxmlformats.org/officeDocument/2006/relationships/notesMaster" Target="/ppt/notesMasters/notesMaster1.xml" Id="R43a46d6b51fc40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468c6782564690" /><Relationship Type="http://schemas.openxmlformats.org/officeDocument/2006/relationships/notesMaster" Target="/ppt/notesMasters/notesMaster1.xml" Id="Rc0b5383a10f14f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8c79739bfe483d" /><Relationship Type="http://schemas.openxmlformats.org/officeDocument/2006/relationships/notesMaster" Target="/ppt/notesMasters/notesMaster1.xml" Id="R21543c19a03e43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84c7dcf7864ac6" /><Relationship Type="http://schemas.openxmlformats.org/officeDocument/2006/relationships/notesMaster" Target="/ppt/notesMasters/notesMaster1.xml" Id="R91e257dfdcff45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cf17716a624020" /><Relationship Type="http://schemas.openxmlformats.org/officeDocument/2006/relationships/notesMaster" Target="/ppt/notesMasters/notesMaster1.xml" Id="R878ad7dfb6804f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从教材印刷页39—41进入《平方根》。说明本课在第8章 实数中的位置。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人教版《义务教育教科书·数学七年级下册》，印刷页39—41。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形成第一个核心概念：平方根概念。要求学生标出对象、条件、表示和作用。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形成第二个核心概念或方法：正数与0的平方根。与前一概念对比，避免相近知识混淆。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呈现Q4，保留独立思考时间。题型对应教材印刷页39—41的例题或典型任务。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人教版《义务教育教科书·数学七年级下册》，印刷页39—41。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25aa4ee8941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8c47c37b44c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bace49cb94b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f2e96400041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fc260473a41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daffdeff04d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6239171734e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aa5477c134c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bbee40238422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76a2405dd42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9a73ae14c4b4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03d46bbd0545d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c55c2c188145fb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7df981bebe41fc" /><Relationship Type="http://schemas.openxmlformats.org/officeDocument/2006/relationships/slideLayout" Target="/ppt/slideLayouts/slideLayout1.xml" Id="R0ecd78393f30431b" /><Relationship Type="http://schemas.openxmlformats.org/officeDocument/2006/relationships/slideLayout" Target="/ppt/slideLayouts/slideLayout2.xml" Id="Rebcab96c16f64c04" /><Relationship Type="http://schemas.openxmlformats.org/officeDocument/2006/relationships/slideLayout" Target="/ppt/slideLayouts/slideLayout3.xml" Id="R343b24618fe941f8" /><Relationship Type="http://schemas.openxmlformats.org/officeDocument/2006/relationships/slideLayout" Target="/ppt/slideLayouts/slideLayout4.xml" Id="Rccac2b67805d43a6" /><Relationship Type="http://schemas.openxmlformats.org/officeDocument/2006/relationships/slideLayout" Target="/ppt/slideLayouts/slideLayout5.xml" Id="R2716ac7e2df8477a" /><Relationship Type="http://schemas.openxmlformats.org/officeDocument/2006/relationships/slideLayout" Target="/ppt/slideLayouts/slideLayout6.xml" Id="R8f13ddbac60643e4" /><Relationship Type="http://schemas.openxmlformats.org/officeDocument/2006/relationships/slideLayout" Target="/ppt/slideLayouts/slideLayout7.xml" Id="Rfb9a11641e3847f0" /><Relationship Type="http://schemas.openxmlformats.org/officeDocument/2006/relationships/slideLayout" Target="/ppt/slideLayouts/slideLayout8.xml" Id="Re9f9d4c4714e408d" /><Relationship Type="http://schemas.openxmlformats.org/officeDocument/2006/relationships/slideLayout" Target="/ppt/slideLayouts/slideLayout9.xml" Id="Rfb92b169fd8448e1" /><Relationship Type="http://schemas.openxmlformats.org/officeDocument/2006/relationships/slideLayout" Target="/ppt/slideLayouts/slideLayout10.xml" Id="R74ae505f84024b96" /><Relationship Type="http://schemas.openxmlformats.org/officeDocument/2006/relationships/slideLayout" Target="/ppt/slideLayouts/slideLayout11.xml" Id="Red1f41c25781471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1c849e1dceb40cb" /><Relationship Type="http://schemas.openxmlformats.org/officeDocument/2006/relationships/slideLayout" Target="/ppt/slideLayouts/slideLayout12.xml" Id="R80e40fc5edc94306" /><Relationship Type="http://schemas.openxmlformats.org/officeDocument/2006/relationships/slideLayout" Target="/ppt/slideLayouts/slideLayout13.xml" Id="R52de1e5294ad47c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cd78393f30431b"/>
    <p:sldLayoutId xmlns:r="http://schemas.openxmlformats.org/officeDocument/2006/relationships" id="2147483650" r:id="Rebcab96c16f64c04"/>
    <p:sldLayoutId xmlns:r="http://schemas.openxmlformats.org/officeDocument/2006/relationships" id="2147483651" r:id="R343b24618fe941f8"/>
    <p:sldLayoutId xmlns:r="http://schemas.openxmlformats.org/officeDocument/2006/relationships" id="2147483652" r:id="Rccac2b67805d43a6"/>
    <p:sldLayoutId xmlns:r="http://schemas.openxmlformats.org/officeDocument/2006/relationships" id="2147483653" r:id="R2716ac7e2df8477a"/>
    <p:sldLayoutId xmlns:r="http://schemas.openxmlformats.org/officeDocument/2006/relationships" id="2147483654" r:id="R8f13ddbac60643e4"/>
    <p:sldLayoutId xmlns:r="http://schemas.openxmlformats.org/officeDocument/2006/relationships" id="2147483655" r:id="Rfb9a11641e3847f0"/>
    <p:sldLayoutId xmlns:r="http://schemas.openxmlformats.org/officeDocument/2006/relationships" id="2147483656" r:id="Re9f9d4c4714e408d"/>
    <p:sldLayoutId xmlns:r="http://schemas.openxmlformats.org/officeDocument/2006/relationships" id="2147483657" r:id="Rfb92b169fd8448e1"/>
    <p:sldLayoutId xmlns:r="http://schemas.openxmlformats.org/officeDocument/2006/relationships" id="2147483658" r:id="R74ae505f84024b96"/>
    <p:sldLayoutId xmlns:r="http://schemas.openxmlformats.org/officeDocument/2006/relationships" id="2147483659" r:id="Red1f41c25781471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0e40fc5edc94306"/>
    <p:sldLayoutId xmlns:r="http://schemas.openxmlformats.org/officeDocument/2006/relationships" id="2147483662" r:id="R52de1e5294ad47c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ffbfc237a874351" /><Relationship Type="http://schemas.openxmlformats.org/officeDocument/2006/relationships/image" Target="/ppt/media/image.jpeg" Id="R2a79b1c888524ee0" /><Relationship Type="http://schemas.openxmlformats.org/officeDocument/2006/relationships/notesSlide" Target="/ppt/notesSlides/notesSlide1.xml" Id="R3f038a3aee6d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a6d429060e145dd" /><Relationship Type="http://schemas.openxmlformats.org/officeDocument/2006/relationships/image" Target="/ppt/media/image2.jpeg" Id="R21bd3b9026f343a6" /><Relationship Type="http://schemas.openxmlformats.org/officeDocument/2006/relationships/image" Target="/ppt/media/image.svg" Id="R3c9cf3b8e7c74ee6" /><Relationship Type="http://schemas.openxmlformats.org/officeDocument/2006/relationships/image" Target="/ppt/media/image.jpeg" Id="Re43e06c6b55e4b6f" /><Relationship Type="http://schemas.openxmlformats.org/officeDocument/2006/relationships/image" Target="/ppt/media/image2.svg" Id="R5f5cf4f89dd54ad7" /><Relationship Type="http://schemas.openxmlformats.org/officeDocument/2006/relationships/image" Target="/ppt/media/image3.jpeg" Id="Rbfeb0bd454424bb8" /><Relationship Type="http://schemas.openxmlformats.org/officeDocument/2006/relationships/image" Target="/ppt/media/image3.svg" Id="Rc38ba31bd45c47d3" /><Relationship Type="http://schemas.openxmlformats.org/officeDocument/2006/relationships/image" Target="/ppt/media/image4.jpeg" Id="R0a9e6902ff4945e6" /><Relationship Type="http://schemas.openxmlformats.org/officeDocument/2006/relationships/image" Target="/ppt/media/image4.svg" Id="R3287e5cfc9e04a60" /><Relationship Type="http://schemas.openxmlformats.org/officeDocument/2006/relationships/notesSlide" Target="/ppt/notesSlides/notesSlide2.xml" Id="R1828b22c898441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f77c0210624b2b" /><Relationship Type="http://schemas.openxmlformats.org/officeDocument/2006/relationships/image" Target="/ppt/media/image2.jpeg" Id="Rab1c7699dae045d0" /><Relationship Type="http://schemas.openxmlformats.org/officeDocument/2006/relationships/notesSlide" Target="/ppt/notesSlides/notesSlide3.xml" Id="R7e59ef71282b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0d00ae2bbd412e" /><Relationship Type="http://schemas.openxmlformats.org/officeDocument/2006/relationships/image" Target="/ppt/media/image2.jpeg" Id="R81876f08bf7d4528" /><Relationship Type="http://schemas.openxmlformats.org/officeDocument/2006/relationships/notesSlide" Target="/ppt/notesSlides/notesSlide4.xml" Id="R93376ec894184a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7683dc94b614a79" /><Relationship Type="http://schemas.openxmlformats.org/officeDocument/2006/relationships/image" Target="/ppt/media/image2.jpeg" Id="R4b352169d952470b" /><Relationship Type="http://schemas.openxmlformats.org/officeDocument/2006/relationships/notesSlide" Target="/ppt/notesSlides/notesSlide5.xml" Id="Rd7a4e6fe097344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4ee387f8b74f00" /><Relationship Type="http://schemas.openxmlformats.org/officeDocument/2006/relationships/image" Target="/ppt/media/image2.jpeg" Id="Rf5c2ad84bedb4221" /><Relationship Type="http://schemas.openxmlformats.org/officeDocument/2006/relationships/notesSlide" Target="/ppt/notesSlides/notesSlide6.xml" Id="R95ab4bc6fa744e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652bd8f663427b" /><Relationship Type="http://schemas.openxmlformats.org/officeDocument/2006/relationships/image" Target="/ppt/media/image2.jpeg" Id="R393cfca477ed47f4" /><Relationship Type="http://schemas.openxmlformats.org/officeDocument/2006/relationships/notesSlide" Target="/ppt/notesSlides/notesSlide7.xml" Id="Rf3b1cef29f9b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503bba334c4ea2" /><Relationship Type="http://schemas.openxmlformats.org/officeDocument/2006/relationships/image" Target="/ppt/media/image2.jpeg" Id="R059e6f3b643a4c6d" /><Relationship Type="http://schemas.openxmlformats.org/officeDocument/2006/relationships/notesSlide" Target="/ppt/notesSlides/notesSlide8.xml" Id="R3994477f0c7949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9908ad48c3404e" /><Relationship Type="http://schemas.openxmlformats.org/officeDocument/2006/relationships/image" Target="/ppt/media/image2.jpeg" Id="R847034ba68994f3c" /><Relationship Type="http://schemas.openxmlformats.org/officeDocument/2006/relationships/notesSlide" Target="/ppt/notesSlides/notesSlide9.xml" Id="R8211f6892ecb41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516951f08e4074" /><Relationship Type="http://schemas.openxmlformats.org/officeDocument/2006/relationships/image" Target="/ppt/media/image2.jpeg" Id="R6ab07832a12f4337" /><Relationship Type="http://schemas.openxmlformats.org/officeDocument/2006/relationships/notesSlide" Target="/ppt/notesSlides/notesSlide10.xml" Id="R372a4fd3ee4b41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ab5323fefe4574" /><Relationship Type="http://schemas.openxmlformats.org/officeDocument/2006/relationships/image" Target="/ppt/media/image2.jpeg" Id="Rd3b8e0f211ac4789" /><Relationship Type="http://schemas.openxmlformats.org/officeDocument/2006/relationships/notesSlide" Target="/ppt/notesSlides/notesSlide11.xml" Id="Rde3c8394449743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16e2e254d145b0" /><Relationship Type="http://schemas.openxmlformats.org/officeDocument/2006/relationships/image" Target="/ppt/media/image2.jpeg" Id="Re65a27dac8084748" /><Relationship Type="http://schemas.openxmlformats.org/officeDocument/2006/relationships/notesSlide" Target="/ppt/notesSlides/notesSlide12.xml" Id="Rba14cbd8d3cf4c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8332465c7f446f" /><Relationship Type="http://schemas.openxmlformats.org/officeDocument/2006/relationships/image" Target="/ppt/media/image2.jpeg" Id="Ra76ddb5f370d4d4b" /><Relationship Type="http://schemas.openxmlformats.org/officeDocument/2006/relationships/notesSlide" Target="/ppt/notesSlides/notesSlide13.xml" Id="R9391df07475c48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1c0b8a0de0402b" /><Relationship Type="http://schemas.openxmlformats.org/officeDocument/2006/relationships/image" Target="/ppt/media/image2.jpeg" Id="R8dd1198a1799490a" /><Relationship Type="http://schemas.openxmlformats.org/officeDocument/2006/relationships/notesSlide" Target="/ppt/notesSlides/notesSlide14.xml" Id="R81c25ff5a1544f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bd90535ef94409" /><Relationship Type="http://schemas.openxmlformats.org/officeDocument/2006/relationships/image" Target="/ppt/media/image5.jpeg" Id="R761e9b7c0803439f" /><Relationship Type="http://schemas.openxmlformats.org/officeDocument/2006/relationships/notesSlide" Target="/ppt/notesSlides/notesSlide15.xml" Id="R895582e762b54f5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a79b1c888524e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8.1 平方根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第8章 实数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教材印刷页39—41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1bd3b9026f343a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e06c6b55e4b6f">
            <a:extLst>
              <a:ext uri="{96DAC541-7B7A-43D3-8B79-37D633B846F1}">
                <asvg:svgBlip xmlns:asvg="http://schemas.microsoft.com/office/drawing/2016/SVG/main" r:embed="R3c9cf3b8e7c74e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通过阅读、观察或操作，准确说出平方根概念、正数与0的平方根、负数没有平方根的含义、表示或基本步骤。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d3b9026f343a6">
            <a:extLst>
              <a:ext uri="{96DAC541-7B7A-43D3-8B79-37D633B846F1}">
                <asvg:svgBlip xmlns:asvg="http://schemas.microsoft.com/office/drawing/2016/SVG/main" r:embed="R5f5cf4f89dd54a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在Q2—Q4中运用“根据平方关系求平方根”，能用完整语言、式子、图形或图表说明依据。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b0bd454424bb8">
            <a:extLst>
              <a:ext uri="{96DAC541-7B7A-43D3-8B79-37D633B846F1}">
                <asvg:svgBlip xmlns:asvg="http://schemas.microsoft.com/office/drawing/2016/SVG/main" r:embed="Rc38ba31bd45c47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在基础与变式练习中运用“根据平方关系求平方根”解决同类问题，并对结果进行检验。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e6902ff4945e6">
            <a:extLst>
              <a:ext uri="{96DAC541-7B7A-43D3-8B79-37D633B846F1}">
                <asvg:svgBlip xmlns:asvg="http://schemas.microsoft.com/office/drawing/2016/SVG/main" r:embed="R3287e5cfc9e04a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b1c7699dae045d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对应印刷页39—41。先读图、读表或读题，圈出已知和所求。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调用学生已经学习有理数乘方、相反数，具备基本观察、计算、作图或整理数据的经验。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聚焦平方根概念、正数与0的平方根、负数没有平方根，不急于抄结论。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4D21135-3B25-40C7-A25A-7095F93B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8B9FCB-914E-4282-84B5-CF62BDC8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9F435D6-2B66-47B4-A5CE-12B192C6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C30AC7C-4566-45E0-91ED-3F6DB774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B6C2B6E-32BB-4596-856F-03AB748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5E24F15-A5D5-4F80-AE7A-E00DF030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3E3EDEE-62DB-49CF-B936-278B3C9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F0FF900-2390-4480-96FC-646E9C99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61DDFF7-939B-4747-8125-A0E7A935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DBCE736-6721-424F-9F29-3D699A97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9D6625-349F-4206-8648-C0BBF3A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710D8B1-1E4F-4922-97E7-A121A98C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4D6AE6E-C889-496E-AF6D-D025924C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6D5797C-8A9F-451A-96F8-00D85596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4906D8-04CC-4DCB-BB3D-731A172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C5872B8-FD5B-45F2-A331-ABA5AF17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3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A996844-969C-4C8D-BFD4-5FB9652D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ACE824F-EA12-40B6-AB57-083A26C1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10B2AA8-38CF-4A2F-A888-89E9730F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D71B820-7699-4BB5-BDD3-9FFF3BD9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3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655E0D-F349-4A64-B11D-61B899CE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FD848BE-8D3F-47D8-BE87-8248A1F1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8C6554D-AD19-466F-877E-326BC1EB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093A17F-514C-49D9-8824-FA03CAD9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4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5C5AAF8-C3F4-486A-9EFC-8957D31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4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18B180-64E0-486D-8159-E126E183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EA0AD9-B1E7-43DA-864F-13F672F6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8E3159D-3DA1-4722-9B83-D375CDD2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4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B5FE1D6-16C1-4120-B7BB-24FD308F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B656774-29B8-4795-A30D-46030C31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B16F62-D451-4659-A520-625DE95C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B8A41C0-D443-4BBD-B02C-8FE49D88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1876f08bf7d452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旧知回顾：回顾“有理数乘方”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回顾“有理数乘方”：写出一条与本课有关的定义、性质或计算规则。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参考要点：正确表述“有理数乘方”的核心含义，并说明它与“平方根概念”的联系。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B477F33-720D-4348-90BF-EB0F036B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945A22D-8B0E-4390-8769-B019A967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264B3E5-FC1B-4FB8-B02E-31737352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07B03E5-0E81-4ADC-91FA-AA7808F7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1AC855B-6B82-4727-8E5C-E5D1705D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A422CCE-181E-4EF6-A24E-37551EE2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DBDB9F-D482-4104-8491-3AD490B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353CB40-E4F6-4E7E-8972-4E9897B5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D0FB3C-5A7B-49FE-A2D2-50B05BDD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ED311B3-396E-4683-AA13-739AC77A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515750-BE88-4907-B37D-A55AD372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0CD6C8F-C99E-4CC6-A8F0-AA66F0C9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352169d952470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阅读教材印刷页39—41，圈出“平方根概念、正数与0的平方根、负数没有平方根”，分别用一句话记录它们解决什么问题。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小组探究：围绕“平方根的双值性”设计一次观察、操作或推理，记录现象、猜想和验证依据。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围绕“根据平方关系求平方根”说明理由；同伴只追问条件和依据。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DEDE8E3-5247-415E-9F15-03AE5072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F35810-F4D1-4305-8A8C-7709C90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F00E37-5281-43B0-A4B8-0E2B2DA6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7D89B83-FAB2-446D-B2BE-AAAB7BD4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14A92D6-0240-4172-AAB6-7B940E2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CA52949-01F2-47D9-B964-119F5F49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B45964D-1FE2-4E6F-A5BA-BCC44A2D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C80F43A-EF42-49F7-BBCC-4F683CC9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5c2ad84bedb422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概念一：平方根概念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平方根概念：按教材明确其定义、条件、表示、性质或步骤。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96DA85A-17AA-40CB-875C-716466B0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0F0FEA7-2F53-4DD2-9B21-2E02D1E6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290A68-0E1F-4896-A489-DA38617A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99E1AB0-CB93-4A8F-9CA7-1688E978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97C5565-B17A-49C9-86B5-14C5DE5A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F7166BB-F8B3-4C9D-B723-8B4AF7D6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C1CB323-6A62-4230-A68D-26FFABF9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BAFC47-0E8D-4C4B-B216-B55F6175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48041D-841A-4924-B31D-60B882A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FEB00EE-2DCA-4122-BA89-0A1AB69B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52FFA0-F61A-4CA6-958A-CA63C148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014B0DE-1AAC-426A-849A-1D5C0150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93cfca477ed47f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概念二：正数与0的平方根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正数与0的平方根：按教材明确其定义、条件、表示、性质或步骤。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易错提醒：平方根的双值性。先审条件，再使用结论。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7CD6CD8-B3C8-4A83-9162-C7ECCDC3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3420AAE-78B1-48C8-BCB3-1128378F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A089BC-76B7-4C88-BDCE-F68A15DC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3FE50DF-B4FC-4061-BB23-8F0DD3EA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BF75DA-C04D-493C-8045-580D80D1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55832D3-F719-4D57-9737-3EA87104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2B3E5A-D536-41B0-A089-2BCEB417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1BA832D-1FAE-41E7-BC15-CA872786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7E01F1-8672-4E04-8DC7-7FE76E7D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7A04072-6D33-4CCC-8E27-F2333092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BF88A08-0DA6-49A6-AB82-5976DAB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499DB02-1F15-4730-AE37-76F243F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9e6f3b643a4c6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小组探究：围绕“平方根的双值性”设计一次观察、操作或推理，记录现象、猜想和验证依据。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参考思路：先明确条件，再围绕“根据平方关系求平方根”形成猜想，最后用定义、计算、图表或反例验证。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CFDC79D-578A-4774-82DD-251965ED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C32214C-CFC0-4E6B-B80F-973C6E93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3B86237-532C-46F5-9389-725844BE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D7D2ED4-9CBA-47C8-B738-776BD777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12DC699-8E71-474A-A148-8C6F556F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09E1F89-7005-4841-B167-C0DB0CDB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2F67030-ECA7-4903-BAF5-3E666D5B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482E0C7-9505-47F2-8670-244709E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F363221-0A90-4E81-B00E-4FE2E316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4AE49CD-1178-4B62-9315-0C297CB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3CD34E-BB43-4825-BBFD-B28ADF0B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17FEAA1-77A2-4CD7-A19B-C051FF76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7034ba68994f3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只记“平方根概念”的结论，不检查适用条件。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把“根据平方关系求平方根”与相近概念或逆命题混淆。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ab07832a12f433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教材例题：例题（对应教材8.1例1、教材8.1例2）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例题（对应教材8.1例1、教材8.1例2）：求49的平方根，并解方程x²=81。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选用根据平方关系求平方根；3.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教材印刷页39—41：先思考，再对照规范解答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4216901-EC4E-48F1-84D7-146D7BBF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03CCE3-8AF7-4506-A666-C9F85D16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80858C0-B982-436F-AC5F-19A538B1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AF338D0-6C9E-47D4-9A70-AE0B0325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39EA102-ADB5-4285-A068-AB6CBF7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F8E9A8A-4E52-4638-8D00-D8F5AC81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76092E-24CA-4364-8234-DBA43D75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B2E3644-6454-41B4-A847-B7040023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b8e0f211ac478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选择“根据平方关系求平方根”对应的方法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49的平方根是±7；x=±9。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没有先确认“根据平方关系求平方根”的条件，或只写结果不写依据。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271D262-CFCA-4297-B768-D3A26A4F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F3969CF-7776-47B6-A0BE-75B3763F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67C706E-1D88-4B9A-84AD-863D4E2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BEA89C-EC11-4565-93A8-41C52A4F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5DA937E-2B12-4545-9F35-F4F84126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75F6570-591A-418F-A528-4BE96E63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1E09841-6CE7-4B9A-B91C-90B09BF3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5269C1D-2ABD-4FDE-B310-5EA66321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090C61F-5765-46BD-8CF0-0D867EAB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71361BF-9B81-41B8-8C47-43E1AB64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5D9CFC-CCE8-4BC8-B3E6-E042672C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E3EB87F-13AA-41A7-B2B4-3D1CF627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65a27dac808474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基础辨析：判断“使用‘平方根概念’时不需要检查条件，只要结论看起来合理即可”，并说明理由。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变式练习：把Q4的一个条件、数据或表示方式作合理改变，仍用“根据平方关系求平方根”解决，并写出检验。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D6EB71E-8B7D-4B10-BA96-397CBBB2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6D199E-B220-4FC7-AD02-E11436D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7BED15B-4CBB-4652-BD42-E7980754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5E3FD5D-8655-464D-A35C-FD29E5D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8286C02-6288-43BA-A4AB-4A44FCA9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1CB516D-6B0E-4526-B004-5E7F26CD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DA69004-CEC0-42DD-8244-EABCB16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5E075D-1D32-4BAF-BA6B-4D4AC535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76ddb5f370d4d4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变式练习：把Q4的一个条件、数据或表示方式作合理改变，仍用“根据平方关系求平方根”解决，并写出检验。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答案不唯一。评价要点：改变后的条件完整；方法仍属于“根据平方关系求平方根”；过程正确；检验与新条件一致。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891E766-D1D1-44BA-8AC1-C2001DFE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DD01F9C-F603-400C-84A0-EC37C7C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3AFE174-3FDC-4EB8-A22B-71AEFC09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0CF9BC7-E545-4545-93A2-19F2DC56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4DD50D7-26EB-43E0-9790-C8C8640A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D5D40F0-A0B7-4FF3-86C5-82FBC39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BA06132-77A3-4105-882C-151E73CA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B6AD506-989D-47BE-A7A6-F7D46F55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dd1198a1799490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纠错：“研究平方根时，只记结论，不必区分条件、过程和依据。”这句话对吗？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当堂检测：0和−9是否有平方根？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FDC31F7-83AF-4FAC-8C12-63655B5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442E04D-4345-4783-AB38-A844DD5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B8044D3-295A-4D7C-90AC-626CC84D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27B44FA-05A6-4EAF-B631-062381AF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9F1C7F4-BA60-4212-B5A6-23DB7DCE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DEE96FB-2712-4F64-89A8-97989FE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3CC78B-CA26-4A7F-8EE0-1A01B862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5F2E483-A1B2-4460-9425-6139174B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1e9b7c0803439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小结参考：本课围绕“平方根”，掌握平方根概念、正数与0的平方根、负数没有平方根，并能运用根据平方关系求平方根。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基础：完成教材第41页练习中的基础题并订正Q5、Q7 提升：当堂检测：0和−9是否有平方根？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我能否：①准确表达平方根概念；②运用根据平方关系求平方根；③写清依据并检验？选择“会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31924C2-EA37-441C-B0A2-57C890A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FF8F6B2-00FB-4872-A2CB-6177F13D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FD8B89-318B-4435-A254-51F296B0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718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55E1E26-59F8-4925-8B0A-638B0910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73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8CA701E-6D22-445D-A0F2-ABA9A209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A76D7DC-BAF5-4822-9EEF-F59EC30F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31AB784-2EF0-4F78-A0BD-56F7AD0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1744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8D2C520-5A6B-4159-9C9E-2034FC88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2026-08-02T17:54:09.7050000Z</dcterms:created>
  <dcterms:modified xsi:type="dcterms:W3CDTF">2026-08-02T17:54:09.7050000Z</dcterms:modified>
</coreProperties>
</file>