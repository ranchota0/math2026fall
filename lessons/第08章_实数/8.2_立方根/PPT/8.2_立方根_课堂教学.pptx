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06d81ca3bf4639" /><Relationship Type="http://schemas.openxmlformats.org/officeDocument/2006/relationships/extended-properties" Target="/docProps/app.xml" Id="Rb8d7e7fac59445ef" /><Relationship Type="http://schemas.openxmlformats.org/officeDocument/2006/relationships/officeDocument" Target="/ppt/presentation.xml" Id="R71f7475fef464d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a7a676cf87461f"/>
    <p:sldMasterId xmlns:r="http://schemas.openxmlformats.org/officeDocument/2006/relationships" id="2147483660" r:id="R127748b635c941f5"/>
  </p:sldMasterIdLst>
  <p:notesMasterIdLst>
    <p:notesMasterId xmlns:r="http://schemas.openxmlformats.org/officeDocument/2006/relationships" r:id="R411c05716f7f4044"/>
  </p:notesMasterIdLst>
  <p:sldIdLst>
    <p:sldId xmlns:r="http://schemas.openxmlformats.org/officeDocument/2006/relationships" id="256" r:id="R96d66d89ff064d7a"/>
    <p:sldId xmlns:r="http://schemas.openxmlformats.org/officeDocument/2006/relationships" id="257" r:id="R63c9ffbaa87c4f91"/>
    <p:sldId xmlns:r="http://schemas.openxmlformats.org/officeDocument/2006/relationships" id="258" r:id="R8144bf108cd5407b"/>
    <p:sldId xmlns:r="http://schemas.openxmlformats.org/officeDocument/2006/relationships" id="259" r:id="Ra246fef6c6e14942"/>
    <p:sldId xmlns:r="http://schemas.openxmlformats.org/officeDocument/2006/relationships" id="260" r:id="Rccc417129b0c4eb9"/>
    <p:sldId xmlns:r="http://schemas.openxmlformats.org/officeDocument/2006/relationships" id="261" r:id="R2bb2ef6dc4ea44ac"/>
    <p:sldId xmlns:r="http://schemas.openxmlformats.org/officeDocument/2006/relationships" id="262" r:id="R3e78d632e2864e13"/>
    <p:sldId xmlns:r="http://schemas.openxmlformats.org/officeDocument/2006/relationships" id="263" r:id="R9019fa1c4fef4f0c"/>
    <p:sldId xmlns:r="http://schemas.openxmlformats.org/officeDocument/2006/relationships" id="264" r:id="R335f4b8f58d0476e"/>
    <p:sldId xmlns:r="http://schemas.openxmlformats.org/officeDocument/2006/relationships" id="265" r:id="Rdd8e5740422e4548"/>
    <p:sldId xmlns:r="http://schemas.openxmlformats.org/officeDocument/2006/relationships" id="266" r:id="R2d5224b4373044b6"/>
    <p:sldId xmlns:r="http://schemas.openxmlformats.org/officeDocument/2006/relationships" id="267" r:id="R2f348fc0515342d3"/>
    <p:sldId xmlns:r="http://schemas.openxmlformats.org/officeDocument/2006/relationships" id="268" r:id="R28fc6e1f115040a8"/>
    <p:sldId xmlns:r="http://schemas.openxmlformats.org/officeDocument/2006/relationships" id="269" r:id="R9b9401e53e1b424d"/>
    <p:sldId xmlns:r="http://schemas.openxmlformats.org/officeDocument/2006/relationships" id="270" r:id="R19b8f80ae6114b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4dc5fac340495a" /><Relationship Type="http://schemas.openxmlformats.org/officeDocument/2006/relationships/slideMaster" Target="/ppt/slideMasters/slideMaster1.xml" Id="Rdaa7a676cf87461f" /><Relationship Type="http://schemas.openxmlformats.org/officeDocument/2006/relationships/slideMaster" Target="/ppt/slideMasters/slideMaster2.xml" Id="R127748b635c941f5" /><Relationship Type="http://schemas.openxmlformats.org/officeDocument/2006/relationships/notesMaster" Target="/ppt/notesMasters/notesMaster1.xml" Id="R411c05716f7f4044" /><Relationship Type="http://schemas.openxmlformats.org/officeDocument/2006/relationships/presProps" Target="/ppt/presProps.xml" Id="R7ba53a01b724442c" /><Relationship Type="http://schemas.openxmlformats.org/officeDocument/2006/relationships/viewProps" Target="/ppt/viewProps.xml" Id="R8360178b13944b18" /><Relationship Type="http://schemas.openxmlformats.org/officeDocument/2006/relationships/tableStyles" Target="/ppt/tableStyles.xml" Id="Ra42e318d181f4907" /><Relationship Type="http://schemas.openxmlformats.org/officeDocument/2006/relationships/slide" Target="/ppt/slides/slide1.xml" Id="R96d66d89ff064d7a" /><Relationship Type="http://schemas.openxmlformats.org/officeDocument/2006/relationships/slide" Target="/ppt/slides/slide2.xml" Id="R63c9ffbaa87c4f91" /><Relationship Type="http://schemas.openxmlformats.org/officeDocument/2006/relationships/slide" Target="/ppt/slides/slide3.xml" Id="R8144bf108cd5407b" /><Relationship Type="http://schemas.openxmlformats.org/officeDocument/2006/relationships/slide" Target="/ppt/slides/slide4.xml" Id="Ra246fef6c6e14942" /><Relationship Type="http://schemas.openxmlformats.org/officeDocument/2006/relationships/slide" Target="/ppt/slides/slide5.xml" Id="Rccc417129b0c4eb9" /><Relationship Type="http://schemas.openxmlformats.org/officeDocument/2006/relationships/slide" Target="/ppt/slides/slide6.xml" Id="R2bb2ef6dc4ea44ac" /><Relationship Type="http://schemas.openxmlformats.org/officeDocument/2006/relationships/slide" Target="/ppt/slides/slide7.xml" Id="R3e78d632e2864e13" /><Relationship Type="http://schemas.openxmlformats.org/officeDocument/2006/relationships/slide" Target="/ppt/slides/slide8.xml" Id="R9019fa1c4fef4f0c" /><Relationship Type="http://schemas.openxmlformats.org/officeDocument/2006/relationships/slide" Target="/ppt/slides/slide9.xml" Id="R335f4b8f58d0476e" /><Relationship Type="http://schemas.openxmlformats.org/officeDocument/2006/relationships/slide" Target="/ppt/slides/slide10.xml" Id="Rdd8e5740422e4548" /><Relationship Type="http://schemas.openxmlformats.org/officeDocument/2006/relationships/slide" Target="/ppt/slides/slide11.xml" Id="R2d5224b4373044b6" /><Relationship Type="http://schemas.openxmlformats.org/officeDocument/2006/relationships/slide" Target="/ppt/slides/slide12.xml" Id="R2f348fc0515342d3" /><Relationship Type="http://schemas.openxmlformats.org/officeDocument/2006/relationships/slide" Target="/ppt/slides/slide13.xml" Id="R28fc6e1f115040a8" /><Relationship Type="http://schemas.openxmlformats.org/officeDocument/2006/relationships/slide" Target="/ppt/slides/slide14.xml" Id="R9b9401e53e1b424d" /><Relationship Type="http://schemas.openxmlformats.org/officeDocument/2006/relationships/slide" Target="/ppt/slides/slide15.xml" Id="R19b8f80ae6114b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0b011cc97ef41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e10f21fe714b42" /><Relationship Type="http://schemas.openxmlformats.org/officeDocument/2006/relationships/notesMaster" Target="/ppt/notesMasters/notesMaster1.xml" Id="Ree0d640ea60e44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7cc2232b834074" /><Relationship Type="http://schemas.openxmlformats.org/officeDocument/2006/relationships/notesMaster" Target="/ppt/notesMasters/notesMaster1.xml" Id="Rcc3837782cb748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af6675a4774bb1" /><Relationship Type="http://schemas.openxmlformats.org/officeDocument/2006/relationships/notesMaster" Target="/ppt/notesMasters/notesMaster1.xml" Id="Rd1694ee152e841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4b846253e54cd9" /><Relationship Type="http://schemas.openxmlformats.org/officeDocument/2006/relationships/notesMaster" Target="/ppt/notesMasters/notesMaster1.xml" Id="Re7ae78d459b24d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a92dfe3e074254" /><Relationship Type="http://schemas.openxmlformats.org/officeDocument/2006/relationships/notesMaster" Target="/ppt/notesMasters/notesMaster1.xml" Id="R46ea399374354a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fa01109a47477a" /><Relationship Type="http://schemas.openxmlformats.org/officeDocument/2006/relationships/notesMaster" Target="/ppt/notesMasters/notesMaster1.xml" Id="R5c418ee6352246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a7c2b2924c474a" /><Relationship Type="http://schemas.openxmlformats.org/officeDocument/2006/relationships/notesMaster" Target="/ppt/notesMasters/notesMaster1.xml" Id="Raa4ddcb6518f4c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39656f6e014aba" /><Relationship Type="http://schemas.openxmlformats.org/officeDocument/2006/relationships/notesMaster" Target="/ppt/notesMasters/notesMaster1.xml" Id="R7eae31ca989746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f82b13df4c4c94" /><Relationship Type="http://schemas.openxmlformats.org/officeDocument/2006/relationships/notesMaster" Target="/ppt/notesMasters/notesMaster1.xml" Id="R92e9c361fd4348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f98c283c7d4515" /><Relationship Type="http://schemas.openxmlformats.org/officeDocument/2006/relationships/notesMaster" Target="/ppt/notesMasters/notesMaster1.xml" Id="Ra513ff8070584b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441db7ed6e4233" /><Relationship Type="http://schemas.openxmlformats.org/officeDocument/2006/relationships/notesMaster" Target="/ppt/notesMasters/notesMaster1.xml" Id="R1be590548e264b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4277fd0bcb4bac" /><Relationship Type="http://schemas.openxmlformats.org/officeDocument/2006/relationships/notesMaster" Target="/ppt/notesMasters/notesMaster1.xml" Id="R9e8c68f7271d46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f5ee62de6642d9" /><Relationship Type="http://schemas.openxmlformats.org/officeDocument/2006/relationships/notesMaster" Target="/ppt/notesMasters/notesMaster1.xml" Id="R882a54d1c03040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59be568d074ffe" /><Relationship Type="http://schemas.openxmlformats.org/officeDocument/2006/relationships/notesMaster" Target="/ppt/notesMasters/notesMaster1.xml" Id="R9773bdd43cd54c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990cbfb6db4b73" /><Relationship Type="http://schemas.openxmlformats.org/officeDocument/2006/relationships/notesMaster" Target="/ppt/notesMasters/notesMaster1.xml" Id="R6e8b52b3d0154c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从教材印刷页48—51进入《立方根》。说明本课在第8章 实数中的位置。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人教版《义务教育教科书·数学七年级下册》，印刷页48—51。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形成第一个核心概念：立方根。要求学生标出对象、条件、表示和作用。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形成第二个核心概念或方法：开立方。与前一概念对比，避免相近知识混淆。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呈现Q4，保留独立思考时间。题型对应教材印刷页48—51的例题或典型任务。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人教版《义务教育教科书·数学七年级下册》，印刷页48—51。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f5c74ff044a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c918f5ca94c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5f24e70d140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8807c38534c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cb07d56e141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3787d00e2423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08469e774445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cbf7f182f44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3c34af5c3493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04bc86350445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40356de7644e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5a8199921e4cf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724d5aa82042e7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3381ca59e54327" /><Relationship Type="http://schemas.openxmlformats.org/officeDocument/2006/relationships/slideLayout" Target="/ppt/slideLayouts/slideLayout1.xml" Id="Rfa127a09449d45a5" /><Relationship Type="http://schemas.openxmlformats.org/officeDocument/2006/relationships/slideLayout" Target="/ppt/slideLayouts/slideLayout2.xml" Id="Re2581dae28704fce" /><Relationship Type="http://schemas.openxmlformats.org/officeDocument/2006/relationships/slideLayout" Target="/ppt/slideLayouts/slideLayout3.xml" Id="R0124fd690c6a425c" /><Relationship Type="http://schemas.openxmlformats.org/officeDocument/2006/relationships/slideLayout" Target="/ppt/slideLayouts/slideLayout4.xml" Id="R917463cd99284dd9" /><Relationship Type="http://schemas.openxmlformats.org/officeDocument/2006/relationships/slideLayout" Target="/ppt/slideLayouts/slideLayout5.xml" Id="R1d2b3d5ef51945bc" /><Relationship Type="http://schemas.openxmlformats.org/officeDocument/2006/relationships/slideLayout" Target="/ppt/slideLayouts/slideLayout6.xml" Id="R7ab82baafde545c0" /><Relationship Type="http://schemas.openxmlformats.org/officeDocument/2006/relationships/slideLayout" Target="/ppt/slideLayouts/slideLayout7.xml" Id="R6316a7dbadb24ad5" /><Relationship Type="http://schemas.openxmlformats.org/officeDocument/2006/relationships/slideLayout" Target="/ppt/slideLayouts/slideLayout8.xml" Id="R4db71297214e4f43" /><Relationship Type="http://schemas.openxmlformats.org/officeDocument/2006/relationships/slideLayout" Target="/ppt/slideLayouts/slideLayout9.xml" Id="R984f06879ed64bd6" /><Relationship Type="http://schemas.openxmlformats.org/officeDocument/2006/relationships/slideLayout" Target="/ppt/slideLayouts/slideLayout10.xml" Id="R69f913db127a4aeb" /><Relationship Type="http://schemas.openxmlformats.org/officeDocument/2006/relationships/slideLayout" Target="/ppt/slideLayouts/slideLayout11.xml" Id="R33114a58526f48b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168cf5cd7d04497" /><Relationship Type="http://schemas.openxmlformats.org/officeDocument/2006/relationships/slideLayout" Target="/ppt/slideLayouts/slideLayout12.xml" Id="R11081b071cff4968" /><Relationship Type="http://schemas.openxmlformats.org/officeDocument/2006/relationships/slideLayout" Target="/ppt/slideLayouts/slideLayout13.xml" Id="Rffecb5cddf2348c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127a09449d45a5"/>
    <p:sldLayoutId xmlns:r="http://schemas.openxmlformats.org/officeDocument/2006/relationships" id="2147483650" r:id="Re2581dae28704fce"/>
    <p:sldLayoutId xmlns:r="http://schemas.openxmlformats.org/officeDocument/2006/relationships" id="2147483651" r:id="R0124fd690c6a425c"/>
    <p:sldLayoutId xmlns:r="http://schemas.openxmlformats.org/officeDocument/2006/relationships" id="2147483652" r:id="R917463cd99284dd9"/>
    <p:sldLayoutId xmlns:r="http://schemas.openxmlformats.org/officeDocument/2006/relationships" id="2147483653" r:id="R1d2b3d5ef51945bc"/>
    <p:sldLayoutId xmlns:r="http://schemas.openxmlformats.org/officeDocument/2006/relationships" id="2147483654" r:id="R7ab82baafde545c0"/>
    <p:sldLayoutId xmlns:r="http://schemas.openxmlformats.org/officeDocument/2006/relationships" id="2147483655" r:id="R6316a7dbadb24ad5"/>
    <p:sldLayoutId xmlns:r="http://schemas.openxmlformats.org/officeDocument/2006/relationships" id="2147483656" r:id="R4db71297214e4f43"/>
    <p:sldLayoutId xmlns:r="http://schemas.openxmlformats.org/officeDocument/2006/relationships" id="2147483657" r:id="R984f06879ed64bd6"/>
    <p:sldLayoutId xmlns:r="http://schemas.openxmlformats.org/officeDocument/2006/relationships" id="2147483658" r:id="R69f913db127a4aeb"/>
    <p:sldLayoutId xmlns:r="http://schemas.openxmlformats.org/officeDocument/2006/relationships" id="2147483659" r:id="R33114a58526f48b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1081b071cff4968"/>
    <p:sldLayoutId xmlns:r="http://schemas.openxmlformats.org/officeDocument/2006/relationships" id="2147483662" r:id="Rffecb5cddf2348c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9dc0bff317a4f19" /><Relationship Type="http://schemas.openxmlformats.org/officeDocument/2006/relationships/image" Target="/ppt/media/image.jpeg" Id="Rbc77229573164659" /><Relationship Type="http://schemas.openxmlformats.org/officeDocument/2006/relationships/notesSlide" Target="/ppt/notesSlides/notesSlide1.xml" Id="Re7e6db243cdd42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0f1fe8dfeb54b79" /><Relationship Type="http://schemas.openxmlformats.org/officeDocument/2006/relationships/image" Target="/ppt/media/image2.jpeg" Id="R47099c7715c04eac" /><Relationship Type="http://schemas.openxmlformats.org/officeDocument/2006/relationships/image" Target="/ppt/media/image.svg" Id="R555a2e976fbc4775" /><Relationship Type="http://schemas.openxmlformats.org/officeDocument/2006/relationships/image" Target="/ppt/media/image.jpeg" Id="R6e97e38ea73941ad" /><Relationship Type="http://schemas.openxmlformats.org/officeDocument/2006/relationships/image" Target="/ppt/media/image2.svg" Id="Rc837d539c37d4ffe" /><Relationship Type="http://schemas.openxmlformats.org/officeDocument/2006/relationships/image" Target="/ppt/media/image3.jpeg" Id="R951d36e26ad64b24" /><Relationship Type="http://schemas.openxmlformats.org/officeDocument/2006/relationships/image" Target="/ppt/media/image3.svg" Id="Rb82ed4b2cdc049aa" /><Relationship Type="http://schemas.openxmlformats.org/officeDocument/2006/relationships/image" Target="/ppt/media/image4.jpeg" Id="R8557880524c54f18" /><Relationship Type="http://schemas.openxmlformats.org/officeDocument/2006/relationships/image" Target="/ppt/media/image4.svg" Id="R0d7e8ab686914f14" /><Relationship Type="http://schemas.openxmlformats.org/officeDocument/2006/relationships/notesSlide" Target="/ppt/notesSlides/notesSlide2.xml" Id="R3302a017a02f4b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549112ac6ee4f0a" /><Relationship Type="http://schemas.openxmlformats.org/officeDocument/2006/relationships/image" Target="/ppt/media/image2.jpeg" Id="Ra08b7a1ddde649b7" /><Relationship Type="http://schemas.openxmlformats.org/officeDocument/2006/relationships/notesSlide" Target="/ppt/notesSlides/notesSlide3.xml" Id="Recb79e2fbabd48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de578bd5bf44f45" /><Relationship Type="http://schemas.openxmlformats.org/officeDocument/2006/relationships/image" Target="/ppt/media/image2.jpeg" Id="R5f59ebef52684a4c" /><Relationship Type="http://schemas.openxmlformats.org/officeDocument/2006/relationships/notesSlide" Target="/ppt/notesSlides/notesSlide4.xml" Id="Re221b8118a7f4b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e8a89be0b004d48" /><Relationship Type="http://schemas.openxmlformats.org/officeDocument/2006/relationships/image" Target="/ppt/media/image2.jpeg" Id="Rd4f0a7d3e9c94786" /><Relationship Type="http://schemas.openxmlformats.org/officeDocument/2006/relationships/notesSlide" Target="/ppt/notesSlides/notesSlide5.xml" Id="R0bf23ba8c9a949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90de06c16b1437c" /><Relationship Type="http://schemas.openxmlformats.org/officeDocument/2006/relationships/image" Target="/ppt/media/image2.jpeg" Id="R0fcd48637e074194" /><Relationship Type="http://schemas.openxmlformats.org/officeDocument/2006/relationships/notesSlide" Target="/ppt/notesSlides/notesSlide6.xml" Id="R55112b565d0145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6734731125b4893" /><Relationship Type="http://schemas.openxmlformats.org/officeDocument/2006/relationships/image" Target="/ppt/media/image2.jpeg" Id="R54af055460514684" /><Relationship Type="http://schemas.openxmlformats.org/officeDocument/2006/relationships/notesSlide" Target="/ppt/notesSlides/notesSlide7.xml" Id="Rd5c26bdd4cd840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a7983c3cfcf4036" /><Relationship Type="http://schemas.openxmlformats.org/officeDocument/2006/relationships/image" Target="/ppt/media/image2.jpeg" Id="R1566f66a6ac24098" /><Relationship Type="http://schemas.openxmlformats.org/officeDocument/2006/relationships/notesSlide" Target="/ppt/notesSlides/notesSlide8.xml" Id="R1bede98c07e84f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d8549b3ee874441" /><Relationship Type="http://schemas.openxmlformats.org/officeDocument/2006/relationships/image" Target="/ppt/media/image2.jpeg" Id="R7319e31312004ac9" /><Relationship Type="http://schemas.openxmlformats.org/officeDocument/2006/relationships/notesSlide" Target="/ppt/notesSlides/notesSlide9.xml" Id="R5f6f37f65bfc4b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488d7fe105842f3" /><Relationship Type="http://schemas.openxmlformats.org/officeDocument/2006/relationships/image" Target="/ppt/media/image2.jpeg" Id="R5c2951c0a61f418c" /><Relationship Type="http://schemas.openxmlformats.org/officeDocument/2006/relationships/notesSlide" Target="/ppt/notesSlides/notesSlide10.xml" Id="Rd75a4d19c5b24f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b1ca1fc614b43b6" /><Relationship Type="http://schemas.openxmlformats.org/officeDocument/2006/relationships/image" Target="/ppt/media/image2.jpeg" Id="Rbe06d67490d44aa0" /><Relationship Type="http://schemas.openxmlformats.org/officeDocument/2006/relationships/notesSlide" Target="/ppt/notesSlides/notesSlide11.xml" Id="R20db3669e15741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b98d04d74124185" /><Relationship Type="http://schemas.openxmlformats.org/officeDocument/2006/relationships/image" Target="/ppt/media/image2.jpeg" Id="Ra007f9d9cf414454" /><Relationship Type="http://schemas.openxmlformats.org/officeDocument/2006/relationships/notesSlide" Target="/ppt/notesSlides/notesSlide12.xml" Id="R1594e4d189ef4d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7dbe96f06f1487a" /><Relationship Type="http://schemas.openxmlformats.org/officeDocument/2006/relationships/image" Target="/ppt/media/image2.jpeg" Id="R23835822c02f49ba" /><Relationship Type="http://schemas.openxmlformats.org/officeDocument/2006/relationships/notesSlide" Target="/ppt/notesSlides/notesSlide13.xml" Id="R03106d99339f40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f6a4061832147cc" /><Relationship Type="http://schemas.openxmlformats.org/officeDocument/2006/relationships/image" Target="/ppt/media/image2.jpeg" Id="R9b0ce561fca345e0" /><Relationship Type="http://schemas.openxmlformats.org/officeDocument/2006/relationships/notesSlide" Target="/ppt/notesSlides/notesSlide14.xml" Id="Rd316e15ed7dc42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b8c35176d134f47" /><Relationship Type="http://schemas.openxmlformats.org/officeDocument/2006/relationships/image" Target="/ppt/media/image5.jpeg" Id="R83170dc7b5c54726" /><Relationship Type="http://schemas.openxmlformats.org/officeDocument/2006/relationships/notesSlide" Target="/ppt/notesSlides/notesSlide15.xml" Id="Rde07cf7c46f341d6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c7722957316465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8.2 立方根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第8章 实数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教材印刷页48—51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7099c7715c04ea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7e38ea73941ad">
            <a:extLst>
              <a:ext uri="{96DAC541-7B7A-43D3-8B79-37D633B846F1}">
                <asvg:svgBlip xmlns:asvg="http://schemas.microsoft.com/office/drawing/2016/SVG/main" r:embed="R555a2e976fbc477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通过阅读、观察或操作，准确说出立方根、开立方、正负数和0的立方根的含义、表示或基本步骤。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99c7715c04eac">
            <a:extLst>
              <a:ext uri="{96DAC541-7B7A-43D3-8B79-37D633B846F1}">
                <asvg:svgBlip xmlns:asvg="http://schemas.microsoft.com/office/drawing/2016/SVG/main" r:embed="Rc837d539c37d4f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在Q2—Q4中运用“利用立方关系求立方根”，能用完整语言、式子、图形或图表说明依据。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d36e26ad64b24">
            <a:extLst>
              <a:ext uri="{96DAC541-7B7A-43D3-8B79-37D633B846F1}">
                <asvg:svgBlip xmlns:asvg="http://schemas.microsoft.com/office/drawing/2016/SVG/main" r:embed="Rb82ed4b2cdc049a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在基础与变式练习中运用“利用立方关系求立方根”解决同类问题，并对结果进行检验。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7880524c54f18">
            <a:extLst>
              <a:ext uri="{96DAC541-7B7A-43D3-8B79-37D633B846F1}">
                <asvg:svgBlip xmlns:asvg="http://schemas.microsoft.com/office/drawing/2016/SVG/main" r:embed="R0d7e8ab686914f1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08b7a1ddde649b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对应印刷页48—51。先读图、读表或读题，圈出已知和所求。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调用学生已经学习有理数立方、平方根，具备基本观察、计算、作图或整理数据的经验。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聚焦立方根、开立方、正负数和0的立方根，不急于抄结论。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ACE6C48-8BCB-45C4-8DC0-A7A2D686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6923D4A-0544-4D0F-B349-C6734CED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9C65A8A-443D-4A9A-860C-16328E92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3CD21AA-1BE2-46AB-803A-E879932D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43B5FD-58F2-4739-8C33-2F77D104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9E0EE5A-B90F-416A-9746-99216B51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5DED307-A23A-4340-8714-F4ABB324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84DDBA9-CCE9-4028-82DA-75835858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12B469F-9AAA-476B-830F-100017D3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B3C4B6A-60B9-4219-8B62-F8079AA5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85660BF-ECB4-4E6D-93BE-87D19614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D74D71F-8724-4184-8A94-09EAD5FE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5F68625-B0EF-4D1F-A07C-64EFCEDE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4070103-56F9-4146-B06A-6860BCF5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E779DBE-2AC3-404D-9FC2-9FABD0B4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C69C978-145D-408C-BD92-B9602820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3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8EB9F87-6319-4F0C-B24C-DAB07042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ECAEE22-0263-4D43-84D2-45A4F85C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396164F-E8EB-400B-BDB6-EB9E15B6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85E1923-DD1B-496D-BAEA-BA043C91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3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F287A49-F1A8-4B4B-8483-853F709C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191100F-421E-4896-859F-1FDBE749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4CF8365-EF8D-430F-BB25-78B790C8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A4B9A7F-1E16-4EA9-A25F-FE823380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4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E62C4C0-8ADA-4407-AC97-90FDC88D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4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685C54-6027-4826-A083-345315C2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260A0B4-6A9E-44FB-AD10-9436380C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BA5105A-CA7A-4FA4-9876-C5A070E6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4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379EC99-ACD1-4543-9F29-362F070E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8965AD4-C0B9-400A-8F35-860A4C6E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4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80D5773-6345-4BF8-9BF8-25BC2052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1C13662-60C5-40D8-BFCB-21B108EA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f59ebef52684a4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旧知回顾：回顾“有理数立方”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回顾“有理数立方”：写出一条与本课有关的定义、性质或计算规则。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参考要点：正确表述“有理数立方”的核心含义，并说明它与“立方根”的联系。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ED90648-1389-4128-AE1A-3E9AA2FF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CDCD72B-F8DB-4603-96BE-35C8E1D2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A30244-82CE-4745-902F-B21890E7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D2E413E-FCF3-4E62-BBAA-AF2E5D84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8112BB4-0D7E-4234-88A3-6C1DD3FE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4543B73-8C76-4997-ACB3-B9C11CEA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3DD03DE-D524-4C46-977B-7C344351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915F029-02EA-4B33-8F99-912FF581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543528D-BC47-4E29-A3CA-09251F17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AF57B9B-43F3-46F3-86D4-79572511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A4EC642-865D-4D81-B96D-D5131782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2E2B877-3F46-4B97-BDC1-B002D80C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4f0a7d3e9c9478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阅读教材印刷页48—51，圈出“立方根、开立方、正负数和0的立方根”，分别用一句话记录它们解决什么问题。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小组探究：围绕“理解负数有负的立方根”设计一次观察、操作或推理，记录现象、猜想和验证依据。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围绕“利用立方关系求立方根”说明理由；同伴只追问条件和依据。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D4CA57E-8939-47DF-81A9-469C5FC4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3692F9E-9770-4EDC-969B-C6B4135A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26802BF-C8C5-4851-A61E-2D585198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631873C-412C-428A-97CD-0EFAE562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8102464-C5E0-4429-BB75-6754E58A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B51DA3E-E103-4DDE-A073-1814C173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DBC4CE-D272-4624-AD86-C0F603A0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05F3228-B91C-49B0-9CF5-8C71078E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fcd48637e07419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概念一：立方根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立方根：按教材明确其定义、条件、表示、性质或步骤。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BFCC6E9-F377-4149-90CA-AA6E0CEE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B470C4C-889F-4A2B-A2E6-4132358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7A0B8C2-B8F0-40C2-BFE8-4F2B67E6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9CED8CC-AB35-42A2-B270-89969172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A86C5B1-1E18-4330-8EB9-85F694CB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386E221-FA57-4C3D-B65E-F8A653E6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D9D9D63-A5E0-4E98-895E-BA130060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5E0D83C-8088-419D-B826-BDC98A10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48C44E9-F505-4DDA-A703-6E6236FE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3FBC44B-5EA6-478A-88DF-F3737ED3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AD50509-6F42-4B9A-9FAD-49434F24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107B597-7945-4751-A2EA-F4F602D8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4af05546051468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概念二：开立方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开立方：按教材明确其定义、条件、表示、性质或步骤。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易错提醒：理解负数有负的立方根。先审条件，再使用结论。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BF71B8C-901F-4D76-AA74-D8013A76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E9E0B0B-C70D-47FC-96A6-BE495D04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891EEDC-CCBE-458F-A6FB-84A94F01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BEF2391-D100-4B3B-A4DF-28B33D24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50DD64B-A110-472F-B693-74FEE72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7F9C52F-C0B3-4B95-BA8A-DA26D36E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796F91B-97B5-4233-BBF9-83467261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63E2A27-3AAD-4426-B372-5D9C0DBE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3990E2B-D064-43AB-B57E-285AE304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5F8DF04-B04E-4E9A-8010-01D20062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EB4A8F0-4B77-4CBC-A122-5272E81A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AA48244-694E-4E56-B381-E56A8CD6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566f66a6ac2409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小组探究：围绕“理解负数有负的立方根”设计一次观察、操作或推理，记录现象、猜想和验证依据。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参考思路：先明确条件，再围绕“利用立方关系求立方根”形成猜想，最后用定义、计算、图表或反例验证。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4D0C66D-3369-4778-A8AA-D7AC96C2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105BBDA-D339-4ABC-A6D8-55324097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B544E71-2BFA-4C2A-980E-B85CE72D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47FAE0D-A38E-453E-8300-C9645FFF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2D406C5-874D-4536-9319-DB34883C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A4657F8-5A6A-41AF-9DF4-59237E67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601817-03D3-4CB0-AE6C-DE884DD6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B49426E-5CBD-492B-A739-CD5118C7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82A5B24-51F4-4B86-B918-87E413F8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016A3CB-A150-418F-9189-8C96DDFB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3C95D1B-15D6-4D5D-8224-1690BB0D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404BF82-FBDC-4F19-88FF-4636FC38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319e31312004ac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只记“立方根”的结论，不检查适用条件。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把“利用立方关系求立方根”与相近概念或逆命题混淆。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c2951c0a61f418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教材例题：例题（对应教材8.2例1、教材8.2例2）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例题（对应教材8.2例1、教材8.2例2）：计算∛125、∛(−64)、∛0。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选用利用立方关系求立方根；3.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教材印刷页48—51：先思考，再对照规范解答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6818177-ABFA-4914-B38F-16641068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5350304-E303-4F9F-993A-4858132F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3383DB3-1298-4A26-8F80-AEFC95DC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39318B9-7B7E-444C-82CF-E4A7EBD4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AC3A7C2-D4B6-4B8B-8657-FC8C1B2C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95BD761-C99D-4234-B340-14D69E0D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0143264-068D-497A-AC2C-FD77A2AB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C294659-F9C4-4D63-B029-C8A533CD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e06d67490d44aa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选择“利用立方关系求立方根”对应的方法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分别为5、−4、0。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没有先确认“利用立方关系求立方根”的条件，或只写结果不写依据。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1FAEDC7-369F-4596-9D44-4D7D7A7B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11FCCBC-AACF-42C3-862C-93DD4DEE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069B56E-DBC6-46A8-A8A9-AD557705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DD03EAD-7544-42C6-B08E-3B5FD1CF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854AC3-3E5F-41DD-83A8-30BEC3D0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0046E73-FEF6-4CDC-BA63-4D245F07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F78CAE3-DBC2-4D30-BE24-2EBF9A0A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7A9C7C2-A411-425B-BB61-C85DEEF5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5AD17A4-071E-4DD3-82E5-44361607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4E98052-ABC5-48FE-9B3E-6CC95C31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C3B3472-1B21-4139-A934-FBAFB41D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5F208EF-B429-44F6-8F80-9F337357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007f9d9cf41445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基础辨析：判断“使用‘立方根’时不需要检查条件，只要结论看起来合理即可”，并说明理由。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变式练习：把Q4的一个条件、数据或表示方式作合理改变，仍用“利用立方关系求立方根”解决，并写出检验。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5366821-8DFE-4A67-92C3-4FF7741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8609259-1411-4B50-8794-0396CFE1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19321AA-6FEF-4E3C-BBB2-AFAFD216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2CB488E-32E3-4B65-AA48-69358EF4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ED23CBB-8535-44D6-A169-709B30A9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D806EE2-917D-419D-927E-72A7FF86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82F5186-4AD3-4D56-8016-E6D6565D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EDF7B15-191F-4FA0-BF15-EDE3AAAE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3835822c02f49b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变式练习：把Q4的一个条件、数据或表示方式作合理改变，仍用“利用立方关系求立方根”解决，并写出检验。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答案不唯一。评价要点：改变后的条件完整；方法仍属于“利用立方关系求立方根”；过程正确；检验与新条件一致。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4472961-12CE-43CE-BFAF-4A92A108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9C7E66B-C0D4-45A9-AB44-386798FC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4EA7581-B590-49DC-A0AC-D9F39568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70889D5-743F-4C27-B040-B293F1DC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C16DC28-C3F7-4026-9C2E-356DEF26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999897C-F576-46FD-947F-E4B659B7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93121B-78CB-432A-B520-62307B6E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3D50303-D67C-4BF9-BC7C-7C8A9EA4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b0ce561fca345e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纠错：“研究立方根时，只记结论，不必区分条件、过程和依据。”这句话对吗？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当堂检测：若x³=−216，求x。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71CAEB0-3DE6-4F0F-90A5-41E34C55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9C6DD3F-B30C-4D40-9F46-8FA9623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CE19C81-BF40-454C-8E90-BEA9A7BB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E017E69-66DE-44A7-8573-4298CCE5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EEF5D06-18AB-4B47-93BE-8AD84665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2A4BE8A-4F77-457E-B32A-D348BEC1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2BCA7AD-98B0-4B2A-9A17-B9C80F0A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004B674-C89B-4D0F-9998-46E53BBB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3170dc7b5c5472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小结参考：本课围绕“立方根”，掌握立方根、开立方、正负数和0的立方根，并能运用利用立方关系求立方根。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基础：完成教材第50页练习与8.2习题中的基础题并订正Q5、Q7 提升：当堂检测：若x³=−216，求x。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我能否：①准确表达立方根；②运用利用立方关系求立方根；③写清依据并检验？选择“会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D5C48BA-2074-4BA3-B53D-B6F04ED6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BAAB4F4-57E1-4313-9486-D0013B83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543971F-3E1B-47C4-91FD-97BD01D1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3718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7A34025-C710-48EE-98F6-2B2722B3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73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3C8028F-A96A-4927-BBFD-1258FDEE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77A7BDD-F19B-452E-804C-E71842F2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9743684-0FEA-47DB-88AF-4527BEA5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1744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3731D73-4802-4AC7-83F9-F5298C9E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2026-08-02T17:54:13.8760000Z</dcterms:created>
  <dcterms:modified xsi:type="dcterms:W3CDTF">2026-08-02T17:54:13.8760000Z</dcterms:modified>
</coreProperties>
</file>