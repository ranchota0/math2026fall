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8fa0f7ea9b453e" /><Relationship Type="http://schemas.openxmlformats.org/officeDocument/2006/relationships/extended-properties" Target="/docProps/app.xml" Id="R8c5d2d3ed0c94e96" /><Relationship Type="http://schemas.openxmlformats.org/officeDocument/2006/relationships/officeDocument" Target="/ppt/presentation.xml" Id="R668744fe419f47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ad9d99734342dc"/>
    <p:sldMasterId xmlns:r="http://schemas.openxmlformats.org/officeDocument/2006/relationships" id="2147483660" r:id="R6b9700643b26495f"/>
  </p:sldMasterIdLst>
  <p:notesMasterIdLst>
    <p:notesMasterId xmlns:r="http://schemas.openxmlformats.org/officeDocument/2006/relationships" r:id="Rfd5c095d6e4c4acb"/>
  </p:notesMasterIdLst>
  <p:sldIdLst>
    <p:sldId xmlns:r="http://schemas.openxmlformats.org/officeDocument/2006/relationships" id="256" r:id="Rb2501022a0084c5b"/>
    <p:sldId xmlns:r="http://schemas.openxmlformats.org/officeDocument/2006/relationships" id="257" r:id="R617dfcbc09f7411f"/>
    <p:sldId xmlns:r="http://schemas.openxmlformats.org/officeDocument/2006/relationships" id="258" r:id="R9c8d2aa4630842d5"/>
    <p:sldId xmlns:r="http://schemas.openxmlformats.org/officeDocument/2006/relationships" id="259" r:id="R87fe51494bd24b15"/>
    <p:sldId xmlns:r="http://schemas.openxmlformats.org/officeDocument/2006/relationships" id="260" r:id="R84242d930b6f4673"/>
    <p:sldId xmlns:r="http://schemas.openxmlformats.org/officeDocument/2006/relationships" id="261" r:id="R2ee33088016e4f48"/>
    <p:sldId xmlns:r="http://schemas.openxmlformats.org/officeDocument/2006/relationships" id="262" r:id="R9cb17cfee9ba4fe1"/>
    <p:sldId xmlns:r="http://schemas.openxmlformats.org/officeDocument/2006/relationships" id="263" r:id="R2542100dd8734e9a"/>
    <p:sldId xmlns:r="http://schemas.openxmlformats.org/officeDocument/2006/relationships" id="264" r:id="R0d5bf9af759d4a16"/>
    <p:sldId xmlns:r="http://schemas.openxmlformats.org/officeDocument/2006/relationships" id="265" r:id="Rea439da26e1d468a"/>
    <p:sldId xmlns:r="http://schemas.openxmlformats.org/officeDocument/2006/relationships" id="266" r:id="Rfe3e18fc27b64c51"/>
    <p:sldId xmlns:r="http://schemas.openxmlformats.org/officeDocument/2006/relationships" id="267" r:id="Rbe2382fce9e04df4"/>
    <p:sldId xmlns:r="http://schemas.openxmlformats.org/officeDocument/2006/relationships" id="268" r:id="R20d1d90e00ef43a0"/>
    <p:sldId xmlns:r="http://schemas.openxmlformats.org/officeDocument/2006/relationships" id="269" r:id="R47718bd6344040b3"/>
    <p:sldId xmlns:r="http://schemas.openxmlformats.org/officeDocument/2006/relationships" id="270" r:id="R9f701965be394c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e24d592e1d494b" /><Relationship Type="http://schemas.openxmlformats.org/officeDocument/2006/relationships/slideMaster" Target="/ppt/slideMasters/slideMaster1.xml" Id="R3ead9d99734342dc" /><Relationship Type="http://schemas.openxmlformats.org/officeDocument/2006/relationships/slideMaster" Target="/ppt/slideMasters/slideMaster2.xml" Id="R6b9700643b26495f" /><Relationship Type="http://schemas.openxmlformats.org/officeDocument/2006/relationships/notesMaster" Target="/ppt/notesMasters/notesMaster1.xml" Id="Rfd5c095d6e4c4acb" /><Relationship Type="http://schemas.openxmlformats.org/officeDocument/2006/relationships/presProps" Target="/ppt/presProps.xml" Id="Rc4f5e66314ac450b" /><Relationship Type="http://schemas.openxmlformats.org/officeDocument/2006/relationships/viewProps" Target="/ppt/viewProps.xml" Id="R5eddff1bab4140a4" /><Relationship Type="http://schemas.openxmlformats.org/officeDocument/2006/relationships/tableStyles" Target="/ppt/tableStyles.xml" Id="R78d74a7c02364118" /><Relationship Type="http://schemas.openxmlformats.org/officeDocument/2006/relationships/slide" Target="/ppt/slides/slide1.xml" Id="Rb2501022a0084c5b" /><Relationship Type="http://schemas.openxmlformats.org/officeDocument/2006/relationships/slide" Target="/ppt/slides/slide2.xml" Id="R617dfcbc09f7411f" /><Relationship Type="http://schemas.openxmlformats.org/officeDocument/2006/relationships/slide" Target="/ppt/slides/slide3.xml" Id="R9c8d2aa4630842d5" /><Relationship Type="http://schemas.openxmlformats.org/officeDocument/2006/relationships/slide" Target="/ppt/slides/slide4.xml" Id="R87fe51494bd24b15" /><Relationship Type="http://schemas.openxmlformats.org/officeDocument/2006/relationships/slide" Target="/ppt/slides/slide5.xml" Id="R84242d930b6f4673" /><Relationship Type="http://schemas.openxmlformats.org/officeDocument/2006/relationships/slide" Target="/ppt/slides/slide6.xml" Id="R2ee33088016e4f48" /><Relationship Type="http://schemas.openxmlformats.org/officeDocument/2006/relationships/slide" Target="/ppt/slides/slide7.xml" Id="R9cb17cfee9ba4fe1" /><Relationship Type="http://schemas.openxmlformats.org/officeDocument/2006/relationships/slide" Target="/ppt/slides/slide8.xml" Id="R2542100dd8734e9a" /><Relationship Type="http://schemas.openxmlformats.org/officeDocument/2006/relationships/slide" Target="/ppt/slides/slide9.xml" Id="R0d5bf9af759d4a16" /><Relationship Type="http://schemas.openxmlformats.org/officeDocument/2006/relationships/slide" Target="/ppt/slides/slide10.xml" Id="Rea439da26e1d468a" /><Relationship Type="http://schemas.openxmlformats.org/officeDocument/2006/relationships/slide" Target="/ppt/slides/slide11.xml" Id="Rfe3e18fc27b64c51" /><Relationship Type="http://schemas.openxmlformats.org/officeDocument/2006/relationships/slide" Target="/ppt/slides/slide12.xml" Id="Rbe2382fce9e04df4" /><Relationship Type="http://schemas.openxmlformats.org/officeDocument/2006/relationships/slide" Target="/ppt/slides/slide13.xml" Id="R20d1d90e00ef43a0" /><Relationship Type="http://schemas.openxmlformats.org/officeDocument/2006/relationships/slide" Target="/ppt/slides/slide14.xml" Id="R47718bd6344040b3" /><Relationship Type="http://schemas.openxmlformats.org/officeDocument/2006/relationships/slide" Target="/ppt/slides/slide15.xml" Id="R9f701965be394c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6937f9c8d0ce4d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ee3538310d4e8e" /><Relationship Type="http://schemas.openxmlformats.org/officeDocument/2006/relationships/notesMaster" Target="/ppt/notesMasters/notesMaster1.xml" Id="Ree8aa8a4609543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2578861b6940fd" /><Relationship Type="http://schemas.openxmlformats.org/officeDocument/2006/relationships/notesMaster" Target="/ppt/notesMasters/notesMaster1.xml" Id="R5cd325ce97774c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c9d022d9bc4bc7" /><Relationship Type="http://schemas.openxmlformats.org/officeDocument/2006/relationships/notesMaster" Target="/ppt/notesMasters/notesMaster1.xml" Id="Ra664144e402b49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818cfda73f4368" /><Relationship Type="http://schemas.openxmlformats.org/officeDocument/2006/relationships/notesMaster" Target="/ppt/notesMasters/notesMaster1.xml" Id="Rc83e094dc1c448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6064e942b24d72" /><Relationship Type="http://schemas.openxmlformats.org/officeDocument/2006/relationships/notesMaster" Target="/ppt/notesMasters/notesMaster1.xml" Id="R0235e46728f040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884e315376409d" /><Relationship Type="http://schemas.openxmlformats.org/officeDocument/2006/relationships/notesMaster" Target="/ppt/notesMasters/notesMaster1.xml" Id="R431a3530ffc442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a1a4bb456440e3" /><Relationship Type="http://schemas.openxmlformats.org/officeDocument/2006/relationships/notesMaster" Target="/ppt/notesMasters/notesMaster1.xml" Id="R7f50d5cdf1824f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0b581107234989" /><Relationship Type="http://schemas.openxmlformats.org/officeDocument/2006/relationships/notesMaster" Target="/ppt/notesMasters/notesMaster1.xml" Id="R90322c314ca349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99ad5c9a284104" /><Relationship Type="http://schemas.openxmlformats.org/officeDocument/2006/relationships/notesMaster" Target="/ppt/notesMasters/notesMaster1.xml" Id="R0ef25810b4c64e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aab7fa9f5a43f9" /><Relationship Type="http://schemas.openxmlformats.org/officeDocument/2006/relationships/notesMaster" Target="/ppt/notesMasters/notesMaster1.xml" Id="R660a4db57c424f2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c006f1b10794d03" /><Relationship Type="http://schemas.openxmlformats.org/officeDocument/2006/relationships/notesMaster" Target="/ppt/notesMasters/notesMaster1.xml" Id="R3bdee04b570d4cf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c76aa7f1b2245a1" /><Relationship Type="http://schemas.openxmlformats.org/officeDocument/2006/relationships/notesMaster" Target="/ppt/notesMasters/notesMaster1.xml" Id="R54be966a83f3417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07f9614ce4243d7" /><Relationship Type="http://schemas.openxmlformats.org/officeDocument/2006/relationships/notesMaster" Target="/ppt/notesMasters/notesMaster1.xml" Id="R666c093fb4a648c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d0def8b723d4401" /><Relationship Type="http://schemas.openxmlformats.org/officeDocument/2006/relationships/notesMaster" Target="/ppt/notesMasters/notesMaster1.xml" Id="R2e82eca3d017497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595cf1630e14548" /><Relationship Type="http://schemas.openxmlformats.org/officeDocument/2006/relationships/notesMaster" Target="/ppt/notesMasters/notesMaster1.xml" Id="R29cde168d38f49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从教材印刷页52—54进入《无理数与实数》。说明本课在第8章 实数中的位置。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人教版《义务教育教科书·数学七年级下册》，印刷页52—54。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形成第一个核心概念：无理数。要求学生标出对象、条件、表示和作用。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形成第二个核心概念或方法：实数分类。与前一概念对比，避免相近知识混淆。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呈现Q4，保留独立思考时间。题型对应教材印刷页52—54的例题或典型任务。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人教版《义务教育教科书·数学七年级下册》，印刷页52—54。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22af6af69f42c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94a748ea5b444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dbf324a4cf4ff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97fe35d5c0406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ed088e1b5244d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7c5191ab9e434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cdf952fd6149d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60b4dd86b6497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8a6d827a904ab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7aacc65ba14dd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2bf5e7e2b549d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03724d6b4c7480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e36cb2e1cad48fc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ebfb4300704d1a" /><Relationship Type="http://schemas.openxmlformats.org/officeDocument/2006/relationships/slideLayout" Target="/ppt/slideLayouts/slideLayout1.xml" Id="R54f94a77eaae4bcf" /><Relationship Type="http://schemas.openxmlformats.org/officeDocument/2006/relationships/slideLayout" Target="/ppt/slideLayouts/slideLayout2.xml" Id="R7c586d02d9014b9e" /><Relationship Type="http://schemas.openxmlformats.org/officeDocument/2006/relationships/slideLayout" Target="/ppt/slideLayouts/slideLayout3.xml" Id="R6de8b86d1c1e4fcd" /><Relationship Type="http://schemas.openxmlformats.org/officeDocument/2006/relationships/slideLayout" Target="/ppt/slideLayouts/slideLayout4.xml" Id="Rdde101f4128f4704" /><Relationship Type="http://schemas.openxmlformats.org/officeDocument/2006/relationships/slideLayout" Target="/ppt/slideLayouts/slideLayout5.xml" Id="R5df1670424cb4494" /><Relationship Type="http://schemas.openxmlformats.org/officeDocument/2006/relationships/slideLayout" Target="/ppt/slideLayouts/slideLayout6.xml" Id="R44d30419f53a4265" /><Relationship Type="http://schemas.openxmlformats.org/officeDocument/2006/relationships/slideLayout" Target="/ppt/slideLayouts/slideLayout7.xml" Id="Rd1a440e7c9074a78" /><Relationship Type="http://schemas.openxmlformats.org/officeDocument/2006/relationships/slideLayout" Target="/ppt/slideLayouts/slideLayout8.xml" Id="R3e3e35caad6a4060" /><Relationship Type="http://schemas.openxmlformats.org/officeDocument/2006/relationships/slideLayout" Target="/ppt/slideLayouts/slideLayout9.xml" Id="R0861112ba6aa417c" /><Relationship Type="http://schemas.openxmlformats.org/officeDocument/2006/relationships/slideLayout" Target="/ppt/slideLayouts/slideLayout10.xml" Id="R0a934c8ff3ff4398" /><Relationship Type="http://schemas.openxmlformats.org/officeDocument/2006/relationships/slideLayout" Target="/ppt/slideLayouts/slideLayout11.xml" Id="Rea92115abd4f4634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5d5ceb23aec4ab4" /><Relationship Type="http://schemas.openxmlformats.org/officeDocument/2006/relationships/slideLayout" Target="/ppt/slideLayouts/slideLayout12.xml" Id="Rc9f5ba73892b40b3" /><Relationship Type="http://schemas.openxmlformats.org/officeDocument/2006/relationships/slideLayout" Target="/ppt/slideLayouts/slideLayout13.xml" Id="R87c5d5fce1e04a2e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f94a77eaae4bcf"/>
    <p:sldLayoutId xmlns:r="http://schemas.openxmlformats.org/officeDocument/2006/relationships" id="2147483650" r:id="R7c586d02d9014b9e"/>
    <p:sldLayoutId xmlns:r="http://schemas.openxmlformats.org/officeDocument/2006/relationships" id="2147483651" r:id="R6de8b86d1c1e4fcd"/>
    <p:sldLayoutId xmlns:r="http://schemas.openxmlformats.org/officeDocument/2006/relationships" id="2147483652" r:id="Rdde101f4128f4704"/>
    <p:sldLayoutId xmlns:r="http://schemas.openxmlformats.org/officeDocument/2006/relationships" id="2147483653" r:id="R5df1670424cb4494"/>
    <p:sldLayoutId xmlns:r="http://schemas.openxmlformats.org/officeDocument/2006/relationships" id="2147483654" r:id="R44d30419f53a4265"/>
    <p:sldLayoutId xmlns:r="http://schemas.openxmlformats.org/officeDocument/2006/relationships" id="2147483655" r:id="Rd1a440e7c9074a78"/>
    <p:sldLayoutId xmlns:r="http://schemas.openxmlformats.org/officeDocument/2006/relationships" id="2147483656" r:id="R3e3e35caad6a4060"/>
    <p:sldLayoutId xmlns:r="http://schemas.openxmlformats.org/officeDocument/2006/relationships" id="2147483657" r:id="R0861112ba6aa417c"/>
    <p:sldLayoutId xmlns:r="http://schemas.openxmlformats.org/officeDocument/2006/relationships" id="2147483658" r:id="R0a934c8ff3ff4398"/>
    <p:sldLayoutId xmlns:r="http://schemas.openxmlformats.org/officeDocument/2006/relationships" id="2147483659" r:id="Rea92115abd4f4634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c9f5ba73892b40b3"/>
    <p:sldLayoutId xmlns:r="http://schemas.openxmlformats.org/officeDocument/2006/relationships" id="2147483662" r:id="R87c5d5fce1e04a2e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372cf1862d448e5" /><Relationship Type="http://schemas.openxmlformats.org/officeDocument/2006/relationships/image" Target="/ppt/media/image.jpeg" Id="R898cf1a05501425e" /><Relationship Type="http://schemas.openxmlformats.org/officeDocument/2006/relationships/notesSlide" Target="/ppt/notesSlides/notesSlide1.xml" Id="Rb4983676a34747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d071a44eb1840d2" /><Relationship Type="http://schemas.openxmlformats.org/officeDocument/2006/relationships/image" Target="/ppt/media/image2.jpeg" Id="R7f9acc98483346f7" /><Relationship Type="http://schemas.openxmlformats.org/officeDocument/2006/relationships/image" Target="/ppt/media/image.svg" Id="Rd9624f46db8246fb" /><Relationship Type="http://schemas.openxmlformats.org/officeDocument/2006/relationships/image" Target="/ppt/media/image.jpeg" Id="R5161330f36124360" /><Relationship Type="http://schemas.openxmlformats.org/officeDocument/2006/relationships/image" Target="/ppt/media/image2.svg" Id="Rb218305b71aa4f79" /><Relationship Type="http://schemas.openxmlformats.org/officeDocument/2006/relationships/image" Target="/ppt/media/image3.jpeg" Id="R6763b6c0221f4c09" /><Relationship Type="http://schemas.openxmlformats.org/officeDocument/2006/relationships/image" Target="/ppt/media/image3.svg" Id="R4de630417cfe49e4" /><Relationship Type="http://schemas.openxmlformats.org/officeDocument/2006/relationships/image" Target="/ppt/media/image4.jpeg" Id="Rd1164c138a344334" /><Relationship Type="http://schemas.openxmlformats.org/officeDocument/2006/relationships/image" Target="/ppt/media/image4.svg" Id="Ra420efedb6034de8" /><Relationship Type="http://schemas.openxmlformats.org/officeDocument/2006/relationships/notesSlide" Target="/ppt/notesSlides/notesSlide2.xml" Id="R248b20ff7b864a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5b80d98df774b29" /><Relationship Type="http://schemas.openxmlformats.org/officeDocument/2006/relationships/image" Target="/ppt/media/image2.jpeg" Id="R61d1b2b9568c441a" /><Relationship Type="http://schemas.openxmlformats.org/officeDocument/2006/relationships/notesSlide" Target="/ppt/notesSlides/notesSlide3.xml" Id="R061d823af3d444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fafb4b2886142fd" /><Relationship Type="http://schemas.openxmlformats.org/officeDocument/2006/relationships/image" Target="/ppt/media/image2.jpeg" Id="R0c04ab0ba1de458a" /><Relationship Type="http://schemas.openxmlformats.org/officeDocument/2006/relationships/notesSlide" Target="/ppt/notesSlides/notesSlide4.xml" Id="Rdcc128a230b74b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beb2ca84482424a" /><Relationship Type="http://schemas.openxmlformats.org/officeDocument/2006/relationships/image" Target="/ppt/media/image2.jpeg" Id="R58c8f0fb1f334f94" /><Relationship Type="http://schemas.openxmlformats.org/officeDocument/2006/relationships/notesSlide" Target="/ppt/notesSlides/notesSlide5.xml" Id="R7ede21c145e144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8846e2f95f4492a" /><Relationship Type="http://schemas.openxmlformats.org/officeDocument/2006/relationships/image" Target="/ppt/media/image2.jpeg" Id="R11faf4fb007e4904" /><Relationship Type="http://schemas.openxmlformats.org/officeDocument/2006/relationships/notesSlide" Target="/ppt/notesSlides/notesSlide6.xml" Id="R5ad8486ecbc84c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bf0400d465c443e" /><Relationship Type="http://schemas.openxmlformats.org/officeDocument/2006/relationships/image" Target="/ppt/media/image2.jpeg" Id="R5a6659dd8c16423d" /><Relationship Type="http://schemas.openxmlformats.org/officeDocument/2006/relationships/notesSlide" Target="/ppt/notesSlides/notesSlide7.xml" Id="R65d38b79c46b44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0ff245f528d4f28" /><Relationship Type="http://schemas.openxmlformats.org/officeDocument/2006/relationships/image" Target="/ppt/media/image2.jpeg" Id="R3c22d787193e47f0" /><Relationship Type="http://schemas.openxmlformats.org/officeDocument/2006/relationships/notesSlide" Target="/ppt/notesSlides/notesSlide8.xml" Id="R223adf39308a4e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1790e87a46f46ae" /><Relationship Type="http://schemas.openxmlformats.org/officeDocument/2006/relationships/image" Target="/ppt/media/image2.jpeg" Id="Ra334e95d6b3b443d" /><Relationship Type="http://schemas.openxmlformats.org/officeDocument/2006/relationships/notesSlide" Target="/ppt/notesSlides/notesSlide9.xml" Id="Rb2a86e83ffed4f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c496aaa558d48eb" /><Relationship Type="http://schemas.openxmlformats.org/officeDocument/2006/relationships/image" Target="/ppt/media/image2.jpeg" Id="Rb6b46239020a4692" /><Relationship Type="http://schemas.openxmlformats.org/officeDocument/2006/relationships/notesSlide" Target="/ppt/notesSlides/notesSlide10.xml" Id="Rb30e3b1353e645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b2b97fd3aec43ad" /><Relationship Type="http://schemas.openxmlformats.org/officeDocument/2006/relationships/image" Target="/ppt/media/image2.jpeg" Id="R2edc78b8e8e041eb" /><Relationship Type="http://schemas.openxmlformats.org/officeDocument/2006/relationships/notesSlide" Target="/ppt/notesSlides/notesSlide11.xml" Id="R51a037b9d8ed41b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cdb84ae6fc84ac4" /><Relationship Type="http://schemas.openxmlformats.org/officeDocument/2006/relationships/image" Target="/ppt/media/image2.jpeg" Id="Rb2c00c519f9d4693" /><Relationship Type="http://schemas.openxmlformats.org/officeDocument/2006/relationships/notesSlide" Target="/ppt/notesSlides/notesSlide12.xml" Id="R6b5505651519481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9d11f8ffe024a65" /><Relationship Type="http://schemas.openxmlformats.org/officeDocument/2006/relationships/image" Target="/ppt/media/image2.jpeg" Id="R85d6dbc0a7094748" /><Relationship Type="http://schemas.openxmlformats.org/officeDocument/2006/relationships/notesSlide" Target="/ppt/notesSlides/notesSlide13.xml" Id="R35f7c49e52fb459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1ab6c6e72304dd9" /><Relationship Type="http://schemas.openxmlformats.org/officeDocument/2006/relationships/image" Target="/ppt/media/image2.jpeg" Id="R13120bb4fc9e453a" /><Relationship Type="http://schemas.openxmlformats.org/officeDocument/2006/relationships/notesSlide" Target="/ppt/notesSlides/notesSlide14.xml" Id="Re02154818d99447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62d5ed01a6e43df" /><Relationship Type="http://schemas.openxmlformats.org/officeDocument/2006/relationships/image" Target="/ppt/media/image5.jpeg" Id="R94491c914d6845a0" /><Relationship Type="http://schemas.openxmlformats.org/officeDocument/2006/relationships/notesSlide" Target="/ppt/notesSlides/notesSlide15.xml" Id="R6165891ebe204b36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98cf1a05501425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8.3 无理数与实数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第8章 实数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教材印刷页52—54 · 新授课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f9acc98483346f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61330f36124360">
            <a:extLst>
              <a:ext uri="{96DAC541-7B7A-43D3-8B79-37D633B846F1}">
                <asvg:svgBlip xmlns:asvg="http://schemas.microsoft.com/office/drawing/2016/SVG/main" r:embed="Rd9624f46db8246f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通过阅读、观察或操作，准确说出无理数、实数分类、实数与数轴上点的一一对应的含义、表示或基本步骤。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9acc98483346f7">
            <a:extLst>
              <a:ext uri="{96DAC541-7B7A-43D3-8B79-37D633B846F1}">
                <asvg:svgBlip xmlns:asvg="http://schemas.microsoft.com/office/drawing/2016/SVG/main" r:embed="Rb218305b71aa4f7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在Q2—Q4中运用“按定义区分有理数与无理数”，能用完整语言、式子、图形或图表说明依据。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63b6c0221f4c09">
            <a:extLst>
              <a:ext uri="{96DAC541-7B7A-43D3-8B79-37D633B846F1}">
                <asvg:svgBlip xmlns:asvg="http://schemas.microsoft.com/office/drawing/2016/SVG/main" r:embed="R4de630417cfe49e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在基础与变式练习中运用“按定义区分有理数与无理数”解决同类问题，并对结果进行检验。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164c138a344334">
            <a:extLst>
              <a:ext uri="{96DAC541-7B7A-43D3-8B79-37D633B846F1}">
                <asvg:svgBlip xmlns:asvg="http://schemas.microsoft.com/office/drawing/2016/SVG/main" r:embed="Ra420efedb6034de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1d1b2b9568c441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对应印刷页52—54。先读图、读表或读题，圈出已知和所求。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调用学生已经学习有理数分类、平方根和立方根、数轴，具备基本观察、计算、作图或整理数据的经验。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聚焦无理数、实数分类、实数与数轴上点的一一对应，不急于抄结论。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F46369B-A590-4C10-A586-4E56FFF5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ECA1F8B-1647-42BB-BEB9-C0107881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2679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A1BE58E-BFD9-4885-A9BD-134514C3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0812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E768722-BE54-46AE-8EDF-C3046076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362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6A4C500-3C0E-45C2-89AD-30BA9860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8484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7968E22-E776-4EF8-8BAC-83B03819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034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BA4EF92-FF9B-47F2-A64B-B0C769D2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456157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52797B7-435F-4321-B049-4DC1F97F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707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F434883-F6A7-4F5A-ABCD-280F3971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435B822-E2DF-42C0-9548-5AF8C6E1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2679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90B71D9-5289-4570-9977-9D2193BB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41780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D8421C2-6D97-42C0-9F61-7A245940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330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2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6EC8889-96B1-406F-8838-1934F08E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9452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FBD9086-498C-42B9-8280-F8B5C718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02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3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05CCFF8-0DCF-4A1C-999B-91F3CA09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917125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2ED16C4-3D7B-463F-A7DB-25775339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5675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32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6D74FE5-905F-4CDD-804E-8FF2C668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3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7BFBEBC-3892-42E2-BEF6-4C84922D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5156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E52E5F0-0EA9-4DBC-8336-CF7FCDAD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0812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0D736C0-2863-4C54-9505-8C15DF37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362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3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813F753-7774-44EB-9111-E6B3AC5F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8484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132DFB9-AADD-49E4-BCD4-518CB5BC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034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3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F9FB714-8BDE-481F-A781-2BBE64D8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456157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641233C-825F-44B9-9124-765971FC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707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40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202752C-7375-400D-8923-951B1DDF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4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A0F28A5-5F7B-4BEB-A9B8-6EAF3238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5156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4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5008258-8FAE-41B2-8A30-0BEEC3C7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41780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4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31D491D-2EA6-4809-B20B-7ECBC6CB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330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4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11B90F1-64FB-484D-8B35-022CC1D8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9452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4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55D566F-93DD-4C8F-86BA-34DEDCBE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02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4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056C6F5-2C4C-480F-BD9D-0E2AB553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917125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4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8DF4DE0-7267-452F-9A27-44612E32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5675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c04ab0ba1de458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旧知回顾：回顾“有理数分类”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回顾“有理数分类”：写出一条与本课有关的定义、性质或计算规则。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参考要点：正确表述“有理数分类”的核心含义，并说明它与“无理数”的联系。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4740406-C68C-4A28-A012-AFE6C867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9F7D717-64F7-447D-95C4-3E86B6FE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C1E716F-B2C2-447B-B00B-9CB8DDA8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94485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2FA81F3-8BE8-4964-8E8B-3508782F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3035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−1</a:t>
            </a:r>
          </a:p>
        </p:txBody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F3FF925-DF4E-4613-9498-BCB852DD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59712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B01D96C-05F4-454E-88C6-2C41D5F4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262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DC7E117-2B2F-4ADA-AC40-805A4C39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396C3EC-204F-41DD-AC74-F8480322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4798768-7E16-4A96-916B-AA3811D8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690164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3CB915C-206C-4002-996F-0738B637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714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D8DB9C2-B553-42A6-BA22-5DB75DD1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55389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D7AE0E8-FAD9-45A5-8E19-14AE5D75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939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8c8f0fb1f334f9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阅读教材印刷页52—54，圈出“无理数、实数分类、实数与数轴上点的一一对应”，分别用一句话记录它们解决什么问题。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小组探究：围绕“理解无限不循环小数与无理数”设计一次观察、操作或推理，记录现象、猜想和验证依据。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围绕“按定义区分有理数与无理数”说明理由；同伴只追问条件和依据。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1F07A20-8EEE-4AF1-9D98-8015F74A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20F9E70-EC03-4ADE-86AB-0B3AB177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1FC09D9-0118-44F4-B2DF-445088CA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8215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99BA75D-3C2B-4751-BAB9-739F3D68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70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840F074-5647-47AD-B8A8-1815E21C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71AD009-2255-4C5B-BDA8-5EA9AE19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11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23BCFEF-7298-4B1B-BD3E-2DF04C14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7097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57B8D77-4DD7-40C2-884C-21C39BF7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52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1faf4fb007e490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概念一：无理数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无理数：按教材明确其定义、条件、表示、性质或步骤。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BD2493C-DF6C-426B-B445-F2ADA0E7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D3A7826-EF7E-4085-BE53-C0B8F190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347753A-4765-46C5-AC0F-1E547E2D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94485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8DA85A2-D260-43BA-96CA-01A4DEC3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3035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−1</a:t>
            </a:r>
          </a:p>
        </p:txBody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55D7F2E-6260-4608-AE75-46E2FE0B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59712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1C8CFD2-DAA8-4F96-A235-E5623A0B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262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C302C87-8255-47A2-8F97-47457134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0771395-4852-4367-91A5-BDC07826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C2EC3AC-A31C-48D2-95F8-E4EB92BB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690164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08CCE8E-FA6A-4BDF-9DCB-7249B5F4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714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F07ECD8-D234-44B1-A35F-41084A5C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55389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328108F-688D-4068-994D-1F4D5416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939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a6659dd8c16423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概念二：实数分类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实数分类：按教材明确其定义、条件、表示、性质或步骤。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易错提醒：理解无限不循环小数与无理数。先审条件，再使用结论。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B3B66EA-9A8B-4B86-9F7B-10B72CE0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2C82618-CDE6-4BB2-8FFF-580FEFF2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1C90111-61A6-4D3F-862F-895133A4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94485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7C1045E-0B9F-4ABA-B043-C7FC87AE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3035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−1</a:t>
            </a:r>
          </a:p>
        </p:txBody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E672354-DA65-4AD5-912F-885D15B5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59712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04B818C-970F-427E-98F0-E3C3D764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262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FEC476B-5ADC-44E5-9F25-3D65882C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4A999BD-A5DB-4BC8-A9FB-8E19DAB8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35E7A92-7BAB-4315-A65A-BEF35B79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690164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5D427FA-0B35-4775-B966-AE7C74D2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714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C825ED9-2FB0-4849-AD3E-2F2D0958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55389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7972E65-45E4-41D3-AB0E-74DE2A7D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939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c22d787193e47f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小组探究：围绕“理解无限不循环小数与无理数”设计一次观察、操作或推理，记录现象、猜想和验证依据。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参考思路：先明确条件，再围绕“按定义区分有理数与无理数”形成猜想，最后用定义、计算、图表或反例验证。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44653B6-9320-49C4-9672-85F16524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7032879-C3B4-4DA5-8BE1-D0DB2151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357563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AB652BE-CDF8-4A9D-B2C7-44CB49E6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029385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48268FB-1802-49E9-B8A5-742CB08E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7935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−1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75E3BD5-EA7B-44D4-883A-CF43468E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598599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9748639-AAAC-4156-A393-4B8F85CF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7149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205B446-42B0-4F1C-9B22-10602F37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67813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7346EB4-845D-42CE-8723-B318A811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E90ECE1-90D3-4BF9-90DE-5DA697FE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737027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D663D91-EFD2-42C1-8A8C-E3365D82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577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0BA7A58-16F4-4C1F-AB70-A52E2670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06241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9F74DDF-AA74-4F52-9289-34721D99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791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334e95d6b3b443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只记“无理数”的结论，不检查适用条件。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把“按定义区分有理数与无理数”与相近概念或逆命题混淆。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6b46239020a469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教材例题：例题（对应教材第52—54页分类与数轴探究）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例题（对应教材第52—54页分类与数轴探究）：把√2、π、0.3、22/7、−√9分类为有理数和无理数。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选用按定义区分有理数与无理数；3.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教材印刷页52—54：先思考，再对照规范解答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9F2E1F2-121D-4C65-846B-856E5F7A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C0C3128-D550-40C5-AFC7-B0C97266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C1C172D-9EA9-4354-B6B9-4C2F28B0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8215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716AE13-DABA-4FEF-A862-E2E4C84F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70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651A5D1-EE00-4CC0-8F07-E218752E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A5F17BD-A370-4C13-B232-60FDC2A9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11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6D58535-C005-4DF3-84E7-CBA015D0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7097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EB21D30-F09E-4FCB-B31A-29F10EF1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52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edc78b8e8e041e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选择“按定义区分有理数与无理数”对应的方法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无理数：√2、π；有理数：0.3、22/7、−√9=−3。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没有先确认“按定义区分有理数与无理数”的条件，或只写结果不写依据。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4599F61-5F9E-4237-912F-3D803124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AF21E4E-CEF9-4267-ABE9-5E0AC1BD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357563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8FD24CC-7E2C-4831-8AE4-65A61CF6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029385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77DBBEC-1BB7-4514-A969-2D58346C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7935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−1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DEDD94A-4CC2-4C80-8730-E1FF7489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598599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5182132-7BBB-43C9-810F-044EF46F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7149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5524354-4DA8-4EEE-897E-5D72CA22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67813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950EBA5-026D-421E-9F78-4733FD4C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6A36A22-C457-44C6-9A09-EE04FE4D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737027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EC81CEA-E166-44C2-A2F7-F86BE58B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577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51A3041-D472-4538-8430-B6742183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06241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8EF7124-5C5B-4708-9075-35744A07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791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2c00c519f9d469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基础辨析：判断“使用‘无理数’时不需要检查条件，只要结论看起来合理即可”，并说明理由。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变式练习：把Q4的一个条件、数据或表示方式作合理改变，仍用“按定义区分有理数与无理数”解决，并写出检验。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08BCC44-972A-4DAE-A666-56C68D57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F8D4657-53E0-4E59-8884-6344518A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231606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95F9F7B-B940-465E-9DA2-04F08506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07857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3E44A2D-0317-4780-964F-FAFDC7E4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6407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536AF52-4FA0-4106-BFF8-1E38B665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33688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47C7875-21A7-4F34-9585-F74BB3EE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238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1B72082-C5AB-4E02-9372-84EB7E61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759518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ED6121B-C3E9-4B0B-A8E5-0CFF8B39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068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5d6dbc0a709474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变式练习：把Q4的一个条件、数据或表示方式作合理改变，仍用“按定义区分有理数与无理数”解决，并写出检验。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答案不唯一。评价要点：改变后的条件完整；方法仍属于“按定义区分有理数与无理数”；过程正确；检验与新条件一致。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485DC72-B966-4F41-BAED-46B8E654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6F7751A-3944-48F3-AF9E-6B67AC35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74E3D53-0394-4EA3-974F-8A6FA475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8215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99A1DD0-9CAC-4DFD-9B54-9B2143C0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70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2BCE595-BCEB-4FAF-955D-176F257E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B40124E-DBF5-4676-A760-4992E6B2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11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B1601ED-9AE1-46F8-A465-50B4570B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7097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C4C1493-40C2-487C-B9DE-7D84E1BE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52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3120bb4fc9e453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纠错：“研究无理数与实数时，只记结论，不必区分条件、过程和依据。”这句话对吗？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当堂检测：数轴上的每一个点都对应什么数？每一个实数是否都能在数轴上找到点？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2A2BDA9-2269-4A71-82E0-D3ABA5C4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5F5A18A-2050-4A63-BC1D-64443B71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231606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3DA1A57-8FAB-4D50-8749-3CF41341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07857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21574D5-5DE9-48BA-81F4-41D7527F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6407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C26C145-17F7-4C07-B24E-DA6970A3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33688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0AD8788-D324-4DD3-B2F6-B29694C3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238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FA52AA3-5BD6-4745-859E-5D734500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759518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D394E1E-FE66-4730-8022-F4F99B70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068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4491c914d6845a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小结参考：本课围绕“无理数与实数”，掌握无理数、实数分类、实数与数轴上点的一一对应，并能运用按定义区分有理数与无理数。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基础：完成教材第54页练习中的基础题并订正Q5、Q7 提升：当堂检测：数轴上的每一个点都对应什么数？每一个实数是否都能在数轴上找到点？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我能否：①准确表达无理数；②运用按定义区分有理数与无理数；③写清依据并检验？选择“会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ADE696B-EA4D-4DED-B9E3-C4411086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847181E-5B7E-4306-A092-3CD4094B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17118" y="3040856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5205DAF-D5C6-4F29-8497-B929F415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937183" y="294560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2F7C764-6FF3-4800-B6F2-E755490C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5733" y="315515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1FEDE7B-47ED-4FA3-BE4A-3703A7AE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77313" y="294560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9CE9172-EE68-43D7-B140-BB26D2E8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315515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309BF13-ACB2-4682-A494-23579EDA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017443" y="294560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ACD9626-2CA8-4AD3-8E6A-979E31BA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3" y="315515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2026-08-02T17:54:14.9140000Z</dcterms:created>
  <dcterms:modified xsi:type="dcterms:W3CDTF">2026-08-02T17:54:14.9140000Z</dcterms:modified>
</coreProperties>
</file>