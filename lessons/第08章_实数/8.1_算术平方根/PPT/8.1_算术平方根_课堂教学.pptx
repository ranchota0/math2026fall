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73bae6ed7f46f2" /><Relationship Type="http://schemas.openxmlformats.org/officeDocument/2006/relationships/extended-properties" Target="/docProps/app.xml" Id="Rd1d12cde42214511" /><Relationship Type="http://schemas.openxmlformats.org/officeDocument/2006/relationships/officeDocument" Target="/ppt/presentation.xml" Id="R2525db2f643d44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478927e5dc457d"/>
    <p:sldMasterId xmlns:r="http://schemas.openxmlformats.org/officeDocument/2006/relationships" id="2147483660" r:id="R4e422b7e389d460b"/>
  </p:sldMasterIdLst>
  <p:notesMasterIdLst>
    <p:notesMasterId xmlns:r="http://schemas.openxmlformats.org/officeDocument/2006/relationships" r:id="R72ccc64056ca426e"/>
  </p:notesMasterIdLst>
  <p:sldIdLst>
    <p:sldId xmlns:r="http://schemas.openxmlformats.org/officeDocument/2006/relationships" id="256" r:id="Rf54b80f49ab24268"/>
    <p:sldId xmlns:r="http://schemas.openxmlformats.org/officeDocument/2006/relationships" id="257" r:id="R42bfe090f2af4872"/>
    <p:sldId xmlns:r="http://schemas.openxmlformats.org/officeDocument/2006/relationships" id="258" r:id="R7483015f1e924c6c"/>
    <p:sldId xmlns:r="http://schemas.openxmlformats.org/officeDocument/2006/relationships" id="259" r:id="R3e65c964de5e43e2"/>
    <p:sldId xmlns:r="http://schemas.openxmlformats.org/officeDocument/2006/relationships" id="260" r:id="R94ebce975962489b"/>
    <p:sldId xmlns:r="http://schemas.openxmlformats.org/officeDocument/2006/relationships" id="261" r:id="Rbc89097646de40e3"/>
    <p:sldId xmlns:r="http://schemas.openxmlformats.org/officeDocument/2006/relationships" id="262" r:id="R237edf264664430c"/>
    <p:sldId xmlns:r="http://schemas.openxmlformats.org/officeDocument/2006/relationships" id="263" r:id="R69a32942b10d41d4"/>
    <p:sldId xmlns:r="http://schemas.openxmlformats.org/officeDocument/2006/relationships" id="264" r:id="Rf3d52cd66b8c47b1"/>
    <p:sldId xmlns:r="http://schemas.openxmlformats.org/officeDocument/2006/relationships" id="265" r:id="R90212f1502484779"/>
    <p:sldId xmlns:r="http://schemas.openxmlformats.org/officeDocument/2006/relationships" id="266" r:id="Rf2650e43c6d048bf"/>
    <p:sldId xmlns:r="http://schemas.openxmlformats.org/officeDocument/2006/relationships" id="267" r:id="R5f8f8ffe238b4ba6"/>
    <p:sldId xmlns:r="http://schemas.openxmlformats.org/officeDocument/2006/relationships" id="268" r:id="Rece927de0ab8401b"/>
    <p:sldId xmlns:r="http://schemas.openxmlformats.org/officeDocument/2006/relationships" id="269" r:id="R497ec6b7060946db"/>
    <p:sldId xmlns:r="http://schemas.openxmlformats.org/officeDocument/2006/relationships" id="270" r:id="R9ecacbfacbb649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07db0bbed74dc4" /><Relationship Type="http://schemas.openxmlformats.org/officeDocument/2006/relationships/slideMaster" Target="/ppt/slideMasters/slideMaster1.xml" Id="R78478927e5dc457d" /><Relationship Type="http://schemas.openxmlformats.org/officeDocument/2006/relationships/slideMaster" Target="/ppt/slideMasters/slideMaster2.xml" Id="R4e422b7e389d460b" /><Relationship Type="http://schemas.openxmlformats.org/officeDocument/2006/relationships/notesMaster" Target="/ppt/notesMasters/notesMaster1.xml" Id="R72ccc64056ca426e" /><Relationship Type="http://schemas.openxmlformats.org/officeDocument/2006/relationships/presProps" Target="/ppt/presProps.xml" Id="R77d9cc55d13d4f8c" /><Relationship Type="http://schemas.openxmlformats.org/officeDocument/2006/relationships/viewProps" Target="/ppt/viewProps.xml" Id="Rb6e17c47b0904b3e" /><Relationship Type="http://schemas.openxmlformats.org/officeDocument/2006/relationships/tableStyles" Target="/ppt/tableStyles.xml" Id="R94c5dd0b60c84188" /><Relationship Type="http://schemas.openxmlformats.org/officeDocument/2006/relationships/slide" Target="/ppt/slides/slide1.xml" Id="Rf54b80f49ab24268" /><Relationship Type="http://schemas.openxmlformats.org/officeDocument/2006/relationships/slide" Target="/ppt/slides/slide2.xml" Id="R42bfe090f2af4872" /><Relationship Type="http://schemas.openxmlformats.org/officeDocument/2006/relationships/slide" Target="/ppt/slides/slide3.xml" Id="R7483015f1e924c6c" /><Relationship Type="http://schemas.openxmlformats.org/officeDocument/2006/relationships/slide" Target="/ppt/slides/slide4.xml" Id="R3e65c964de5e43e2" /><Relationship Type="http://schemas.openxmlformats.org/officeDocument/2006/relationships/slide" Target="/ppt/slides/slide5.xml" Id="R94ebce975962489b" /><Relationship Type="http://schemas.openxmlformats.org/officeDocument/2006/relationships/slide" Target="/ppt/slides/slide6.xml" Id="Rbc89097646de40e3" /><Relationship Type="http://schemas.openxmlformats.org/officeDocument/2006/relationships/slide" Target="/ppt/slides/slide7.xml" Id="R237edf264664430c" /><Relationship Type="http://schemas.openxmlformats.org/officeDocument/2006/relationships/slide" Target="/ppt/slides/slide8.xml" Id="R69a32942b10d41d4" /><Relationship Type="http://schemas.openxmlformats.org/officeDocument/2006/relationships/slide" Target="/ppt/slides/slide9.xml" Id="Rf3d52cd66b8c47b1" /><Relationship Type="http://schemas.openxmlformats.org/officeDocument/2006/relationships/slide" Target="/ppt/slides/slide10.xml" Id="R90212f1502484779" /><Relationship Type="http://schemas.openxmlformats.org/officeDocument/2006/relationships/slide" Target="/ppt/slides/slide11.xml" Id="Rf2650e43c6d048bf" /><Relationship Type="http://schemas.openxmlformats.org/officeDocument/2006/relationships/slide" Target="/ppt/slides/slide12.xml" Id="R5f8f8ffe238b4ba6" /><Relationship Type="http://schemas.openxmlformats.org/officeDocument/2006/relationships/slide" Target="/ppt/slides/slide13.xml" Id="Rece927de0ab8401b" /><Relationship Type="http://schemas.openxmlformats.org/officeDocument/2006/relationships/slide" Target="/ppt/slides/slide14.xml" Id="R497ec6b7060946db" /><Relationship Type="http://schemas.openxmlformats.org/officeDocument/2006/relationships/slide" Target="/ppt/slides/slide15.xml" Id="R9ecacbfacbb649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8917c590b36940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1f61f4f9274b51" /><Relationship Type="http://schemas.openxmlformats.org/officeDocument/2006/relationships/notesMaster" Target="/ppt/notesMasters/notesMaster1.xml" Id="Rf2c6f274131a49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5de7bbfa03404a" /><Relationship Type="http://schemas.openxmlformats.org/officeDocument/2006/relationships/notesMaster" Target="/ppt/notesMasters/notesMaster1.xml" Id="R708387568c084f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232e18d0e740df" /><Relationship Type="http://schemas.openxmlformats.org/officeDocument/2006/relationships/notesMaster" Target="/ppt/notesMasters/notesMaster1.xml" Id="R9f430ca9c24342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c1ada95da74a68" /><Relationship Type="http://schemas.openxmlformats.org/officeDocument/2006/relationships/notesMaster" Target="/ppt/notesMasters/notesMaster1.xml" Id="R7b44120c3ac34c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87d15abb2940c0" /><Relationship Type="http://schemas.openxmlformats.org/officeDocument/2006/relationships/notesMaster" Target="/ppt/notesMasters/notesMaster1.xml" Id="R22cfba3a5db44f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2d8c8792f24590" /><Relationship Type="http://schemas.openxmlformats.org/officeDocument/2006/relationships/notesMaster" Target="/ppt/notesMasters/notesMaster1.xml" Id="Ra09172b8928944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08b085bb9b4491" /><Relationship Type="http://schemas.openxmlformats.org/officeDocument/2006/relationships/notesMaster" Target="/ppt/notesMasters/notesMaster1.xml" Id="Ra90f418ddc5845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6428e96e024c69" /><Relationship Type="http://schemas.openxmlformats.org/officeDocument/2006/relationships/notesMaster" Target="/ppt/notesMasters/notesMaster1.xml" Id="R4b5c328f3e7145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a4e2dab5ce430d" /><Relationship Type="http://schemas.openxmlformats.org/officeDocument/2006/relationships/notesMaster" Target="/ppt/notesMasters/notesMaster1.xml" Id="R1716eb244abd4e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bfc03e1d9a4863" /><Relationship Type="http://schemas.openxmlformats.org/officeDocument/2006/relationships/notesMaster" Target="/ppt/notesMasters/notesMaster1.xml" Id="R2863368a480d42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7af38ae6ad4837" /><Relationship Type="http://schemas.openxmlformats.org/officeDocument/2006/relationships/notesMaster" Target="/ppt/notesMasters/notesMaster1.xml" Id="R3055ca55b90e44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51481fed6a4498" /><Relationship Type="http://schemas.openxmlformats.org/officeDocument/2006/relationships/notesMaster" Target="/ppt/notesMasters/notesMaster1.xml" Id="Rd9a33155eb7f49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35826dfb9c4949" /><Relationship Type="http://schemas.openxmlformats.org/officeDocument/2006/relationships/notesMaster" Target="/ppt/notesMasters/notesMaster1.xml" Id="Rc03babbf0c51481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55d80ff5854eeb" /><Relationship Type="http://schemas.openxmlformats.org/officeDocument/2006/relationships/notesMaster" Target="/ppt/notesMasters/notesMaster1.xml" Id="R658cb67b644d424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d46253687934a3c" /><Relationship Type="http://schemas.openxmlformats.org/officeDocument/2006/relationships/notesMaster" Target="/ppt/notesMasters/notesMaster1.xml" Id="Rb6adaeede19044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从教材印刷页42—43进入《算术平方根》。说明本课在第8章 实数中的位置。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人教版《义务教育教科书·数学七年级下册》，印刷页42—43。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形成第一个核心概念：算术平方根。要求学生标出对象、条件、表示和作用。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形成第二个核心概念或方法：根号与被开方数。与前一概念对比，避免相近知识混淆。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呈现Q4，保留独立思考时间。题型对应教材印刷页42—43的例题或典型任务。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人教版《义务教育教科书·数学七年级下册》，印刷页42—43。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047f34d94f4bd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078dd048454e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31760740bf40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3e83644f8427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943025ca3a40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79e9060b20495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c483c2493747e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217a03636a47d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374ad069a0478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7715e3a8dc44e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be9bef471747d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199078143cc431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b636cfec4ec4183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52b23a850c4f4e" /><Relationship Type="http://schemas.openxmlformats.org/officeDocument/2006/relationships/slideLayout" Target="/ppt/slideLayouts/slideLayout1.xml" Id="R8d798450bd914ab5" /><Relationship Type="http://schemas.openxmlformats.org/officeDocument/2006/relationships/slideLayout" Target="/ppt/slideLayouts/slideLayout2.xml" Id="Rb5c4aef89f7e4abb" /><Relationship Type="http://schemas.openxmlformats.org/officeDocument/2006/relationships/slideLayout" Target="/ppt/slideLayouts/slideLayout3.xml" Id="Rbca3745a3fb74a8b" /><Relationship Type="http://schemas.openxmlformats.org/officeDocument/2006/relationships/slideLayout" Target="/ppt/slideLayouts/slideLayout4.xml" Id="Re5c9c90dd7354242" /><Relationship Type="http://schemas.openxmlformats.org/officeDocument/2006/relationships/slideLayout" Target="/ppt/slideLayouts/slideLayout5.xml" Id="Re52ec8d6d1914e50" /><Relationship Type="http://schemas.openxmlformats.org/officeDocument/2006/relationships/slideLayout" Target="/ppt/slideLayouts/slideLayout6.xml" Id="R070e5490336f4cdf" /><Relationship Type="http://schemas.openxmlformats.org/officeDocument/2006/relationships/slideLayout" Target="/ppt/slideLayouts/slideLayout7.xml" Id="R602234a3209d46c0" /><Relationship Type="http://schemas.openxmlformats.org/officeDocument/2006/relationships/slideLayout" Target="/ppt/slideLayouts/slideLayout8.xml" Id="R72e88f3a7aa9456c" /><Relationship Type="http://schemas.openxmlformats.org/officeDocument/2006/relationships/slideLayout" Target="/ppt/slideLayouts/slideLayout9.xml" Id="Rf2d9a0ae10bc4127" /><Relationship Type="http://schemas.openxmlformats.org/officeDocument/2006/relationships/slideLayout" Target="/ppt/slideLayouts/slideLayout10.xml" Id="R50da32edd664424e" /><Relationship Type="http://schemas.openxmlformats.org/officeDocument/2006/relationships/slideLayout" Target="/ppt/slideLayouts/slideLayout11.xml" Id="Rfb85ca2647ee47d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fc3857b18a54c59" /><Relationship Type="http://schemas.openxmlformats.org/officeDocument/2006/relationships/slideLayout" Target="/ppt/slideLayouts/slideLayout12.xml" Id="Rb4744924bc074392" /><Relationship Type="http://schemas.openxmlformats.org/officeDocument/2006/relationships/slideLayout" Target="/ppt/slideLayouts/slideLayout13.xml" Id="Ra0ed8f3d83b74e6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798450bd914ab5"/>
    <p:sldLayoutId xmlns:r="http://schemas.openxmlformats.org/officeDocument/2006/relationships" id="2147483650" r:id="Rb5c4aef89f7e4abb"/>
    <p:sldLayoutId xmlns:r="http://schemas.openxmlformats.org/officeDocument/2006/relationships" id="2147483651" r:id="Rbca3745a3fb74a8b"/>
    <p:sldLayoutId xmlns:r="http://schemas.openxmlformats.org/officeDocument/2006/relationships" id="2147483652" r:id="Re5c9c90dd7354242"/>
    <p:sldLayoutId xmlns:r="http://schemas.openxmlformats.org/officeDocument/2006/relationships" id="2147483653" r:id="Re52ec8d6d1914e50"/>
    <p:sldLayoutId xmlns:r="http://schemas.openxmlformats.org/officeDocument/2006/relationships" id="2147483654" r:id="R070e5490336f4cdf"/>
    <p:sldLayoutId xmlns:r="http://schemas.openxmlformats.org/officeDocument/2006/relationships" id="2147483655" r:id="R602234a3209d46c0"/>
    <p:sldLayoutId xmlns:r="http://schemas.openxmlformats.org/officeDocument/2006/relationships" id="2147483656" r:id="R72e88f3a7aa9456c"/>
    <p:sldLayoutId xmlns:r="http://schemas.openxmlformats.org/officeDocument/2006/relationships" id="2147483657" r:id="Rf2d9a0ae10bc4127"/>
    <p:sldLayoutId xmlns:r="http://schemas.openxmlformats.org/officeDocument/2006/relationships" id="2147483658" r:id="R50da32edd664424e"/>
    <p:sldLayoutId xmlns:r="http://schemas.openxmlformats.org/officeDocument/2006/relationships" id="2147483659" r:id="Rfb85ca2647ee47d0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b4744924bc074392"/>
    <p:sldLayoutId xmlns:r="http://schemas.openxmlformats.org/officeDocument/2006/relationships" id="2147483662" r:id="Ra0ed8f3d83b74e6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e6271b6173e4b35" /><Relationship Type="http://schemas.openxmlformats.org/officeDocument/2006/relationships/image" Target="/ppt/media/image.jpeg" Id="R8a8e974636f34349" /><Relationship Type="http://schemas.openxmlformats.org/officeDocument/2006/relationships/notesSlide" Target="/ppt/notesSlides/notesSlide1.xml" Id="R2c8acdb67ce34e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9e54897db3f48b1" /><Relationship Type="http://schemas.openxmlformats.org/officeDocument/2006/relationships/image" Target="/ppt/media/image2.jpeg" Id="R4471c6afe89542e5" /><Relationship Type="http://schemas.openxmlformats.org/officeDocument/2006/relationships/image" Target="/ppt/media/image.svg" Id="R1ed6c6a8c8774cd8" /><Relationship Type="http://schemas.openxmlformats.org/officeDocument/2006/relationships/image" Target="/ppt/media/image.jpeg" Id="R41cdb73209fb4639" /><Relationship Type="http://schemas.openxmlformats.org/officeDocument/2006/relationships/image" Target="/ppt/media/image2.svg" Id="R84873096e477482a" /><Relationship Type="http://schemas.openxmlformats.org/officeDocument/2006/relationships/image" Target="/ppt/media/image3.jpeg" Id="Rb7ec9f6c728c4310" /><Relationship Type="http://schemas.openxmlformats.org/officeDocument/2006/relationships/image" Target="/ppt/media/image3.svg" Id="Rb4c8f8673b6346af" /><Relationship Type="http://schemas.openxmlformats.org/officeDocument/2006/relationships/image" Target="/ppt/media/image4.jpeg" Id="Re6b89763a5e64f3d" /><Relationship Type="http://schemas.openxmlformats.org/officeDocument/2006/relationships/image" Target="/ppt/media/image4.svg" Id="Rd5fb1edfe46c42ad" /><Relationship Type="http://schemas.openxmlformats.org/officeDocument/2006/relationships/notesSlide" Target="/ppt/notesSlides/notesSlide2.xml" Id="R2c8fb1964d3543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d68e7cf16ac44d0" /><Relationship Type="http://schemas.openxmlformats.org/officeDocument/2006/relationships/image" Target="/ppt/media/image2.jpeg" Id="Re440f275aa8a4134" /><Relationship Type="http://schemas.openxmlformats.org/officeDocument/2006/relationships/notesSlide" Target="/ppt/notesSlides/notesSlide3.xml" Id="Re527f5d37f5a4e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7b9697424e84961" /><Relationship Type="http://schemas.openxmlformats.org/officeDocument/2006/relationships/image" Target="/ppt/media/image2.jpeg" Id="R480e1b46750b4638" /><Relationship Type="http://schemas.openxmlformats.org/officeDocument/2006/relationships/notesSlide" Target="/ppt/notesSlides/notesSlide4.xml" Id="Rcbd324215fdc4a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3dd236bb8dc4647" /><Relationship Type="http://schemas.openxmlformats.org/officeDocument/2006/relationships/image" Target="/ppt/media/image2.jpeg" Id="R88198ca224af4fcf" /><Relationship Type="http://schemas.openxmlformats.org/officeDocument/2006/relationships/notesSlide" Target="/ppt/notesSlides/notesSlide5.xml" Id="R15cff47b514e46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5ae4bfef0324c54" /><Relationship Type="http://schemas.openxmlformats.org/officeDocument/2006/relationships/image" Target="/ppt/media/image2.jpeg" Id="R0942e49f4823454a" /><Relationship Type="http://schemas.openxmlformats.org/officeDocument/2006/relationships/notesSlide" Target="/ppt/notesSlides/notesSlide6.xml" Id="Rbe5178f77a2146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07d6c126a1e4ce5" /><Relationship Type="http://schemas.openxmlformats.org/officeDocument/2006/relationships/image" Target="/ppt/media/image2.jpeg" Id="R2957b39139844c4f" /><Relationship Type="http://schemas.openxmlformats.org/officeDocument/2006/relationships/notesSlide" Target="/ppt/notesSlides/notesSlide7.xml" Id="Rb12f63488bd44c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98287f4efdb434b" /><Relationship Type="http://schemas.openxmlformats.org/officeDocument/2006/relationships/image" Target="/ppt/media/image2.jpeg" Id="Rdc2e64bb24d747a7" /><Relationship Type="http://schemas.openxmlformats.org/officeDocument/2006/relationships/notesSlide" Target="/ppt/notesSlides/notesSlide8.xml" Id="R1aad4b14cee040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c9e61a86a6a4e34" /><Relationship Type="http://schemas.openxmlformats.org/officeDocument/2006/relationships/image" Target="/ppt/media/image2.jpeg" Id="Rfa913cb47cba4701" /><Relationship Type="http://schemas.openxmlformats.org/officeDocument/2006/relationships/notesSlide" Target="/ppt/notesSlides/notesSlide9.xml" Id="R2ce54f4a3e9842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b8b63aa6e9f47cd" /><Relationship Type="http://schemas.openxmlformats.org/officeDocument/2006/relationships/image" Target="/ppt/media/image2.jpeg" Id="Raa6d4c71ccc7407b" /><Relationship Type="http://schemas.openxmlformats.org/officeDocument/2006/relationships/notesSlide" Target="/ppt/notesSlides/notesSlide10.xml" Id="R26bc8599f2fc46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1f475529dba45ad" /><Relationship Type="http://schemas.openxmlformats.org/officeDocument/2006/relationships/image" Target="/ppt/media/image2.jpeg" Id="R7ff99569aeea4cad" /><Relationship Type="http://schemas.openxmlformats.org/officeDocument/2006/relationships/notesSlide" Target="/ppt/notesSlides/notesSlide11.xml" Id="R42c8e25ec39b41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0a844b5156048ab" /><Relationship Type="http://schemas.openxmlformats.org/officeDocument/2006/relationships/image" Target="/ppt/media/image2.jpeg" Id="Re825c735a83b47c7" /><Relationship Type="http://schemas.openxmlformats.org/officeDocument/2006/relationships/notesSlide" Target="/ppt/notesSlides/notesSlide12.xml" Id="Rcdf55b1a570a498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0fee9a4eb3c4db4" /><Relationship Type="http://schemas.openxmlformats.org/officeDocument/2006/relationships/image" Target="/ppt/media/image2.jpeg" Id="R398ea2342c844548" /><Relationship Type="http://schemas.openxmlformats.org/officeDocument/2006/relationships/notesSlide" Target="/ppt/notesSlides/notesSlide13.xml" Id="Rba925cb1663f4e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693b280d44c4fc1" /><Relationship Type="http://schemas.openxmlformats.org/officeDocument/2006/relationships/image" Target="/ppt/media/image2.jpeg" Id="Rd4d8c25331bc4ba9" /><Relationship Type="http://schemas.openxmlformats.org/officeDocument/2006/relationships/notesSlide" Target="/ppt/notesSlides/notesSlide14.xml" Id="R5bc30a158697415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1f1cfbb29bd40f1" /><Relationship Type="http://schemas.openxmlformats.org/officeDocument/2006/relationships/image" Target="/ppt/media/image5.jpeg" Id="R7b9cf7ef7a5d47ed" /><Relationship Type="http://schemas.openxmlformats.org/officeDocument/2006/relationships/notesSlide" Target="/ppt/notesSlides/notesSlide15.xml" Id="R1da1f858a9d34f79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a8e974636f3434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8.1 算术平方根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第8章 实数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教材印刷页42—43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471c6afe89542e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db73209fb4639">
            <a:extLst>
              <a:ext uri="{96DAC541-7B7A-43D3-8B79-37D633B846F1}">
                <asvg:svgBlip xmlns:asvg="http://schemas.microsoft.com/office/drawing/2016/SVG/main" r:embed="R1ed6c6a8c8774cd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通过阅读、观察或操作，准确说出算术平方根、根号与被开方数、算术平方根的非负性的含义、表示或基本步骤。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1c6afe89542e5">
            <a:extLst>
              <a:ext uri="{96DAC541-7B7A-43D3-8B79-37D633B846F1}">
                <asvg:svgBlip xmlns:asvg="http://schemas.microsoft.com/office/drawing/2016/SVG/main" r:embed="R84873096e477482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在Q2—Q4中运用“区分平方根与算术平方根”，能用完整语言、式子、图形或图表说明依据。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ec9f6c728c4310">
            <a:extLst>
              <a:ext uri="{96DAC541-7B7A-43D3-8B79-37D633B846F1}">
                <asvg:svgBlip xmlns:asvg="http://schemas.microsoft.com/office/drawing/2016/SVG/main" r:embed="Rb4c8f8673b6346a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在基础与变式练习中运用“区分平方根与算术平方根”解决同类问题，并对结果进行检验。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b89763a5e64f3d">
            <a:extLst>
              <a:ext uri="{96DAC541-7B7A-43D3-8B79-37D633B846F1}">
                <asvg:svgBlip xmlns:asvg="http://schemas.microsoft.com/office/drawing/2016/SVG/main" r:embed="Rd5fb1edfe46c42a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440f275aa8a413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对应印刷页42—43。先读图、读表或读题，圈出已知和所求。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调用学生已经学习平方根，具备基本观察、计算、作图或整理数据的经验。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聚焦算术平方根、根号与被开方数、算术平方根的非负性，不急于抄结论。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3CC9008-E2BD-4D72-B845-9250C1F7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8CF2EF1-7C52-4D79-8249-37995AFC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3269F8C-EF0E-497D-88B2-63C4D70C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0812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CEF789C-2111-4F5F-8E2C-F8EB296E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362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1AF1C23-194D-453C-96C7-5C83470D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845A6F1-A41A-40A5-8DA1-F1E7C4B6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034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F992C07-1073-4EA3-8034-1F09EBAE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56157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A7A0E51-FADE-42B4-B0C7-8D495D40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707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AF1C9A3-EEF2-4909-98E5-5736F211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42AEBEB-DD37-439B-AB87-7921D7D6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C9621C1-D16C-4FAC-9823-2CAD4A96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41780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5B50064-10C4-409C-9281-94F50105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330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DBB572B-FA46-4722-AEBB-ED149ADE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31FAE04-5D25-4863-B1CB-DB872F19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02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3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F703D4F-8908-4387-AE68-6D19D242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17125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2833F3A-737A-45E5-94C2-D40EABC3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5675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32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77587D8-2B39-46EB-A944-781C6C83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3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73F304F-C4F2-490A-B8F1-66523A71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75CC538-B8A5-4CE6-B943-ACEA225C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0812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3CD2AA1-13F2-4D92-82AE-AF959A83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362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3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BCD0B7F-9346-4AD6-9C92-2F98CF47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235FF18-072D-471D-9975-3C12C45C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034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3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D7CBC0A-B596-4E0E-8E0A-082C432E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56157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9E0713E-84C0-4661-80EB-24740D34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707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4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D3ADED6-C860-464B-9D2E-B96CB2CE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4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8A45DD6-AAC6-441C-843E-303D6667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4F6C1D6-785F-4921-95F0-0761713C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41780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75B16D6-4FEA-4B8D-A549-7393A0F1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330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4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9571F35-423C-4FFB-93FD-24CDAB47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69CE5EC-75B6-49EC-B677-B9DDBF14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02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4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A27F7A5-0224-4027-A2D7-B5BA6E79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17125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AB88018-1A57-4C96-BA68-FE61990F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5675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80e1b46750b463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旧知回顾：回顾“平方根”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回顾“平方根”：写出一条与本课有关的定义、性质或计算规则。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参考要点：正确表述“平方根”的核心含义，并说明它与“算术平方根”的联系。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7F94B3C-2E91-4F43-8538-7659EE43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8B50E9B-10F4-4E17-967E-3A484352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95EBB90-8B0B-4190-BD74-70908014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94485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E792DC6-09B0-406B-BBF7-627BB9B2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035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8E3806E-7E19-40FC-8519-BC32513F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59712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D9964BA-97D0-4F68-986C-14F7203D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262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F2D0F7D-990B-474E-AD2D-8D530518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27CF320-5D9C-49EF-BA00-561ACF8F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A901C49-D46A-4A38-89BD-22DD0CFA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690164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71CAA63-D4AF-4311-871B-69320381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714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8044313-23D9-41DE-83E2-3FEB4014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55389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580DFC7-27D8-4820-A066-090BDD94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939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8198ca224af4fc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阅读教材印刷页42—43，圈出“算术平方根、根号与被开方数、算术平方根的非负性”，分别用一句话记录它们解决什么问题。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小组探究：围绕“正确理解根号表示的非负值”设计一次观察、操作或推理，记录现象、猜想和验证依据。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围绕“区分平方根与算术平方根”说明理由；同伴只追问条件和依据。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3853DCC-EDA2-41EB-97B0-93E36371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782DD41-2D38-4054-BE8A-6070B4DA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4149BF5-D606-45DD-8E8A-A860F30D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8215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8E54EC3-03F4-4E93-9CD8-E378B447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70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6F065B9-19E3-453D-9C86-ADA9965D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A00C6EA-D261-4980-A33A-76956186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1FBA61C-B668-495A-B479-70F08210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7097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B249A39-518B-4ECA-B102-F04B5058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52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942e49f4823454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概念一：算术平方根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算术平方根：按教材明确其定义、条件、表示、性质或步骤。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993D9D9-C77A-4C60-99DA-086FEFAD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FF79E92-B45B-410D-9BAB-F4BF81A1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DABF059-D343-4998-8238-42A36239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94485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61A5A23-3E82-487E-ABAA-B221F515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035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49A13EC-7339-46D4-B5D5-46429DE3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59712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97E6EBD-E958-4845-938F-009E830F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262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4917B22-1D0E-40B4-A1D0-9AF5D2F7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A1D89AA-675F-48F5-8EF7-F3490716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5E40B96-2793-4146-8A97-306E9FE8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690164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E6CECD9-2351-4F39-A99F-7F2C91B4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714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A653162-379D-4104-B6AE-99351E2F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55389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8CF3120-1391-405C-BE54-AF8C4178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939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957b39139844c4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概念二：根号与被开方数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根号与被开方数：按教材明确其定义、条件、表示、性质或步骤。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易错提醒：正确理解根号表示的非负值。先审条件，再使用结论。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1C27416-F1F6-4EF1-A3E3-70DEF6C4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A880012-6F00-4319-899B-153D6840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3F160D4-E2D9-485B-A6A7-5D55AC14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94485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F0B6309-A472-4A0C-B0EB-584B244E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035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3462F9F-5E12-46A4-99B4-3E4D8C96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59712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634C0C1-EDD8-44D1-802D-8EAC5B44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262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4D9D4D7-CA92-4B50-9D90-F1ABA7A7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33A8337-B50D-4E32-A675-307886A0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982CA87-5B5C-41C7-8FFD-17B8E60D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690164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F39FA8F-8130-461A-B1E8-01CCBCD3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714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E515915-E05A-4C5D-899A-78C24D62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55389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3D8FC6D-FEF6-457F-8E22-63508D27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939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c2e64bb24d747a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小组探究：围绕“正确理解根号表示的非负值”设计一次观察、操作或推理，记录现象、猜想和验证依据。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参考思路：先明确条件，再围绕“区分平方根与算术平方根”形成猜想，最后用定义、计算、图表或反例验证。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F5029DE-ED94-4E2A-87DA-E31A7C63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F4B6B06-04C9-4D39-8AEB-8FA27603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A8456FB-A437-4A15-85D5-71D561E6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029385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83ADD6A-70EC-4A09-B555-C9184F91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935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8ED4E11-C8E7-4F17-A87C-95D27C51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598599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6A07CFB-C043-4F01-81A4-8EF6AF9A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149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94C7382-BC82-4F40-837A-F0E22209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7C9CCCC-C9BF-4618-9E86-4405A8E4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F4F8AA8-DC0C-4D8F-B774-1448A539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737027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18AE3CC-C144-4EEC-9076-78B5D39E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577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02E705C-E9B5-444D-8CDC-A0C193B3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06241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A2CF926-6331-410A-B114-AD623E4C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791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a913cb47cba470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只记“算术平方根”的结论，不检查适用条件。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把“区分平方根与算术平方根”与相近概念或逆命题混淆。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a6d4c71ccc7407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教材例题：例题（对应教材8.1例3）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例题（对应教材8.1例3）：计算√64、√0.81，并说明结果为什么不能取负值。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选用区分平方根与算术平方根；3.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教材印刷页42—43：先思考，再对照规范解答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329079B-8FC7-4A60-9A7E-B563C1B7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165270F-C82E-41D9-8FEA-087BAC71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4201C90-E0BA-4959-BD3F-5840EA91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8215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41C0D12-0C1D-49BE-8F6F-879DCA1C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70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C3CD11F-E5CA-40EA-A22A-3616969E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792606B-305B-4B9F-9F4C-FFC229F2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15768B8-2127-452C-A414-66E01A80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7097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D257E7B-7646-4CA1-AED2-44CC6289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52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ff99569aeea4ca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选择“区分平方根与算术平方根”对应的方法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√64=8，√0.81=0.9；算术平方根规定为非负数。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没有先确认“区分平方根与算术平方根”的条件，或只写结果不写依据。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99DB5E3-8816-418A-9D93-E58EE37A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F5DF16F-15C4-4A03-9794-79DDD421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EE0D7F1-DCC0-46C1-8F7E-D21EBF74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029385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D6B1576-5A39-47DF-BCFD-3DEB5378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935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D67C460-86CF-46F7-B952-329F2432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598599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163D04B-0044-44CD-9943-55FEA988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149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FDAAF20-6238-4EF3-9160-67C7D5B2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A267662-0918-4012-98D0-6B712DEE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A7B4916-263A-4716-9761-4A8C0BF9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737027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0B4CACF-354A-4C26-BBE7-0170C4C1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577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6EB3F7B-38BE-456C-BA24-F8E9840A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06241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4D29DAF-E7CE-49B2-8DC0-92014182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791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825c735a83b47c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基础辨析：判断“使用‘算术平方根’时不需要检查条件，只要结论看起来合理即可”，并说明理由。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变式练习：把Q4的一个条件、数据或表示方式作合理改变，仍用“区分平方根与算术平方根”解决，并写出检验。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872F439-F79C-4B0A-9BEA-A7F718DE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6A5574C-0CCB-477A-8509-8F8EDAA7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BDE8C3B-E251-4921-8C4A-E31A4EE7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07857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C585A2E-9AE4-4B15-8FEC-92FB1333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407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3174D31-8A31-4E9B-ABE3-E4732E6A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846354B-7430-4BA6-AED0-507208EA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23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5DCE217-0622-4F78-9733-F4FFA855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75951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5FDADEB-B6E1-4A7F-AF64-EE0B6EF7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06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98ea2342c84454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变式练习：把Q4的一个条件、数据或表示方式作合理改变，仍用“区分平方根与算术平方根”解决，并写出检验。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答案不唯一。评价要点：改变后的条件完整；方法仍属于“区分平方根与算术平方根”；过程正确；检验与新条件一致。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D09518B-B3F3-4F78-AEFC-3C3C1364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E348214-A575-4CE3-9F10-D0E495B7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B03AFC0-0017-4C95-AC60-4976028B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8215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32B5618-3152-4FA1-9456-59DC2485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70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F08C67A-59EE-4EC1-BEEB-EE33ACB7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6343F40-55E7-4B1B-A67B-338EFD49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D56A7C2-0AEA-41D7-9DE2-8F59127D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7097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463BB83-312F-4CE9-ADA9-06976B1E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52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4d8c25331bc4ba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纠错：“研究算术平方根时，只记结论，不必区分条件、过程和依据。”这句话对吗？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当堂检测：若√a=5，求a；若a&lt;0，√a在实数范围内是否有意义？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7E2D5CD-9400-40BD-B295-C166C228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43F5CA3-6C40-4AD8-94AA-F5187D0F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DCC4942-3802-4DED-8876-8E6AEA6B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07857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C5E1302-AD45-4274-A003-06E19F3E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407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9465916-A9C9-4249-9376-AB5525E8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1838EE8-9F17-4C7B-97E9-47FA0AEA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23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230A9B2-CC2A-46D9-B002-C564A984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75951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9B61E43-B91B-44F8-9E26-780BA116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06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b9cf7ef7a5d47e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小结参考：本课围绕“算术平方根”，掌握算术平方根、根号与被开方数、算术平方根的非负性，并能运用区分平方根与算术平方根。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基础：完成教材第42—43页练习中的基础题并订正Q5、Q7 提升：当堂检测：若√a=5，求a；若a&lt;0，√a在实数范围内是否有意义？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我能否：①准确表达算术平方根；②运用区分平方根与算术平方根；③写清依据并检验？选择“会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860F3AC-6661-4540-BC18-BC732ABB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D1B8E72-BF60-4622-AD8D-8105F276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3040856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711DE8D-4C90-4A10-90FD-602A4F84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37183" y="294560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FDF7CA3-5E58-4234-8088-9D98F387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733" y="315515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98F024D-EAA3-4581-864C-E0275766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7313" y="294560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1483579-0CE7-40FD-90E4-D3509142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315515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849401D-3F8D-4062-BFEB-F743C509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017443" y="294560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C2AA116-6636-4280-B33C-8A781912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3" y="315515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2026-08-02T17:54:11.2100000Z</dcterms:created>
  <dcterms:modified xsi:type="dcterms:W3CDTF">2026-08-02T17:54:11.2100000Z</dcterms:modified>
</coreProperties>
</file>