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75dccc1f674749" /><Relationship Type="http://schemas.openxmlformats.org/officeDocument/2006/relationships/extended-properties" Target="/docProps/app.xml" Id="Rfb448067221c4f88" /><Relationship Type="http://schemas.openxmlformats.org/officeDocument/2006/relationships/officeDocument" Target="/ppt/presentation.xml" Id="Rff7fa8e06f1146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16d4b152444432"/>
    <p:sldMasterId xmlns:r="http://schemas.openxmlformats.org/officeDocument/2006/relationships" id="2147483660" r:id="R8c3bedfe9a964b53"/>
  </p:sldMasterIdLst>
  <p:notesMasterIdLst>
    <p:notesMasterId xmlns:r="http://schemas.openxmlformats.org/officeDocument/2006/relationships" r:id="Rf492f75a666c4b67"/>
  </p:notesMasterIdLst>
  <p:sldIdLst>
    <p:sldId xmlns:r="http://schemas.openxmlformats.org/officeDocument/2006/relationships" id="256" r:id="R8c20906ae5c4458f"/>
    <p:sldId xmlns:r="http://schemas.openxmlformats.org/officeDocument/2006/relationships" id="257" r:id="R333b2ee19eb44580"/>
    <p:sldId xmlns:r="http://schemas.openxmlformats.org/officeDocument/2006/relationships" id="258" r:id="R55c94e14f3cc4085"/>
    <p:sldId xmlns:r="http://schemas.openxmlformats.org/officeDocument/2006/relationships" id="259" r:id="R00fd62368e9849b8"/>
    <p:sldId xmlns:r="http://schemas.openxmlformats.org/officeDocument/2006/relationships" id="260" r:id="Rb7f614cef3724d7f"/>
    <p:sldId xmlns:r="http://schemas.openxmlformats.org/officeDocument/2006/relationships" id="261" r:id="R791b5da517a548e3"/>
    <p:sldId xmlns:r="http://schemas.openxmlformats.org/officeDocument/2006/relationships" id="262" r:id="R23eb622b0eec4a8f"/>
    <p:sldId xmlns:r="http://schemas.openxmlformats.org/officeDocument/2006/relationships" id="263" r:id="R9350eb393b2240b6"/>
    <p:sldId xmlns:r="http://schemas.openxmlformats.org/officeDocument/2006/relationships" id="264" r:id="R599a97b57a604b4a"/>
    <p:sldId xmlns:r="http://schemas.openxmlformats.org/officeDocument/2006/relationships" id="265" r:id="R9f96301f087342e4"/>
    <p:sldId xmlns:r="http://schemas.openxmlformats.org/officeDocument/2006/relationships" id="266" r:id="Raa8cbb1002ab452e"/>
    <p:sldId xmlns:r="http://schemas.openxmlformats.org/officeDocument/2006/relationships" id="267" r:id="R2f3225afe0f44dcf"/>
    <p:sldId xmlns:r="http://schemas.openxmlformats.org/officeDocument/2006/relationships" id="268" r:id="R86f1ff2ac01a47b0"/>
    <p:sldId xmlns:r="http://schemas.openxmlformats.org/officeDocument/2006/relationships" id="269" r:id="R77cea7f951204b60"/>
    <p:sldId xmlns:r="http://schemas.openxmlformats.org/officeDocument/2006/relationships" id="270" r:id="R0ef75b734b4742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4e9571ffd14467" /><Relationship Type="http://schemas.openxmlformats.org/officeDocument/2006/relationships/slideMaster" Target="/ppt/slideMasters/slideMaster1.xml" Id="Rbe16d4b152444432" /><Relationship Type="http://schemas.openxmlformats.org/officeDocument/2006/relationships/slideMaster" Target="/ppt/slideMasters/slideMaster2.xml" Id="R8c3bedfe9a964b53" /><Relationship Type="http://schemas.openxmlformats.org/officeDocument/2006/relationships/notesMaster" Target="/ppt/notesMasters/notesMaster1.xml" Id="Rf492f75a666c4b67" /><Relationship Type="http://schemas.openxmlformats.org/officeDocument/2006/relationships/presProps" Target="/ppt/presProps.xml" Id="R36bd3a7274d94354" /><Relationship Type="http://schemas.openxmlformats.org/officeDocument/2006/relationships/viewProps" Target="/ppt/viewProps.xml" Id="R78637afed47049b6" /><Relationship Type="http://schemas.openxmlformats.org/officeDocument/2006/relationships/tableStyles" Target="/ppt/tableStyles.xml" Id="R156aa8682282417f" /><Relationship Type="http://schemas.openxmlformats.org/officeDocument/2006/relationships/slide" Target="/ppt/slides/slide1.xml" Id="R8c20906ae5c4458f" /><Relationship Type="http://schemas.openxmlformats.org/officeDocument/2006/relationships/slide" Target="/ppt/slides/slide2.xml" Id="R333b2ee19eb44580" /><Relationship Type="http://schemas.openxmlformats.org/officeDocument/2006/relationships/slide" Target="/ppt/slides/slide3.xml" Id="R55c94e14f3cc4085" /><Relationship Type="http://schemas.openxmlformats.org/officeDocument/2006/relationships/slide" Target="/ppt/slides/slide4.xml" Id="R00fd62368e9849b8" /><Relationship Type="http://schemas.openxmlformats.org/officeDocument/2006/relationships/slide" Target="/ppt/slides/slide5.xml" Id="Rb7f614cef3724d7f" /><Relationship Type="http://schemas.openxmlformats.org/officeDocument/2006/relationships/slide" Target="/ppt/slides/slide6.xml" Id="R791b5da517a548e3" /><Relationship Type="http://schemas.openxmlformats.org/officeDocument/2006/relationships/slide" Target="/ppt/slides/slide7.xml" Id="R23eb622b0eec4a8f" /><Relationship Type="http://schemas.openxmlformats.org/officeDocument/2006/relationships/slide" Target="/ppt/slides/slide8.xml" Id="R9350eb393b2240b6" /><Relationship Type="http://schemas.openxmlformats.org/officeDocument/2006/relationships/slide" Target="/ppt/slides/slide9.xml" Id="R599a97b57a604b4a" /><Relationship Type="http://schemas.openxmlformats.org/officeDocument/2006/relationships/slide" Target="/ppt/slides/slide10.xml" Id="R9f96301f087342e4" /><Relationship Type="http://schemas.openxmlformats.org/officeDocument/2006/relationships/slide" Target="/ppt/slides/slide11.xml" Id="Raa8cbb1002ab452e" /><Relationship Type="http://schemas.openxmlformats.org/officeDocument/2006/relationships/slide" Target="/ppt/slides/slide12.xml" Id="R2f3225afe0f44dcf" /><Relationship Type="http://schemas.openxmlformats.org/officeDocument/2006/relationships/slide" Target="/ppt/slides/slide13.xml" Id="R86f1ff2ac01a47b0" /><Relationship Type="http://schemas.openxmlformats.org/officeDocument/2006/relationships/slide" Target="/ppt/slides/slide14.xml" Id="R77cea7f951204b60" /><Relationship Type="http://schemas.openxmlformats.org/officeDocument/2006/relationships/slide" Target="/ppt/slides/slide15.xml" Id="R0ef75b734b4742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673310ce3be44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d3acd556a0471c" /><Relationship Type="http://schemas.openxmlformats.org/officeDocument/2006/relationships/notesMaster" Target="/ppt/notesMasters/notesMaster1.xml" Id="R435d737d5dc641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ec6db064a44919" /><Relationship Type="http://schemas.openxmlformats.org/officeDocument/2006/relationships/notesMaster" Target="/ppt/notesMasters/notesMaster1.xml" Id="R9e9e1492295547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4d04ae2504449d" /><Relationship Type="http://schemas.openxmlformats.org/officeDocument/2006/relationships/notesMaster" Target="/ppt/notesMasters/notesMaster1.xml" Id="R1afad8ef33f044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95bfbece0d40a9" /><Relationship Type="http://schemas.openxmlformats.org/officeDocument/2006/relationships/notesMaster" Target="/ppt/notesMasters/notesMaster1.xml" Id="R2bb4f9b2d5934a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21e9ec5756471a" /><Relationship Type="http://schemas.openxmlformats.org/officeDocument/2006/relationships/notesMaster" Target="/ppt/notesMasters/notesMaster1.xml" Id="R5973e8c532564f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11a3de07d34d01" /><Relationship Type="http://schemas.openxmlformats.org/officeDocument/2006/relationships/notesMaster" Target="/ppt/notesMasters/notesMaster1.xml" Id="R0b9a9cc4d04a47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b27f6e12ea4ae0" /><Relationship Type="http://schemas.openxmlformats.org/officeDocument/2006/relationships/notesMaster" Target="/ppt/notesMasters/notesMaster1.xml" Id="R59bd7d72fb024d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95ac54363b443c" /><Relationship Type="http://schemas.openxmlformats.org/officeDocument/2006/relationships/notesMaster" Target="/ppt/notesMasters/notesMaster1.xml" Id="R3682d073f67546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b3837902244de1" /><Relationship Type="http://schemas.openxmlformats.org/officeDocument/2006/relationships/notesMaster" Target="/ppt/notesMasters/notesMaster1.xml" Id="R56b84823655442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808a80b9714dc0" /><Relationship Type="http://schemas.openxmlformats.org/officeDocument/2006/relationships/notesMaster" Target="/ppt/notesMasters/notesMaster1.xml" Id="R9fa57f411c0c4d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6b235a554b48a0" /><Relationship Type="http://schemas.openxmlformats.org/officeDocument/2006/relationships/notesMaster" Target="/ppt/notesMasters/notesMaster1.xml" Id="Ra908d4f1750746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5bb2d5295246e5" /><Relationship Type="http://schemas.openxmlformats.org/officeDocument/2006/relationships/notesMaster" Target="/ppt/notesMasters/notesMaster1.xml" Id="R25458eb07ffd4a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50756629274412" /><Relationship Type="http://schemas.openxmlformats.org/officeDocument/2006/relationships/notesMaster" Target="/ppt/notesMasters/notesMaster1.xml" Id="R168718c4f9a144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72f716142f4092" /><Relationship Type="http://schemas.openxmlformats.org/officeDocument/2006/relationships/notesMaster" Target="/ppt/notesMasters/notesMaster1.xml" Id="R94d7bf3cc3294e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d8bcbe3a0044ab" /><Relationship Type="http://schemas.openxmlformats.org/officeDocument/2006/relationships/notesMaster" Target="/ppt/notesMasters/notesMaster1.xml" Id="R7f7c57ca3d644d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从教材印刷页44—47进入《算术平方根的估算与应用》。说明本课在第8章 实数中的位置。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人教版《义务教育教科书·数学七年级下册》，印刷页44—47。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形成第一个核心概念：计算器求平方根。要求学生标出对象、条件、表示和作用。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形成第二个核心概念或方法：估算无理数范围。与前一概念对比，避免相近知识混淆。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呈现Q4，保留独立思考时间。题型对应教材印刷页44—47的例题或典型任务。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人教版《义务教育教科书·数学七年级下册》，印刷页44—47。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70de189cc41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c95064a174b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3938a818445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398d093e74f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ee9c6bffe42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c9512e28246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f0b4d68d841f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0b2a77487416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0b7ff6978480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102b5caec47a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0f6e86a0d467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3824c98a77434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01605701f34a81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2116e42ad347f5" /><Relationship Type="http://schemas.openxmlformats.org/officeDocument/2006/relationships/slideLayout" Target="/ppt/slideLayouts/slideLayout1.xml" Id="R08984ad0f0614fd3" /><Relationship Type="http://schemas.openxmlformats.org/officeDocument/2006/relationships/slideLayout" Target="/ppt/slideLayouts/slideLayout2.xml" Id="R16952a0a1d674369" /><Relationship Type="http://schemas.openxmlformats.org/officeDocument/2006/relationships/slideLayout" Target="/ppt/slideLayouts/slideLayout3.xml" Id="R40bd5c0a04044082" /><Relationship Type="http://schemas.openxmlformats.org/officeDocument/2006/relationships/slideLayout" Target="/ppt/slideLayouts/slideLayout4.xml" Id="R475a8d14340f4bc0" /><Relationship Type="http://schemas.openxmlformats.org/officeDocument/2006/relationships/slideLayout" Target="/ppt/slideLayouts/slideLayout5.xml" Id="R1f13e0a8e7ab4014" /><Relationship Type="http://schemas.openxmlformats.org/officeDocument/2006/relationships/slideLayout" Target="/ppt/slideLayouts/slideLayout6.xml" Id="Re541ced5c3214329" /><Relationship Type="http://schemas.openxmlformats.org/officeDocument/2006/relationships/slideLayout" Target="/ppt/slideLayouts/slideLayout7.xml" Id="Ree923bbe458c4e85" /><Relationship Type="http://schemas.openxmlformats.org/officeDocument/2006/relationships/slideLayout" Target="/ppt/slideLayouts/slideLayout8.xml" Id="Rce1cea8cd612407c" /><Relationship Type="http://schemas.openxmlformats.org/officeDocument/2006/relationships/slideLayout" Target="/ppt/slideLayouts/slideLayout9.xml" Id="Ra6b13286219b4f23" /><Relationship Type="http://schemas.openxmlformats.org/officeDocument/2006/relationships/slideLayout" Target="/ppt/slideLayouts/slideLayout10.xml" Id="Rcb907d6460744c48" /><Relationship Type="http://schemas.openxmlformats.org/officeDocument/2006/relationships/slideLayout" Target="/ppt/slideLayouts/slideLayout11.xml" Id="R1f2ec8e7a9154ab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32e06567f584149" /><Relationship Type="http://schemas.openxmlformats.org/officeDocument/2006/relationships/slideLayout" Target="/ppt/slideLayouts/slideLayout12.xml" Id="R5c4722b2223b45c4" /><Relationship Type="http://schemas.openxmlformats.org/officeDocument/2006/relationships/slideLayout" Target="/ppt/slideLayouts/slideLayout13.xml" Id="R75ab34014d894f6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984ad0f0614fd3"/>
    <p:sldLayoutId xmlns:r="http://schemas.openxmlformats.org/officeDocument/2006/relationships" id="2147483650" r:id="R16952a0a1d674369"/>
    <p:sldLayoutId xmlns:r="http://schemas.openxmlformats.org/officeDocument/2006/relationships" id="2147483651" r:id="R40bd5c0a04044082"/>
    <p:sldLayoutId xmlns:r="http://schemas.openxmlformats.org/officeDocument/2006/relationships" id="2147483652" r:id="R475a8d14340f4bc0"/>
    <p:sldLayoutId xmlns:r="http://schemas.openxmlformats.org/officeDocument/2006/relationships" id="2147483653" r:id="R1f13e0a8e7ab4014"/>
    <p:sldLayoutId xmlns:r="http://schemas.openxmlformats.org/officeDocument/2006/relationships" id="2147483654" r:id="Re541ced5c3214329"/>
    <p:sldLayoutId xmlns:r="http://schemas.openxmlformats.org/officeDocument/2006/relationships" id="2147483655" r:id="Ree923bbe458c4e85"/>
    <p:sldLayoutId xmlns:r="http://schemas.openxmlformats.org/officeDocument/2006/relationships" id="2147483656" r:id="Rce1cea8cd612407c"/>
    <p:sldLayoutId xmlns:r="http://schemas.openxmlformats.org/officeDocument/2006/relationships" id="2147483657" r:id="Ra6b13286219b4f23"/>
    <p:sldLayoutId xmlns:r="http://schemas.openxmlformats.org/officeDocument/2006/relationships" id="2147483658" r:id="Rcb907d6460744c48"/>
    <p:sldLayoutId xmlns:r="http://schemas.openxmlformats.org/officeDocument/2006/relationships" id="2147483659" r:id="R1f2ec8e7a9154ab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c4722b2223b45c4"/>
    <p:sldLayoutId xmlns:r="http://schemas.openxmlformats.org/officeDocument/2006/relationships" id="2147483662" r:id="R75ab34014d894f6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e3b6f066a16468d" /><Relationship Type="http://schemas.openxmlformats.org/officeDocument/2006/relationships/image" Target="/ppt/media/image.jpeg" Id="R3581bc32570746ef" /><Relationship Type="http://schemas.openxmlformats.org/officeDocument/2006/relationships/notesSlide" Target="/ppt/notesSlides/notesSlide1.xml" Id="R2c7f52a8dd3a47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40978712f3d450c" /><Relationship Type="http://schemas.openxmlformats.org/officeDocument/2006/relationships/image" Target="/ppt/media/image2.jpeg" Id="R11d10449e7024c79" /><Relationship Type="http://schemas.openxmlformats.org/officeDocument/2006/relationships/image" Target="/ppt/media/image.svg" Id="R4938f0166f074b8d" /><Relationship Type="http://schemas.openxmlformats.org/officeDocument/2006/relationships/image" Target="/ppt/media/image.jpeg" Id="R531e8eada06a4730" /><Relationship Type="http://schemas.openxmlformats.org/officeDocument/2006/relationships/image" Target="/ppt/media/image2.svg" Id="R4427d1691ae84799" /><Relationship Type="http://schemas.openxmlformats.org/officeDocument/2006/relationships/image" Target="/ppt/media/image3.jpeg" Id="R89d49f70100840ed" /><Relationship Type="http://schemas.openxmlformats.org/officeDocument/2006/relationships/image" Target="/ppt/media/image3.svg" Id="R356344e94fd54b6f" /><Relationship Type="http://schemas.openxmlformats.org/officeDocument/2006/relationships/image" Target="/ppt/media/image4.jpeg" Id="Rb1e6860578454705" /><Relationship Type="http://schemas.openxmlformats.org/officeDocument/2006/relationships/image" Target="/ppt/media/image4.svg" Id="R3881ee5def1148cf" /><Relationship Type="http://schemas.openxmlformats.org/officeDocument/2006/relationships/notesSlide" Target="/ppt/notesSlides/notesSlide2.xml" Id="R55f6ee07317746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ac9ef051054597" /><Relationship Type="http://schemas.openxmlformats.org/officeDocument/2006/relationships/image" Target="/ppt/media/image2.jpeg" Id="Rbe3fd267d9c8461f" /><Relationship Type="http://schemas.openxmlformats.org/officeDocument/2006/relationships/notesSlide" Target="/ppt/notesSlides/notesSlide3.xml" Id="R4c8fae65c03645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d8a82f47e194b81" /><Relationship Type="http://schemas.openxmlformats.org/officeDocument/2006/relationships/image" Target="/ppt/media/image2.jpeg" Id="Ra8a7927c13ea4ced" /><Relationship Type="http://schemas.openxmlformats.org/officeDocument/2006/relationships/notesSlide" Target="/ppt/notesSlides/notesSlide4.xml" Id="Rce45f160d1a84b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c959ac06eff4d2a" /><Relationship Type="http://schemas.openxmlformats.org/officeDocument/2006/relationships/image" Target="/ppt/media/image2.jpeg" Id="Rafde4af9bdd7472d" /><Relationship Type="http://schemas.openxmlformats.org/officeDocument/2006/relationships/notesSlide" Target="/ppt/notesSlides/notesSlide5.xml" Id="R8f3fca304d344d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ba3bbb2eda54313" /><Relationship Type="http://schemas.openxmlformats.org/officeDocument/2006/relationships/image" Target="/ppt/media/image2.jpeg" Id="R7c9fc10d1e3246a0" /><Relationship Type="http://schemas.openxmlformats.org/officeDocument/2006/relationships/notesSlide" Target="/ppt/notesSlides/notesSlide6.xml" Id="R20217101b8ea4b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4e4959e878a4eb7" /><Relationship Type="http://schemas.openxmlformats.org/officeDocument/2006/relationships/image" Target="/ppt/media/image2.jpeg" Id="Rac56ee2cd5034fba" /><Relationship Type="http://schemas.openxmlformats.org/officeDocument/2006/relationships/notesSlide" Target="/ppt/notesSlides/notesSlide7.xml" Id="Rbbe9357779a84b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4952c55a8e4348" /><Relationship Type="http://schemas.openxmlformats.org/officeDocument/2006/relationships/image" Target="/ppt/media/image2.jpeg" Id="R6914555122e54ba1" /><Relationship Type="http://schemas.openxmlformats.org/officeDocument/2006/relationships/notesSlide" Target="/ppt/notesSlides/notesSlide8.xml" Id="R549b6aa93aab45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0542181da1c45be" /><Relationship Type="http://schemas.openxmlformats.org/officeDocument/2006/relationships/image" Target="/ppt/media/image2.jpeg" Id="R876792840cfa4750" /><Relationship Type="http://schemas.openxmlformats.org/officeDocument/2006/relationships/notesSlide" Target="/ppt/notesSlides/notesSlide9.xml" Id="R26a6dc1a85e74a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8485744a644774" /><Relationship Type="http://schemas.openxmlformats.org/officeDocument/2006/relationships/image" Target="/ppt/media/image2.jpeg" Id="R8f561ef0deaa42e0" /><Relationship Type="http://schemas.openxmlformats.org/officeDocument/2006/relationships/notesSlide" Target="/ppt/notesSlides/notesSlide10.xml" Id="R94aa37ea8b0e40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4611f98d1e43d2" /><Relationship Type="http://schemas.openxmlformats.org/officeDocument/2006/relationships/image" Target="/ppt/media/image2.jpeg" Id="R387707ac47c142d1" /><Relationship Type="http://schemas.openxmlformats.org/officeDocument/2006/relationships/notesSlide" Target="/ppt/notesSlides/notesSlide11.xml" Id="Rd22a9531c10842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e06bc1e767440a9" /><Relationship Type="http://schemas.openxmlformats.org/officeDocument/2006/relationships/image" Target="/ppt/media/image2.jpeg" Id="Re4cc047c209a4d2d" /><Relationship Type="http://schemas.openxmlformats.org/officeDocument/2006/relationships/notesSlide" Target="/ppt/notesSlides/notesSlide12.xml" Id="R938c66a1bea940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f68d763cbd74323" /><Relationship Type="http://schemas.openxmlformats.org/officeDocument/2006/relationships/image" Target="/ppt/media/image2.jpeg" Id="R5badc7b3f1df49af" /><Relationship Type="http://schemas.openxmlformats.org/officeDocument/2006/relationships/notesSlide" Target="/ppt/notesSlides/notesSlide13.xml" Id="R9c283b56e83e4f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65f81a3154f47e5" /><Relationship Type="http://schemas.openxmlformats.org/officeDocument/2006/relationships/image" Target="/ppt/media/image2.jpeg" Id="Rc64d733031ce443d" /><Relationship Type="http://schemas.openxmlformats.org/officeDocument/2006/relationships/notesSlide" Target="/ppt/notesSlides/notesSlide14.xml" Id="R36eca60e08084c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96419aa62f4428" /><Relationship Type="http://schemas.openxmlformats.org/officeDocument/2006/relationships/image" Target="/ppt/media/image5.jpeg" Id="R60ee82ff2f304c2e" /><Relationship Type="http://schemas.openxmlformats.org/officeDocument/2006/relationships/notesSlide" Target="/ppt/notesSlides/notesSlide15.xml" Id="R2f77575a6231412e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581bc32570746e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8.1 算术平方根的估算与应用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第8章 实数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教材印刷页44—47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d10449e7024c7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e8eada06a4730">
            <a:extLst>
              <a:ext uri="{96DAC541-7B7A-43D3-8B79-37D633B846F1}">
                <asvg:svgBlip xmlns:asvg="http://schemas.microsoft.com/office/drawing/2016/SVG/main" r:embed="R4938f0166f074b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通过阅读、观察或操作，准确说出计算器求平方根、估算无理数范围、算术平方根实际应用的含义、表示或基本步骤。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10449e7024c79">
            <a:extLst>
              <a:ext uri="{96DAC541-7B7A-43D3-8B79-37D633B846F1}">
                <asvg:svgBlip xmlns:asvg="http://schemas.microsoft.com/office/drawing/2016/SVG/main" r:embed="R4427d1691ae847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在Q2—Q4中运用“用夹逼和计算器求近似值”，能用完整语言、式子、图形或图表说明依据。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49f70100840ed">
            <a:extLst>
              <a:ext uri="{96DAC541-7B7A-43D3-8B79-37D633B846F1}">
                <asvg:svgBlip xmlns:asvg="http://schemas.microsoft.com/office/drawing/2016/SVG/main" r:embed="R356344e94fd54b6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在基础与变式练习中运用“用夹逼和计算器求近似值”解决同类问题，并对结果进行检验。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6860578454705">
            <a:extLst>
              <a:ext uri="{96DAC541-7B7A-43D3-8B79-37D633B846F1}">
                <asvg:svgBlip xmlns:asvg="http://schemas.microsoft.com/office/drawing/2016/SVG/main" r:embed="R3881ee5def1148c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e3fd267d9c8461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对应印刷页44—47。先读图、读表或读题，圈出已知和所求。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调用学生已经学习算术平方根、近似数，具备基本观察、计算、作图或整理数据的经验。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聚焦计算器求平方根、估算无理数范围、算术平方根实际应用，不急于抄结论。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C8FD77D-50B2-4DD3-942F-EDA2E2C5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59868B7-1569-4766-B937-FA6EDC9B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8DE0BD7-18FB-4C55-ABE5-E6589B7A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FA7131A-75D2-4133-8776-B964C910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12AF938-3123-4034-A914-68FD94BA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8027486-40A2-4A76-AE37-1DC1710E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0463545-3A4D-4CE1-90D9-D089B76C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58C59A5-3AE0-44A7-A8AC-4271BFDE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483D0AD-51B3-42B1-A049-F0B38C91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5560BEE-73D7-43A1-A1A2-9D537DFA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849C37-2576-4681-9BE1-FE64F90F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4C5D7E1-6E26-4265-972B-2CE4DF6F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4BF92D1-74B1-4F92-A12E-62EE8701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1D88F23-41A3-44A5-99F2-21FCA127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FBCD60-0CB6-4EA0-8E14-72D18A0A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D0634D8-FD8D-4254-8967-06FBB0D3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3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D2804EB-B619-44F5-87A4-C6A5F2C1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F636FFD-96EF-4F52-AB7F-BBBED656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0B84EC6-7509-4F9B-9840-E0CDBB07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1FC7774-4D7D-449B-935D-89FAE628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3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C5D94DD-0B91-4971-80FC-EBD8FB14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A1DABF8-89F3-4D41-8C3B-EB4373DD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1439C12-3B07-44B3-AA3A-E8F50F8D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3D903EB-3399-4D37-B48B-4A11EEEE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4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60CDD05-8369-4358-A938-AC95546F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4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5898A2E-5A92-4A07-BB9F-160514B6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4A12B5-2D2B-4DF1-B72A-AF82D06F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D14E09B-5BBB-4F01-8F01-86216AE5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4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5B5F3DA-923D-40B9-BAD0-2B03ABF9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34FB24D-161C-421D-8D8D-74FB878F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4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8D32E6F-DBD2-4E09-9C13-DB86E76E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F027A60-8187-4632-9B32-185079E4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8a7927c13ea4ce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旧知回顾：回顾“算术平方根”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回顾“算术平方根”：写出一条与本课有关的定义、性质或计算规则。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参考要点：正确表述“算术平方根”的核心含义，并说明它与“计算器求平方根”的联系。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54B596D-DF24-42FB-8839-A5D0AAC2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39EA5D3-A533-4201-A590-E7EDDE13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A5D786-4DCD-4E27-861F-FE09CC3A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2458006-F264-469C-87AF-19BE1308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6884C94-30FA-4CE1-AC89-A1F034CB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0A7F910-CC30-45C2-864C-7842065A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FA1F8CD-2298-4555-A783-7B79CFFC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831E7BA-2ACB-4195-8945-D52E9650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99B68B2-E1E7-4166-BC0C-0790190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90033D4-267D-411B-9F92-A7209899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83DFEFC-6DC1-44A2-B44D-9952D9B8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3DFBA91-67A5-4472-AE50-B2652860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fde4af9bdd7472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阅读教材印刷页44—47，圈出“计算器求平方根、估算无理数范围、算术平方根实际应用”，分别用一句话记录它们解决什么问题。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小组探究：围绕“结合实际条件解释近似结果”设计一次观察、操作或推理，记录现象、猜想和验证依据。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围绕“用夹逼和计算器求近似值”说明理由；同伴只追问条件和依据。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30537FB-F1E1-4AA4-BD40-56064DD9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A3728C7-79C5-4ACD-8CBF-EE578C1A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74EC9A3-BD6A-4A19-937E-54799CC3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AD11AE5-4285-4062-A105-F39FE7DB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5177C7B-59E2-47A6-ACC0-64C08432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48BEE13-AA46-4E1E-907E-9C0546C2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1813915-31BC-4717-A9E9-EB6917B3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32E66C1-0B77-4DB7-A0E1-8ACFF12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c9fc10d1e3246a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概念一：计算器求平方根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计算器求平方根：按教材明确其定义、条件、表示、性质或步骤。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629F690-47DC-41A3-A5DF-BD07B945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E081515-46B3-439C-A02E-B0EF349A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AA4378-9475-4320-AE13-3008EC8F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7CEF42D-6E57-44B1-A5C7-6F2A4688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7318E2C-828A-4301-87FD-F0FDF872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92F512F-46BF-4F72-BEA5-7576A874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EAB88BF-3EA3-44C2-98F8-7A0925F2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9F2752D-EDD9-4344-BFA8-079FAD74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8EC6705-E6FF-4FE4-A6E2-7D7117EF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FE64711-0A41-42D8-9E76-BF3CC7FC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EE3E4DD-DA52-4FA7-8D8E-24E81A6F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4B39B7C-AC23-4753-A956-37A9ACEA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c56ee2cd5034fb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概念二：估算无理数范围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估算无理数范围：按教材明确其定义、条件、表示、性质或步骤。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易错提醒：结合实际条件解释近似结果。先审条件，再使用结论。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AB2C295-1C4E-4E44-A272-051E3FCA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26A69EC-8E5A-4C85-8F57-625BB627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9DFDE55-FDC8-43E2-A248-C9E6D907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5F60E75-9D71-4E00-B005-93BBB960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1629E3F-6197-4DA8-B3EE-4061A164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51DEFF4-9FAA-43E4-AF25-72C980EE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AB944E2-AF16-4014-95C0-DF85886E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8051E09-6ABC-4C3B-A835-20B7EC73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58B2C4F-FEBF-4EE3-A8BC-B21E3D9E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BD4EB69-55E7-49E5-9264-686ACEE8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D9C4471-DC53-4F75-8C88-9B47A9CA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A58295C-1A6E-4769-A375-1F0810A5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914555122e54ba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小组探究：围绕“结合实际条件解释近似结果”设计一次观察、操作或推理，记录现象、猜想和验证依据。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参考思路：先明确条件，再围绕“用夹逼和计算器求近似值”形成猜想，最后用定义、计算、图表或反例验证。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0532358-685F-45F8-BCC3-C0BA0897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408C8F4-372A-4295-BC65-5CDC15BB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A8A9713-C343-49BC-8ED2-1D079325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68A5E5A-F4F0-43EF-9935-7EB2C700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031EB1D-833A-4BA4-B349-635A0DAE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CAB67FA-FEEF-4C68-B6F2-236C2139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944326-A7C6-4696-A978-21CFAF8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1C50C68-6622-4239-ADCC-F3CAF4AA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13C3C4D-F5D3-4107-BD9A-032950B5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01C677F-31CB-40B5-B9C6-E79EA414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92D5CA8-3C98-41A7-AC1F-080B89A5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3133DAD-CF7C-42C8-86D1-0B97173A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76792840cfa475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只记“计算器求平方根”的结论，不检查适用条件。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把“用夹逼和计算器求近似值”与相近概念或逆命题混淆。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f561ef0deaa42e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教材例题：例题（对应教材8.1例4、教材8.1例5）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例题（对应教材8.1例4、教材8.1例5）：不使用计算器，说明√20在哪两个相邻整数之间；再取到0.1。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选用用夹逼和计算器求近似值；3.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教材印刷页44—47：先思考，再对照规范解答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F95FEA5-0324-4F8F-887E-2C7F6ED5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511C52-3A96-4542-81DE-30D8262C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612D0FA-F6D8-48B7-BCEC-CD31C406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5FABE09-8BD6-4F88-8CBB-C7F3B165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B468488-8FDC-4688-80A8-9400E23A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26B390E-5E21-468F-A890-04F658A0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A1BCD3E-6461-4A42-9DF8-2D432788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FA3BBB7-6DAF-42FB-B62F-19DBD004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87707ac47c142d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选择“用夹逼和计算器求近似值”对应的方法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4²&lt;20&lt;5²，所以4&lt;√20&lt;5；√20≈4.5（精确值约4.472）。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没有先确认“用夹逼和计算器求近似值”的条件，或只写结果不写依据。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ACC1A92-F04F-48DF-9EC1-11CDAA68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8A76B34-1F52-4695-A31F-8B192C9C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31F48D5-9B4C-4C37-9B06-0FF6582F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26A1256-CDDC-4BCE-8FEC-403A7391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2AA966E-170C-49F3-9506-016BA58D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8352118-2FFE-44C7-BE0C-08161BB5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FF9C89B-9697-4B43-9794-F1371DBA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CEDE5B7-8E5E-4E3C-B181-433B8216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2EA173C-47BF-430E-B24E-D03E3A4E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D25BA80-3D8B-4D3F-9A4C-4108584F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5857D55-AACC-46B7-99C6-0E8576AF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5D8DED6-C154-47AE-8E56-256A77CD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4cc047c209a4d2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基础辨析：判断“使用‘计算器求平方根’时不需要检查条件，只要结论看起来合理即可”，并说明理由。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变式练习：把Q4的一个条件、数据或表示方式作合理改变，仍用“用夹逼和计算器求近似值”解决，并写出检验。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EB9E12E-CD91-4892-916D-AB98118F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32015A7-F480-41D1-8596-6F9D5317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225ADBE-4B54-477D-BAA3-4E57C491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4AD5F73-764C-4C8D-BC87-554F63D8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58502AD-A4E6-4C8F-875C-0DBB2538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A434B9C-F0B9-4EEC-945C-9DE37451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731DCBE-DC44-4FA5-B1EE-186BF068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A262F73-BA82-4636-8D15-AD945B3D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badc7b3f1df49a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变式练习：把Q4的一个条件、数据或表示方式作合理改变，仍用“用夹逼和计算器求近似值”解决，并写出检验。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答案不唯一。评价要点：改变后的条件完整；方法仍属于“用夹逼和计算器求近似值”；过程正确；检验与新条件一致。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24551D6-005A-487A-9ACA-A8BE5841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2F6FBF2-BD98-44E4-A6B5-D80FC2BA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57C91F7-ADC0-47D4-8CEA-A978D50A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10B0578-06C9-4DC6-B20B-91876051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682B309-0341-484B-86F2-605B6C8E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AAC97DE-F300-4DAF-8032-7B279821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D45626F-D5DB-49D8-AB3E-4DCCE4CA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A91284C-C226-4984-BBEC-1B83FBFD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64d733031ce443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纠错：“研究算术平方根的估算与应用时，只记结论，不必区分条件、过程和依据。”这句话对吗？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当堂检测：正方形面积为50 cm²，边长在哪两个相邻整数之间？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4684246-7FE9-4C17-92AE-4B1DF958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17CA8D-CAA4-4466-9D42-3D58E3ED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F3B96B7-1825-467F-B991-ACF5F9C3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2294AC0-A8F1-4257-B788-AFF58E1F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45DA822-13DF-437D-8DAD-F4F21707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A3F9FFB-BE82-4554-9507-9B39921A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3A91952-8614-4FF1-992A-F8509EAE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5404306-0C78-48BE-9A81-0D0F8A0D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0ee82ff2f304c2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小结参考：本课围绕“算术平方根的估算与应用”，掌握计算器求平方根、估算无理数范围、算术平方根实际应用，并能运用用夹逼和计算器求近似值。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基础：完成教材第44—47页练习与8.1习题中的基础题并订正Q5、Q7 提升：当堂检测：正方形面积为50 cm²，边长在哪两个相邻整数之间？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我能否：①准确表达计算器求平方根；②运用用夹逼和计算器求近似值；③写清依据并检验？选择“会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59152B4-E7C6-4071-A8A3-0922C7C4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5118795-3C5D-4A35-81DF-342D76B4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56EAA20-15E1-4411-BB6A-2FC53BCA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3718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9B2A548-2047-4EF3-BD6C-08ED19E8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73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5C51B47-7012-4FCE-8E72-72E86DE5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7D5AF8A-C267-4122-B2C9-AE297914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A410CA0-3066-4574-AA20-9EE81EC9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1744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16FA253-0513-43A6-9528-07D9949F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2026-08-02T17:54:12.7230000Z</dcterms:created>
  <dcterms:modified xsi:type="dcterms:W3CDTF">2026-08-02T17:54:12.7230000Z</dcterms:modified>
</coreProperties>
</file>