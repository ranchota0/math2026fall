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dc97c92a014bab" /><Relationship Type="http://schemas.openxmlformats.org/officeDocument/2006/relationships/extended-properties" Target="/docProps/app.xml" Id="Rd7bdbc2afc204c74" /><Relationship Type="http://schemas.openxmlformats.org/officeDocument/2006/relationships/officeDocument" Target="/ppt/presentation.xml" Id="R6e2f1f3287314e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88759830f644ec"/>
    <p:sldMasterId xmlns:r="http://schemas.openxmlformats.org/officeDocument/2006/relationships" id="2147483660" r:id="R76dbfd0f922f4305"/>
  </p:sldMasterIdLst>
  <p:notesMasterIdLst>
    <p:notesMasterId xmlns:r="http://schemas.openxmlformats.org/officeDocument/2006/relationships" r:id="Rdec601f4f1e74b59"/>
  </p:notesMasterIdLst>
  <p:sldIdLst>
    <p:sldId xmlns:r="http://schemas.openxmlformats.org/officeDocument/2006/relationships" id="256" r:id="R8ce9243643a84531"/>
    <p:sldId xmlns:r="http://schemas.openxmlformats.org/officeDocument/2006/relationships" id="257" r:id="R6f75710ef4f546ab"/>
    <p:sldId xmlns:r="http://schemas.openxmlformats.org/officeDocument/2006/relationships" id="258" r:id="Rca864c6f94284a13"/>
    <p:sldId xmlns:r="http://schemas.openxmlformats.org/officeDocument/2006/relationships" id="259" r:id="Rc21eb09fb92d4757"/>
    <p:sldId xmlns:r="http://schemas.openxmlformats.org/officeDocument/2006/relationships" id="260" r:id="R6945c9a46f804ee0"/>
    <p:sldId xmlns:r="http://schemas.openxmlformats.org/officeDocument/2006/relationships" id="261" r:id="R4c43a62f81a54b96"/>
    <p:sldId xmlns:r="http://schemas.openxmlformats.org/officeDocument/2006/relationships" id="262" r:id="Rcd3eb6396a4c414e"/>
    <p:sldId xmlns:r="http://schemas.openxmlformats.org/officeDocument/2006/relationships" id="263" r:id="R52b04c7c33aa49c5"/>
    <p:sldId xmlns:r="http://schemas.openxmlformats.org/officeDocument/2006/relationships" id="264" r:id="R1a3a9d4e098d477b"/>
    <p:sldId xmlns:r="http://schemas.openxmlformats.org/officeDocument/2006/relationships" id="265" r:id="R7c6c60a5ee4c4d78"/>
    <p:sldId xmlns:r="http://schemas.openxmlformats.org/officeDocument/2006/relationships" id="266" r:id="Rfa7d2351fac54462"/>
    <p:sldId xmlns:r="http://schemas.openxmlformats.org/officeDocument/2006/relationships" id="267" r:id="Rb2901acef6c44b64"/>
    <p:sldId xmlns:r="http://schemas.openxmlformats.org/officeDocument/2006/relationships" id="268" r:id="Rb541c5462c094a69"/>
    <p:sldId xmlns:r="http://schemas.openxmlformats.org/officeDocument/2006/relationships" id="269" r:id="R94108fe0e1424a2b"/>
    <p:sldId xmlns:r="http://schemas.openxmlformats.org/officeDocument/2006/relationships" id="270" r:id="Rf8f1353b835b40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1ef2665bd74414" /><Relationship Type="http://schemas.openxmlformats.org/officeDocument/2006/relationships/slideMaster" Target="/ppt/slideMasters/slideMaster1.xml" Id="Rdf88759830f644ec" /><Relationship Type="http://schemas.openxmlformats.org/officeDocument/2006/relationships/slideMaster" Target="/ppt/slideMasters/slideMaster2.xml" Id="R76dbfd0f922f4305" /><Relationship Type="http://schemas.openxmlformats.org/officeDocument/2006/relationships/notesMaster" Target="/ppt/notesMasters/notesMaster1.xml" Id="Rdec601f4f1e74b59" /><Relationship Type="http://schemas.openxmlformats.org/officeDocument/2006/relationships/presProps" Target="/ppt/presProps.xml" Id="Rf6850fc424824ebd" /><Relationship Type="http://schemas.openxmlformats.org/officeDocument/2006/relationships/viewProps" Target="/ppt/viewProps.xml" Id="Rfc6e37d2c25046ef" /><Relationship Type="http://schemas.openxmlformats.org/officeDocument/2006/relationships/tableStyles" Target="/ppt/tableStyles.xml" Id="Ra04b2caa556448e4" /><Relationship Type="http://schemas.openxmlformats.org/officeDocument/2006/relationships/slide" Target="/ppt/slides/slide1.xml" Id="R8ce9243643a84531" /><Relationship Type="http://schemas.openxmlformats.org/officeDocument/2006/relationships/slide" Target="/ppt/slides/slide2.xml" Id="R6f75710ef4f546ab" /><Relationship Type="http://schemas.openxmlformats.org/officeDocument/2006/relationships/slide" Target="/ppt/slides/slide3.xml" Id="Rca864c6f94284a13" /><Relationship Type="http://schemas.openxmlformats.org/officeDocument/2006/relationships/slide" Target="/ppt/slides/slide4.xml" Id="Rc21eb09fb92d4757" /><Relationship Type="http://schemas.openxmlformats.org/officeDocument/2006/relationships/slide" Target="/ppt/slides/slide5.xml" Id="R6945c9a46f804ee0" /><Relationship Type="http://schemas.openxmlformats.org/officeDocument/2006/relationships/slide" Target="/ppt/slides/slide6.xml" Id="R4c43a62f81a54b96" /><Relationship Type="http://schemas.openxmlformats.org/officeDocument/2006/relationships/slide" Target="/ppt/slides/slide7.xml" Id="Rcd3eb6396a4c414e" /><Relationship Type="http://schemas.openxmlformats.org/officeDocument/2006/relationships/slide" Target="/ppt/slides/slide8.xml" Id="R52b04c7c33aa49c5" /><Relationship Type="http://schemas.openxmlformats.org/officeDocument/2006/relationships/slide" Target="/ppt/slides/slide9.xml" Id="R1a3a9d4e098d477b" /><Relationship Type="http://schemas.openxmlformats.org/officeDocument/2006/relationships/slide" Target="/ppt/slides/slide10.xml" Id="R7c6c60a5ee4c4d78" /><Relationship Type="http://schemas.openxmlformats.org/officeDocument/2006/relationships/slide" Target="/ppt/slides/slide11.xml" Id="Rfa7d2351fac54462" /><Relationship Type="http://schemas.openxmlformats.org/officeDocument/2006/relationships/slide" Target="/ppt/slides/slide12.xml" Id="Rb2901acef6c44b64" /><Relationship Type="http://schemas.openxmlformats.org/officeDocument/2006/relationships/slide" Target="/ppt/slides/slide13.xml" Id="Rb541c5462c094a69" /><Relationship Type="http://schemas.openxmlformats.org/officeDocument/2006/relationships/slide" Target="/ppt/slides/slide14.xml" Id="R94108fe0e1424a2b" /><Relationship Type="http://schemas.openxmlformats.org/officeDocument/2006/relationships/slide" Target="/ppt/slides/slide15.xml" Id="Rf8f1353b835b40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0fcd5dab64e4c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8da5ac5a5746e3" /><Relationship Type="http://schemas.openxmlformats.org/officeDocument/2006/relationships/notesMaster" Target="/ppt/notesMasters/notesMaster1.xml" Id="Rb79dfd58a2da43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ddda2e0d34473c" /><Relationship Type="http://schemas.openxmlformats.org/officeDocument/2006/relationships/notesMaster" Target="/ppt/notesMasters/notesMaster1.xml" Id="Reb1642cffb9c49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5489acc8c54ea7" /><Relationship Type="http://schemas.openxmlformats.org/officeDocument/2006/relationships/notesMaster" Target="/ppt/notesMasters/notesMaster1.xml" Id="Rc1b80957b82548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0ddac6904b4e11" /><Relationship Type="http://schemas.openxmlformats.org/officeDocument/2006/relationships/notesMaster" Target="/ppt/notesMasters/notesMaster1.xml" Id="Rba9dee93ef124e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e07cf65f104d01" /><Relationship Type="http://schemas.openxmlformats.org/officeDocument/2006/relationships/notesMaster" Target="/ppt/notesMasters/notesMaster1.xml" Id="R3f7ac84cc64243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1400b1ffd94ee2" /><Relationship Type="http://schemas.openxmlformats.org/officeDocument/2006/relationships/notesMaster" Target="/ppt/notesMasters/notesMaster1.xml" Id="Rf332eb20dacb40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a6e41e507a4b94" /><Relationship Type="http://schemas.openxmlformats.org/officeDocument/2006/relationships/notesMaster" Target="/ppt/notesMasters/notesMaster1.xml" Id="Rf2f85e58e32346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29863932bc4b53" /><Relationship Type="http://schemas.openxmlformats.org/officeDocument/2006/relationships/notesMaster" Target="/ppt/notesMasters/notesMaster1.xml" Id="R8ec2ac450afa4d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d21085514a48fe" /><Relationship Type="http://schemas.openxmlformats.org/officeDocument/2006/relationships/notesMaster" Target="/ppt/notesMasters/notesMaster1.xml" Id="R2ea9072aae2249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61c1a749654c15" /><Relationship Type="http://schemas.openxmlformats.org/officeDocument/2006/relationships/notesMaster" Target="/ppt/notesMasters/notesMaster1.xml" Id="R7c269d08a59f46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c48c6995f74763" /><Relationship Type="http://schemas.openxmlformats.org/officeDocument/2006/relationships/notesMaster" Target="/ppt/notesMasters/notesMaster1.xml" Id="R0b1008b421f74b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b3442fd3fe4839" /><Relationship Type="http://schemas.openxmlformats.org/officeDocument/2006/relationships/notesMaster" Target="/ppt/notesMasters/notesMaster1.xml" Id="R95d04e65fadc45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634a8c4a534f9f" /><Relationship Type="http://schemas.openxmlformats.org/officeDocument/2006/relationships/notesMaster" Target="/ppt/notesMasters/notesMaster1.xml" Id="R0d3c338c241a4e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490a7c3ba943ff" /><Relationship Type="http://schemas.openxmlformats.org/officeDocument/2006/relationships/notesMaster" Target="/ppt/notesMasters/notesMaster1.xml" Id="Re513ab2f9b4b44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5f61722456471e" /><Relationship Type="http://schemas.openxmlformats.org/officeDocument/2006/relationships/notesMaster" Target="/ppt/notesMasters/notesMaster1.xml" Id="R6873ad2d93c24b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从教材印刷页55—57进入《实数的性质与简单运算》。说明本课在第8章 实数中的位置。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人教版《义务教育教科书·数学七年级下册》，印刷页55—57。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形成第一个核心概念：实数的相反数与绝对值。要求学生标出对象、条件、表示和作用。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形成第二个核心概念或方法：实数大小。与前一概念对比，避免相近知识混淆。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呈现Q4，保留独立思考时间。题型对应教材印刷页55—57的例题或典型任务。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人教版《义务教育教科书·数学七年级下册》，印刷页55—57。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a0a361aaa43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1fbc6ad8842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bfc66df434d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2a67970d447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cafac8e4e46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c139713ca4c8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2461589d5412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f085445af45b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184209ebd44e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144b72550444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b93e40f9243a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8b37b5e4e644ff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fa96162d064034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9da5b592d74eee" /><Relationship Type="http://schemas.openxmlformats.org/officeDocument/2006/relationships/slideLayout" Target="/ppt/slideLayouts/slideLayout1.xml" Id="Rbea82dd165d24015" /><Relationship Type="http://schemas.openxmlformats.org/officeDocument/2006/relationships/slideLayout" Target="/ppt/slideLayouts/slideLayout2.xml" Id="Re3e8ff80ab4b4658" /><Relationship Type="http://schemas.openxmlformats.org/officeDocument/2006/relationships/slideLayout" Target="/ppt/slideLayouts/slideLayout3.xml" Id="Rd3b47e9680114426" /><Relationship Type="http://schemas.openxmlformats.org/officeDocument/2006/relationships/slideLayout" Target="/ppt/slideLayouts/slideLayout4.xml" Id="R155eeaca37224730" /><Relationship Type="http://schemas.openxmlformats.org/officeDocument/2006/relationships/slideLayout" Target="/ppt/slideLayouts/slideLayout5.xml" Id="R44c95e2557994c32" /><Relationship Type="http://schemas.openxmlformats.org/officeDocument/2006/relationships/slideLayout" Target="/ppt/slideLayouts/slideLayout6.xml" Id="R20e4a4a6ff0f429f" /><Relationship Type="http://schemas.openxmlformats.org/officeDocument/2006/relationships/slideLayout" Target="/ppt/slideLayouts/slideLayout7.xml" Id="Rade94aba793a4776" /><Relationship Type="http://schemas.openxmlformats.org/officeDocument/2006/relationships/slideLayout" Target="/ppt/slideLayouts/slideLayout8.xml" Id="R18b5b69d01c44fc3" /><Relationship Type="http://schemas.openxmlformats.org/officeDocument/2006/relationships/slideLayout" Target="/ppt/slideLayouts/slideLayout9.xml" Id="R1b572fc689ed4a05" /><Relationship Type="http://schemas.openxmlformats.org/officeDocument/2006/relationships/slideLayout" Target="/ppt/slideLayouts/slideLayout10.xml" Id="R0a87240050544d14" /><Relationship Type="http://schemas.openxmlformats.org/officeDocument/2006/relationships/slideLayout" Target="/ppt/slideLayouts/slideLayout11.xml" Id="R21f9daa8e15e449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064d3fcae7e4e72" /><Relationship Type="http://schemas.openxmlformats.org/officeDocument/2006/relationships/slideLayout" Target="/ppt/slideLayouts/slideLayout12.xml" Id="Rf99c9b7b354e4681" /><Relationship Type="http://schemas.openxmlformats.org/officeDocument/2006/relationships/slideLayout" Target="/ppt/slideLayouts/slideLayout13.xml" Id="R14f3c591338747a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a82dd165d24015"/>
    <p:sldLayoutId xmlns:r="http://schemas.openxmlformats.org/officeDocument/2006/relationships" id="2147483650" r:id="Re3e8ff80ab4b4658"/>
    <p:sldLayoutId xmlns:r="http://schemas.openxmlformats.org/officeDocument/2006/relationships" id="2147483651" r:id="Rd3b47e9680114426"/>
    <p:sldLayoutId xmlns:r="http://schemas.openxmlformats.org/officeDocument/2006/relationships" id="2147483652" r:id="R155eeaca37224730"/>
    <p:sldLayoutId xmlns:r="http://schemas.openxmlformats.org/officeDocument/2006/relationships" id="2147483653" r:id="R44c95e2557994c32"/>
    <p:sldLayoutId xmlns:r="http://schemas.openxmlformats.org/officeDocument/2006/relationships" id="2147483654" r:id="R20e4a4a6ff0f429f"/>
    <p:sldLayoutId xmlns:r="http://schemas.openxmlformats.org/officeDocument/2006/relationships" id="2147483655" r:id="Rade94aba793a4776"/>
    <p:sldLayoutId xmlns:r="http://schemas.openxmlformats.org/officeDocument/2006/relationships" id="2147483656" r:id="R18b5b69d01c44fc3"/>
    <p:sldLayoutId xmlns:r="http://schemas.openxmlformats.org/officeDocument/2006/relationships" id="2147483657" r:id="R1b572fc689ed4a05"/>
    <p:sldLayoutId xmlns:r="http://schemas.openxmlformats.org/officeDocument/2006/relationships" id="2147483658" r:id="R0a87240050544d14"/>
    <p:sldLayoutId xmlns:r="http://schemas.openxmlformats.org/officeDocument/2006/relationships" id="2147483659" r:id="R21f9daa8e15e449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99c9b7b354e4681"/>
    <p:sldLayoutId xmlns:r="http://schemas.openxmlformats.org/officeDocument/2006/relationships" id="2147483662" r:id="R14f3c591338747a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538d8a774a94a22" /><Relationship Type="http://schemas.openxmlformats.org/officeDocument/2006/relationships/image" Target="/ppt/media/image.jpeg" Id="Rce2d157f394d4591" /><Relationship Type="http://schemas.openxmlformats.org/officeDocument/2006/relationships/notesSlide" Target="/ppt/notesSlides/notesSlide1.xml" Id="Rb045fe5e95ad4b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88172fdb4604e78" /><Relationship Type="http://schemas.openxmlformats.org/officeDocument/2006/relationships/image" Target="/ppt/media/image2.jpeg" Id="Ra2ee9bb9733147d5" /><Relationship Type="http://schemas.openxmlformats.org/officeDocument/2006/relationships/image" Target="/ppt/media/image.svg" Id="Rb392349c951044e4" /><Relationship Type="http://schemas.openxmlformats.org/officeDocument/2006/relationships/image" Target="/ppt/media/image.jpeg" Id="R3119300ac56b4409" /><Relationship Type="http://schemas.openxmlformats.org/officeDocument/2006/relationships/image" Target="/ppt/media/image2.svg" Id="R5ad4414e51fd4e04" /><Relationship Type="http://schemas.openxmlformats.org/officeDocument/2006/relationships/image" Target="/ppt/media/image3.jpeg" Id="R979e5c39a70c4242" /><Relationship Type="http://schemas.openxmlformats.org/officeDocument/2006/relationships/image" Target="/ppt/media/image3.svg" Id="R67f0322be4f0403f" /><Relationship Type="http://schemas.openxmlformats.org/officeDocument/2006/relationships/image" Target="/ppt/media/image4.jpeg" Id="R2e48456c24c3416c" /><Relationship Type="http://schemas.openxmlformats.org/officeDocument/2006/relationships/image" Target="/ppt/media/image4.svg" Id="R35d53908ac7e41ed" /><Relationship Type="http://schemas.openxmlformats.org/officeDocument/2006/relationships/notesSlide" Target="/ppt/notesSlides/notesSlide2.xml" Id="R9f26912a30954e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ec14fbee2714283" /><Relationship Type="http://schemas.openxmlformats.org/officeDocument/2006/relationships/image" Target="/ppt/media/image2.jpeg" Id="Rc7d01a8edeb24b0a" /><Relationship Type="http://schemas.openxmlformats.org/officeDocument/2006/relationships/notesSlide" Target="/ppt/notesSlides/notesSlide3.xml" Id="R72b9b98c31284f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e25842158ad4f0c" /><Relationship Type="http://schemas.openxmlformats.org/officeDocument/2006/relationships/image" Target="/ppt/media/image2.jpeg" Id="Rbcb2fb0b78f544ba" /><Relationship Type="http://schemas.openxmlformats.org/officeDocument/2006/relationships/notesSlide" Target="/ppt/notesSlides/notesSlide4.xml" Id="R607b46b4bf8745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a28e078cded4d33" /><Relationship Type="http://schemas.openxmlformats.org/officeDocument/2006/relationships/image" Target="/ppt/media/image2.jpeg" Id="R89ccecd8bd684858" /><Relationship Type="http://schemas.openxmlformats.org/officeDocument/2006/relationships/notesSlide" Target="/ppt/notesSlides/notesSlide5.xml" Id="Rf84d7e08431840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80f85d54f7345e6" /><Relationship Type="http://schemas.openxmlformats.org/officeDocument/2006/relationships/image" Target="/ppt/media/image2.jpeg" Id="R135a85c54c044b06" /><Relationship Type="http://schemas.openxmlformats.org/officeDocument/2006/relationships/notesSlide" Target="/ppt/notesSlides/notesSlide6.xml" Id="R560388d7807849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fb18bc121b241a4" /><Relationship Type="http://schemas.openxmlformats.org/officeDocument/2006/relationships/image" Target="/ppt/media/image2.jpeg" Id="Rd190ffbd9c124b7a" /><Relationship Type="http://schemas.openxmlformats.org/officeDocument/2006/relationships/notesSlide" Target="/ppt/notesSlides/notesSlide7.xml" Id="R64ea1ab630744e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511d0b3347c4e32" /><Relationship Type="http://schemas.openxmlformats.org/officeDocument/2006/relationships/image" Target="/ppt/media/image2.jpeg" Id="Rbebfa019ed9142d4" /><Relationship Type="http://schemas.openxmlformats.org/officeDocument/2006/relationships/notesSlide" Target="/ppt/notesSlides/notesSlide8.xml" Id="R630719041d474c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0ad9761e1ca4244" /><Relationship Type="http://schemas.openxmlformats.org/officeDocument/2006/relationships/image" Target="/ppt/media/image2.jpeg" Id="Re4872bd8d4a34d47" /><Relationship Type="http://schemas.openxmlformats.org/officeDocument/2006/relationships/notesSlide" Target="/ppt/notesSlides/notesSlide9.xml" Id="R80e3e403f6e94b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d3bc54e92444307" /><Relationship Type="http://schemas.openxmlformats.org/officeDocument/2006/relationships/image" Target="/ppt/media/image2.jpeg" Id="R911b383cf008419f" /><Relationship Type="http://schemas.openxmlformats.org/officeDocument/2006/relationships/notesSlide" Target="/ppt/notesSlides/notesSlide10.xml" Id="R49a68aa8c5a143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3b5806390224ef7" /><Relationship Type="http://schemas.openxmlformats.org/officeDocument/2006/relationships/image" Target="/ppt/media/image2.jpeg" Id="R511824b920334246" /><Relationship Type="http://schemas.openxmlformats.org/officeDocument/2006/relationships/notesSlide" Target="/ppt/notesSlides/notesSlide11.xml" Id="Rad62200a34294c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beb9ef2425d48ba" /><Relationship Type="http://schemas.openxmlformats.org/officeDocument/2006/relationships/image" Target="/ppt/media/image2.jpeg" Id="R1ade3b0a5bae46f9" /><Relationship Type="http://schemas.openxmlformats.org/officeDocument/2006/relationships/notesSlide" Target="/ppt/notesSlides/notesSlide12.xml" Id="R7a826c21c8e34b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a9cc4cdc6014b66" /><Relationship Type="http://schemas.openxmlformats.org/officeDocument/2006/relationships/image" Target="/ppt/media/image2.jpeg" Id="Rda57715c49614b80" /><Relationship Type="http://schemas.openxmlformats.org/officeDocument/2006/relationships/notesSlide" Target="/ppt/notesSlides/notesSlide13.xml" Id="R0d51ecb2091d47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ec1c4377e374c87" /><Relationship Type="http://schemas.openxmlformats.org/officeDocument/2006/relationships/image" Target="/ppt/media/image2.jpeg" Id="R88dd13fbecf24318" /><Relationship Type="http://schemas.openxmlformats.org/officeDocument/2006/relationships/notesSlide" Target="/ppt/notesSlides/notesSlide14.xml" Id="R9c492dfe8ede4a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a6a81ee088e45bc" /><Relationship Type="http://schemas.openxmlformats.org/officeDocument/2006/relationships/image" Target="/ppt/media/image5.jpeg" Id="R73cc62f08f9f42f7" /><Relationship Type="http://schemas.openxmlformats.org/officeDocument/2006/relationships/notesSlide" Target="/ppt/notesSlides/notesSlide15.xml" Id="R4e4980cb8b3045d0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e2d157f394d459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8.3 实数的性质与简单运算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第8章 实数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教材印刷页55—57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2ee9bb9733147d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9300ac56b4409">
            <a:extLst>
              <a:ext uri="{96DAC541-7B7A-43D3-8B79-37D633B846F1}">
                <asvg:svgBlip xmlns:asvg="http://schemas.microsoft.com/office/drawing/2016/SVG/main" r:embed="Rb392349c951044e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通过阅读、观察或操作，准确说出实数的相反数与绝对值、实数大小、实数运算的含义、表示或基本步骤。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e9bb9733147d5">
            <a:extLst>
              <a:ext uri="{96DAC541-7B7A-43D3-8B79-37D633B846F1}">
                <asvg:svgBlip xmlns:asvg="http://schemas.microsoft.com/office/drawing/2016/SVG/main" r:embed="R5ad4414e51fd4e0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在Q2—Q4中运用“把有理数运算规则迁移到实数”，能用完整语言、式子、图形或图表说明依据。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e5c39a70c4242">
            <a:extLst>
              <a:ext uri="{96DAC541-7B7A-43D3-8B79-37D633B846F1}">
                <asvg:svgBlip xmlns:asvg="http://schemas.microsoft.com/office/drawing/2016/SVG/main" r:embed="R67f0322be4f0403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在基础与变式练习中运用“把有理数运算规则迁移到实数”解决同类问题，并对结果进行检验。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8456c24c3416c">
            <a:extLst>
              <a:ext uri="{96DAC541-7B7A-43D3-8B79-37D633B846F1}">
                <asvg:svgBlip xmlns:asvg="http://schemas.microsoft.com/office/drawing/2016/SVG/main" r:embed="R35d53908ac7e41e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7d01a8edeb24b0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对应印刷页55—57。先读图、读表或读题，圈出已知和所求。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调用学生已经学习有理数性质与运算、算术平方根，具备基本观察、计算、作图或整理数据的经验。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聚焦实数的相反数与绝对值、实数大小、实数运算，不急于抄结论。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1FB415A-808A-4CAA-A2B2-8347362C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E7FE61E-6AD9-4E3B-AE15-5578973D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4786B4B-7430-4569-B13D-985C373E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0812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45C5DC6-3209-4FE5-8102-94AD73CF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62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D3403BF-51E8-40B3-83E8-690CB282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4BF05F7-C367-4A50-91CA-D06B81D0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34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F09BDF6-67D8-4436-8F33-F1364F87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56157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5A819CE-1E36-457B-84AD-85E260F9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07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A0F3410-1EDD-4F2B-81CA-74181C8F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5B1B854-9132-441C-B3B0-D6291195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FF076C4-63D9-4A81-BCD1-72731769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41780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CBF6BE8-765F-4279-96BB-A0604C45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30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92F1C60-DD6B-44E5-84E3-024FBDF6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1C7995E-212E-4316-87CC-635E17B2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02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B554950-434C-4AAC-B3DA-4872302B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17125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75623C6-17DC-443D-8FAF-5C395700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75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3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5B2F8F9-352C-4BAF-A564-C17C036F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197E86F-01EB-469D-9C60-1D899AF1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35E115B-EB94-4812-A3A2-4FD28C19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0812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07C0147-0266-423D-ACC2-10849FAE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62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3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886EE95-5AA4-4AB3-A200-3FF0D812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F50B4F3-BA71-48BE-9976-4E4F81F5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34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3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1675606-BD0B-46FF-B5E3-CE768BBF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56157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02F92A6-3A4D-47F4-93FF-E0F69F4A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07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4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D0EC872-52BF-4E38-8451-4D30B4A1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4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0392976-7831-482C-8778-E52CFDCC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9C842C9-5916-4AE2-B3A4-6FA90333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41780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D4E5E64-6308-4217-8084-D5B51530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30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4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34E2779-3FBD-4011-B907-8B531187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D5AF121-EFF1-442F-A76F-E2DE3D3B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02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4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8C3FE6C-C574-4E8B-B4B4-40DE58A7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17125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DAC760D-08E1-4B36-BAC5-B273BD7D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75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cb2fb0b78f544b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旧知回顾：回顾“有理数性质与运算”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回顾“有理数性质与运算”：写出一条与本课有关的定义、性质或计算规则。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参考要点：正确表述“有理数性质与运算”的核心含义，并说明它与“实数的相反数与绝对值”的联系。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50ADB81-DC98-4354-907C-07CA5F5C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D2AFE9C-FA13-4C4D-99CB-7F2DDDC6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7E1294B-5D3E-4389-B97E-8BE4AEC1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F3474E4-F98A-4FF0-8BDC-448DEBCE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6491EEF-D5BF-443B-8740-AD5EB569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790126B-5998-463C-A9B3-9A7FB028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721983D-4018-4DFE-891A-320EF065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C943DF4-562B-4FE6-9743-8E097CA5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21FD621-49C2-4F32-869F-16949C9E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437360F-A5A2-4536-918A-0B413F85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A5915E2-265D-44BD-B2B3-2EEE65D9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877E1A5-B2BA-4633-A98E-BB0FFEAD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9ccecd8bd68485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阅读教材印刷页55—57，圈出“实数的相反数与绝对值、实数大小、实数运算”，分别用一句话记录它们解决什么问题。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小组探究：围绕“含根号数的近似运算和结果表示”设计一次观察、操作或推理，记录现象、猜想和验证依据。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围绕“把有理数运算规则迁移到实数”说明理由；同伴只追问条件和依据。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110D5F5-35AB-4506-A31B-936EF71E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6930E44-C9C2-4BF9-BB63-AA609D59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92FA385-9D5D-4EBC-B584-4A60DB99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EBF83DA-F213-43DE-9E38-5AB67A60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00AB508-0C21-48FF-8761-89ADABC4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65ABD0C-6DD5-417F-97B8-56639541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73DBDA9-C7B8-40C6-A684-75BB5E43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25335E8-BA97-48EC-9E4D-E0481BBC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35a85c54c044b0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概念一：实数的相反数与绝对值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实数的相反数与绝对值：按教材明确其定义、条件、表示、性质或步骤。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4138B7F-DCE1-44FD-B969-89E1E702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ADCE0D9-D31D-41BA-AFCC-6689980B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0A60767-88FF-47C0-A5D2-AD69AE79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79EC7BB-935B-4044-9004-959952CC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243E09C-F1EB-418E-9C17-0D759BA8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A16A4CE-8C5D-4176-91EC-E29AA88E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A6B2432-9A11-488B-AEBD-E9A7A2E6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5BD93F8-1E97-4F02-965C-C77A7DA5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2D87751-360C-467A-9F27-0ED43F66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500A3EE-D6F0-4C91-AB8B-D9A71E60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7291E0B-2FE2-4A88-8796-7B15D73E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98B8841-FA67-481B-95AA-1D892031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190ffbd9c124b7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概念二：实数大小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实数大小：按教材明确其定义、条件、表示、性质或步骤。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易错提醒：含根号数的近似运算和结果表示。先审条件，再使用结论。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C61DF70-92CF-4722-B488-D7146A7E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F2AF944-EA42-42A8-959F-599B7FC5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1CF96E4-B9E7-4A7C-BE0A-84DF2708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FD7C2A5-1504-4743-B849-42CE145F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E24249F-FF7B-46D5-BFAC-9CEB3FF3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7076A58-B302-46C0-965B-3DD039BA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3D0DF08-97AE-4751-9A04-56A3730C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01DC2CB-0B18-4112-A3FC-4EB1D069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51454C5-2575-4C47-9E41-142DBBEB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DDF9DC2-5414-41B6-BD42-DE01E13A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91BB396-51FD-4F19-BDAA-7502DEE9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E3615E0-54A1-4602-94B0-7BDC26AC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ebfa019ed9142d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小组探究：围绕“含根号数的近似运算和结果表示”设计一次观察、操作或推理，记录现象、猜想和验证依据。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参考思路：先明确条件，再围绕“把有理数运算规则迁移到实数”形成猜想，最后用定义、计算、图表或反例验证。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E6B7989-4A6D-4414-B2B1-1CADA69F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1889B3A-9CF5-450F-8514-677003F0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DE77497-A8F7-4DFC-BBF0-19639E5A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9385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5E4A225-7EC1-4682-A191-8A27051C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935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D1AB322-6EF8-4F88-A09F-B8B60200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8599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8AFAC73-0782-4C3E-9322-4CE39AC7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149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7123DC6-AAC5-4234-878A-A2B36D4B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BC12BD4-4B00-406B-8EBD-3E4FC19E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F17E681-E286-4C13-9713-C90067B1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7027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D5E1617-02FC-4324-BE73-8610A99E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77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1A7B7F6-AA93-4782-83F8-180BA6F2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6241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B45E8E6-FEE2-4F8A-8EDE-00258AA1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791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4872bd8d4a34d4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只记“实数的相反数与绝对值”的结论，不检查适用条件。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把“把有理数运算规则迁移到实数”与相近概念或逆命题混淆。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11b383cf008419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教材例题：例题（对应教材8.3例1、教材8.3例2、…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例题（对应教材8.3例1、教材8.3例2、教材8.3例3）：化简|√5−3|，并比较√10与3的大小。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选用把有理数运算规则迁移到实数；3.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教材印刷页55—57：先思考，再对照规范解答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E5F6959-AF7A-4C7A-83E7-2C4300FE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A33F19A-D9E2-4074-AC9E-01961679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5FBA572-21A8-4FDD-8756-135EE99B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401B661-0180-4C65-9C43-B6069B55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D2AE352-394E-4309-A67D-3200D88C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534B7DC-38F3-4C30-BFAB-294C6234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075EF96-8CB4-491D-91FA-B7671BCC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8E0FA47-5FBC-4028-A062-B902B115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11824b92033424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选择“把有理数运算规则迁移到实数”对应的方法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√5&lt;3，所以|√5−3|=3−√5；10&gt;9，所以√10&gt;3。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没有先确认“把有理数运算规则迁移到实数”的条件，或只写结果不写依据。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3F6A772-168B-4A3E-8D83-EE341DE8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ABD388C-5776-4B74-BC6F-19424041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7FDA114-B7DE-4F26-A9A4-8E579E2D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9385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349AA85-C745-49F7-A0E3-E50102F7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935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D0F8339-5137-4527-BB9D-CF6EEA1B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8599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40DA686-2DD8-4389-A6DF-7C67F853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149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B6C3DAF-934A-4671-952D-699628E2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0D46DD3-A723-440F-9D92-85E74B4E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8CEDED9-29D8-4531-914A-67239AF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7027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59222CF-DB77-44D6-9C35-48DA6A21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77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600FC8C-38DC-4277-8B4B-4DA6B60E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6241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2BB43D7-EB76-4011-9D2C-0F26E4BE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791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ade3b0a5bae46f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基础辨析：判断“使用‘实数的相反数与绝对值’时不需要检查条件，只要结论看起来合理即可”，并说明理由。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变式练习：把Q4的一个条件、数据或表示方式作合理改变，仍用“把有理数运算规则迁移到实数”解决，并写出检验。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F35143C-78FE-472A-AC3F-546890CD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D2391B1-7BD1-493D-97F5-D2F7773B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A98A68D-1DF0-433B-B10D-56B5539D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7857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7C0DDC7-DF4F-483F-9A8F-3467DCDC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FA94616-14A0-4140-9C34-D5FB4F64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DA357AB-FE32-4E50-800B-0384925D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5662461-0952-4C00-9D74-8A706507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51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500E3DD-586C-4898-9587-8F7685D6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6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a57715c49614b8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变式练习：把Q4的一个条件、数据或表示方式作合理改变，仍用“把有理数运算规则迁移到实数”解决，并写出检验。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答案不唯一。评价要点：改变后的条件完整；方法仍属于“把有理数运算规则迁移到实数”；过程正确；检验与新条件一致。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11298D8-447B-42D0-8FAA-E75103B1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2C75706-1A63-4A9A-B842-5CBCD47D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83BED81-1C30-4F75-BFFF-69A84404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E4D2EC0-60B5-48FC-8C0F-CF76F75B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84DDA20-254F-4A03-85C2-773704F0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BE468B5-F1A4-4EE0-AF13-7CFDCBA8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E97582E-6137-4A8C-93B0-8E67DD63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592A7A5-7FA7-4C33-A631-8B1D5852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dd13fbecf2431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纠错：“研究实数的性质与简单运算时，只记结论，不必区分条件、过程和依据。”这句话对吗？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当堂检测：计算(√3+1)−(√3−2)。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E869AB8-55A8-4619-87C8-70C9D4B3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E2C5B44-6629-4B50-9F08-6DC302A9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A77D120-0C0F-49BF-A7CD-80A0FCBD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7857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6DD96A1-5E05-4036-8780-E6FDC3F1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A403C4C-84EB-4273-BB75-B767C71F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1F26B73-2A16-495A-B747-3B7C8083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8E921B9-8542-4E5D-A85A-2EB76450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51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58B55B4-12B7-4509-9317-40435B45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6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3cc62f08f9f42f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小结参考：本课围绕“实数的性质与简单运算”，掌握实数的相反数与绝对值、实数大小、实数运算，并能运用把有理数运算规则迁移到实数。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基础：完成教材第55—57页练习中的基础题并订正Q5、Q7 提升：当堂检测：计算(√3+1)−(√3−2)。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我能否：①准确表达实数的相反数与绝对值；②运用把有理数运算规则迁移到实数；③写清依据并检验？选择“会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4A4A0EF-3571-49CA-9102-23FBE4A7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C8A58BF-B261-406D-80F2-698815CC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36BA180-6F09-4E42-A298-AAB53D1C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3718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FFB33BA-3BE0-4840-88B6-655F3229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73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D30B4E5-D85E-4C11-839B-1BBA7953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AF3D20E-3EC8-46EF-8BFF-E686400C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5265AB0-7907-4984-AD3A-350A809E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1744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30E2CF0-7E82-4550-8069-C26978D2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2026-08-02T17:54:16.0310000Z</dcterms:created>
  <dcterms:modified xsi:type="dcterms:W3CDTF">2026-08-02T17:54:16.0320000Z</dcterms:modified>
</coreProperties>
</file>