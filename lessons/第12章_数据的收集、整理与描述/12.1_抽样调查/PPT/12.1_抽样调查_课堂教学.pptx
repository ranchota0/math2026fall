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421fbacb3b464c" /><Relationship Type="http://schemas.openxmlformats.org/officeDocument/2006/relationships/extended-properties" Target="/docProps/app.xml" Id="R840a11acc13148ef" /><Relationship Type="http://schemas.openxmlformats.org/officeDocument/2006/relationships/officeDocument" Target="/ppt/presentation.xml" Id="R15fcee1e2b8d4c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32fd4cc9704350"/>
    <p:sldMasterId xmlns:r="http://schemas.openxmlformats.org/officeDocument/2006/relationships" id="2147483660" r:id="Raed508f2689645db"/>
  </p:sldMasterIdLst>
  <p:notesMasterIdLst>
    <p:notesMasterId xmlns:r="http://schemas.openxmlformats.org/officeDocument/2006/relationships" r:id="R1ffd0133ee1647a1"/>
  </p:notesMasterIdLst>
  <p:sldIdLst>
    <p:sldId xmlns:r="http://schemas.openxmlformats.org/officeDocument/2006/relationships" id="256" r:id="R4a104bd15bbd43bc"/>
    <p:sldId xmlns:r="http://schemas.openxmlformats.org/officeDocument/2006/relationships" id="257" r:id="R31c476ca36794dda"/>
    <p:sldId xmlns:r="http://schemas.openxmlformats.org/officeDocument/2006/relationships" id="258" r:id="R36f023d0627f4081"/>
    <p:sldId xmlns:r="http://schemas.openxmlformats.org/officeDocument/2006/relationships" id="259" r:id="R39b3d55562bb42b4"/>
    <p:sldId xmlns:r="http://schemas.openxmlformats.org/officeDocument/2006/relationships" id="260" r:id="R1af21b7b9f444974"/>
    <p:sldId xmlns:r="http://schemas.openxmlformats.org/officeDocument/2006/relationships" id="261" r:id="Rb2dc1d56aad9484b"/>
    <p:sldId xmlns:r="http://schemas.openxmlformats.org/officeDocument/2006/relationships" id="262" r:id="R4654464579874a53"/>
    <p:sldId xmlns:r="http://schemas.openxmlformats.org/officeDocument/2006/relationships" id="263" r:id="Rd76c43312fae424f"/>
    <p:sldId xmlns:r="http://schemas.openxmlformats.org/officeDocument/2006/relationships" id="264" r:id="R32e4181cff05459d"/>
    <p:sldId xmlns:r="http://schemas.openxmlformats.org/officeDocument/2006/relationships" id="265" r:id="R495a513b8def418a"/>
    <p:sldId xmlns:r="http://schemas.openxmlformats.org/officeDocument/2006/relationships" id="266" r:id="Rf944abf06e344467"/>
    <p:sldId xmlns:r="http://schemas.openxmlformats.org/officeDocument/2006/relationships" id="267" r:id="R5eb9b6cdc29c44be"/>
    <p:sldId xmlns:r="http://schemas.openxmlformats.org/officeDocument/2006/relationships" id="268" r:id="R1fc4fab39192482e"/>
    <p:sldId xmlns:r="http://schemas.openxmlformats.org/officeDocument/2006/relationships" id="269" r:id="Rdca01e8aa37f41b6"/>
    <p:sldId xmlns:r="http://schemas.openxmlformats.org/officeDocument/2006/relationships" id="270" r:id="Rdcdff853117746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eb1b9fd11a4fb4" /><Relationship Type="http://schemas.openxmlformats.org/officeDocument/2006/relationships/slideMaster" Target="/ppt/slideMasters/slideMaster1.xml" Id="R7532fd4cc9704350" /><Relationship Type="http://schemas.openxmlformats.org/officeDocument/2006/relationships/slideMaster" Target="/ppt/slideMasters/slideMaster2.xml" Id="Raed508f2689645db" /><Relationship Type="http://schemas.openxmlformats.org/officeDocument/2006/relationships/notesMaster" Target="/ppt/notesMasters/notesMaster1.xml" Id="R1ffd0133ee1647a1" /><Relationship Type="http://schemas.openxmlformats.org/officeDocument/2006/relationships/presProps" Target="/ppt/presProps.xml" Id="Rb4930054816e4e57" /><Relationship Type="http://schemas.openxmlformats.org/officeDocument/2006/relationships/viewProps" Target="/ppt/viewProps.xml" Id="Rddc0a2c29dd94531" /><Relationship Type="http://schemas.openxmlformats.org/officeDocument/2006/relationships/tableStyles" Target="/ppt/tableStyles.xml" Id="R94dcfab67f6c4ad5" /><Relationship Type="http://schemas.openxmlformats.org/officeDocument/2006/relationships/slide" Target="/ppt/slides/slide1.xml" Id="R4a104bd15bbd43bc" /><Relationship Type="http://schemas.openxmlformats.org/officeDocument/2006/relationships/slide" Target="/ppt/slides/slide2.xml" Id="R31c476ca36794dda" /><Relationship Type="http://schemas.openxmlformats.org/officeDocument/2006/relationships/slide" Target="/ppt/slides/slide3.xml" Id="R36f023d0627f4081" /><Relationship Type="http://schemas.openxmlformats.org/officeDocument/2006/relationships/slide" Target="/ppt/slides/slide4.xml" Id="R39b3d55562bb42b4" /><Relationship Type="http://schemas.openxmlformats.org/officeDocument/2006/relationships/slide" Target="/ppt/slides/slide5.xml" Id="R1af21b7b9f444974" /><Relationship Type="http://schemas.openxmlformats.org/officeDocument/2006/relationships/slide" Target="/ppt/slides/slide6.xml" Id="Rb2dc1d56aad9484b" /><Relationship Type="http://schemas.openxmlformats.org/officeDocument/2006/relationships/slide" Target="/ppt/slides/slide7.xml" Id="R4654464579874a53" /><Relationship Type="http://schemas.openxmlformats.org/officeDocument/2006/relationships/slide" Target="/ppt/slides/slide8.xml" Id="Rd76c43312fae424f" /><Relationship Type="http://schemas.openxmlformats.org/officeDocument/2006/relationships/slide" Target="/ppt/slides/slide9.xml" Id="R32e4181cff05459d" /><Relationship Type="http://schemas.openxmlformats.org/officeDocument/2006/relationships/slide" Target="/ppt/slides/slide10.xml" Id="R495a513b8def418a" /><Relationship Type="http://schemas.openxmlformats.org/officeDocument/2006/relationships/slide" Target="/ppt/slides/slide11.xml" Id="Rf944abf06e344467" /><Relationship Type="http://schemas.openxmlformats.org/officeDocument/2006/relationships/slide" Target="/ppt/slides/slide12.xml" Id="R5eb9b6cdc29c44be" /><Relationship Type="http://schemas.openxmlformats.org/officeDocument/2006/relationships/slide" Target="/ppt/slides/slide13.xml" Id="R1fc4fab39192482e" /><Relationship Type="http://schemas.openxmlformats.org/officeDocument/2006/relationships/slide" Target="/ppt/slides/slide14.xml" Id="Rdca01e8aa37f41b6" /><Relationship Type="http://schemas.openxmlformats.org/officeDocument/2006/relationships/slide" Target="/ppt/slides/slide15.xml" Id="Rdcdff853117746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b90065109a3e47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307faf6da84fd0" /><Relationship Type="http://schemas.openxmlformats.org/officeDocument/2006/relationships/notesMaster" Target="/ppt/notesMasters/notesMaster1.xml" Id="R4ad6e972003441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4fe0e675f9499a" /><Relationship Type="http://schemas.openxmlformats.org/officeDocument/2006/relationships/notesMaster" Target="/ppt/notesMasters/notesMaster1.xml" Id="Rce5c86cf18594c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99291c4cdf441d" /><Relationship Type="http://schemas.openxmlformats.org/officeDocument/2006/relationships/notesMaster" Target="/ppt/notesMasters/notesMaster1.xml" Id="R4c180454ec0447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b796b316e14aec" /><Relationship Type="http://schemas.openxmlformats.org/officeDocument/2006/relationships/notesMaster" Target="/ppt/notesMasters/notesMaster1.xml" Id="R1e6b6dd2e59941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6f3aeeb3854b2a" /><Relationship Type="http://schemas.openxmlformats.org/officeDocument/2006/relationships/notesMaster" Target="/ppt/notesMasters/notesMaster1.xml" Id="R6140622bc0724c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f4f5a142d7431d" /><Relationship Type="http://schemas.openxmlformats.org/officeDocument/2006/relationships/notesMaster" Target="/ppt/notesMasters/notesMaster1.xml" Id="R0c8ccfd159d245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29403990114b1b" /><Relationship Type="http://schemas.openxmlformats.org/officeDocument/2006/relationships/notesMaster" Target="/ppt/notesMasters/notesMaster1.xml" Id="Rf2d50ea5ae7547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ae1114999c4138" /><Relationship Type="http://schemas.openxmlformats.org/officeDocument/2006/relationships/notesMaster" Target="/ppt/notesMasters/notesMaster1.xml" Id="R04b911c8ba004e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8067f2f7f046e8" /><Relationship Type="http://schemas.openxmlformats.org/officeDocument/2006/relationships/notesMaster" Target="/ppt/notesMasters/notesMaster1.xml" Id="R2968cf9fd22547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97ccf2513a48e2" /><Relationship Type="http://schemas.openxmlformats.org/officeDocument/2006/relationships/notesMaster" Target="/ppt/notesMasters/notesMaster1.xml" Id="R311518f641664b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c7251b1ee84b99" /><Relationship Type="http://schemas.openxmlformats.org/officeDocument/2006/relationships/notesMaster" Target="/ppt/notesMasters/notesMaster1.xml" Id="R9f7f8aad37c541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504b4d76404525" /><Relationship Type="http://schemas.openxmlformats.org/officeDocument/2006/relationships/notesMaster" Target="/ppt/notesMasters/notesMaster1.xml" Id="R0e4acdb63d754d8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5d55bcbaad45ba" /><Relationship Type="http://schemas.openxmlformats.org/officeDocument/2006/relationships/notesMaster" Target="/ppt/notesMasters/notesMaster1.xml" Id="Raa8521b8493d49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04fe517a69407f" /><Relationship Type="http://schemas.openxmlformats.org/officeDocument/2006/relationships/notesMaster" Target="/ppt/notesMasters/notesMaster1.xml" Id="R46df6d167a5342f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5d3af9fef3845f4" /><Relationship Type="http://schemas.openxmlformats.org/officeDocument/2006/relationships/notesMaster" Target="/ppt/notesMasters/notesMaster1.xml" Id="Ra966ebe4787e4f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从教材印刷页154—155进入《抽样调查》。说明本课在第12章 数据的收集、整理与描述中的位置。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人教版《义务教育教科书·数学七年级下册》，印刷页154—155。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形成第一个核心概念：总体。要求学生标出对象、条件、表示和作用。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形成第二个核心概念或方法：个体。与前一概念对比，避免相近知识混淆。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呈现Q4，保留独立思考时间。题型对应教材印刷页154—155的例题或典型任务。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人教版《义务教育教科书·数学七年级下册》，印刷页154—155。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1bc62b5272400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43a365ac6e4c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881abb720f401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5b786fe698416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7d75034c2944f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651d19ab424e8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4c85b2a0144b9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c191180e6438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3295849acf484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7737c20c664c1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c7488522ee48f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4b30b40558456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d6e9bf274134ad6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444154385f4bbc" /><Relationship Type="http://schemas.openxmlformats.org/officeDocument/2006/relationships/slideLayout" Target="/ppt/slideLayouts/slideLayout1.xml" Id="Re7672fcc7acb4590" /><Relationship Type="http://schemas.openxmlformats.org/officeDocument/2006/relationships/slideLayout" Target="/ppt/slideLayouts/slideLayout2.xml" Id="Rbe8454660ee14287" /><Relationship Type="http://schemas.openxmlformats.org/officeDocument/2006/relationships/slideLayout" Target="/ppt/slideLayouts/slideLayout3.xml" Id="R3ed76a3a848143c8" /><Relationship Type="http://schemas.openxmlformats.org/officeDocument/2006/relationships/slideLayout" Target="/ppt/slideLayouts/slideLayout4.xml" Id="Rf97d080398454a71" /><Relationship Type="http://schemas.openxmlformats.org/officeDocument/2006/relationships/slideLayout" Target="/ppt/slideLayouts/slideLayout5.xml" Id="R6d15f212b8d44875" /><Relationship Type="http://schemas.openxmlformats.org/officeDocument/2006/relationships/slideLayout" Target="/ppt/slideLayouts/slideLayout6.xml" Id="Rd9c12ab47abb4922" /><Relationship Type="http://schemas.openxmlformats.org/officeDocument/2006/relationships/slideLayout" Target="/ppt/slideLayouts/slideLayout7.xml" Id="Rcdda92ff568546cd" /><Relationship Type="http://schemas.openxmlformats.org/officeDocument/2006/relationships/slideLayout" Target="/ppt/slideLayouts/slideLayout8.xml" Id="R92926bd08ed842ca" /><Relationship Type="http://schemas.openxmlformats.org/officeDocument/2006/relationships/slideLayout" Target="/ppt/slideLayouts/slideLayout9.xml" Id="R85bc3e4b942c48be" /><Relationship Type="http://schemas.openxmlformats.org/officeDocument/2006/relationships/slideLayout" Target="/ppt/slideLayouts/slideLayout10.xml" Id="Rc90279372dda4f2e" /><Relationship Type="http://schemas.openxmlformats.org/officeDocument/2006/relationships/slideLayout" Target="/ppt/slideLayouts/slideLayout11.xml" Id="R567a0970dfbb435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8fa7254ee7c64cb6" /><Relationship Type="http://schemas.openxmlformats.org/officeDocument/2006/relationships/slideLayout" Target="/ppt/slideLayouts/slideLayout12.xml" Id="R9ef6a37fb1814955" /><Relationship Type="http://schemas.openxmlformats.org/officeDocument/2006/relationships/slideLayout" Target="/ppt/slideLayouts/slideLayout13.xml" Id="R24b0667c8cae4fe2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672fcc7acb4590"/>
    <p:sldLayoutId xmlns:r="http://schemas.openxmlformats.org/officeDocument/2006/relationships" id="2147483650" r:id="Rbe8454660ee14287"/>
    <p:sldLayoutId xmlns:r="http://schemas.openxmlformats.org/officeDocument/2006/relationships" id="2147483651" r:id="R3ed76a3a848143c8"/>
    <p:sldLayoutId xmlns:r="http://schemas.openxmlformats.org/officeDocument/2006/relationships" id="2147483652" r:id="Rf97d080398454a71"/>
    <p:sldLayoutId xmlns:r="http://schemas.openxmlformats.org/officeDocument/2006/relationships" id="2147483653" r:id="R6d15f212b8d44875"/>
    <p:sldLayoutId xmlns:r="http://schemas.openxmlformats.org/officeDocument/2006/relationships" id="2147483654" r:id="Rd9c12ab47abb4922"/>
    <p:sldLayoutId xmlns:r="http://schemas.openxmlformats.org/officeDocument/2006/relationships" id="2147483655" r:id="Rcdda92ff568546cd"/>
    <p:sldLayoutId xmlns:r="http://schemas.openxmlformats.org/officeDocument/2006/relationships" id="2147483656" r:id="R92926bd08ed842ca"/>
    <p:sldLayoutId xmlns:r="http://schemas.openxmlformats.org/officeDocument/2006/relationships" id="2147483657" r:id="R85bc3e4b942c48be"/>
    <p:sldLayoutId xmlns:r="http://schemas.openxmlformats.org/officeDocument/2006/relationships" id="2147483658" r:id="Rc90279372dda4f2e"/>
    <p:sldLayoutId xmlns:r="http://schemas.openxmlformats.org/officeDocument/2006/relationships" id="2147483659" r:id="R567a0970dfbb435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ef6a37fb1814955"/>
    <p:sldLayoutId xmlns:r="http://schemas.openxmlformats.org/officeDocument/2006/relationships" id="2147483662" r:id="R24b0667c8cae4fe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2bcf165224b40f7" /><Relationship Type="http://schemas.openxmlformats.org/officeDocument/2006/relationships/image" Target="/ppt/media/image.jpeg" Id="R0467f31085ef4d62" /><Relationship Type="http://schemas.openxmlformats.org/officeDocument/2006/relationships/notesSlide" Target="/ppt/notesSlides/notesSlide1.xml" Id="R654631bce10048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13df97ca9af485d" /><Relationship Type="http://schemas.openxmlformats.org/officeDocument/2006/relationships/image" Target="/ppt/media/image2.jpeg" Id="Rcd3e4dcbe26b4933" /><Relationship Type="http://schemas.openxmlformats.org/officeDocument/2006/relationships/image" Target="/ppt/media/image.svg" Id="Rc3515f0562d547eb" /><Relationship Type="http://schemas.openxmlformats.org/officeDocument/2006/relationships/image" Target="/ppt/media/image.jpeg" Id="Rccf7610513294cca" /><Relationship Type="http://schemas.openxmlformats.org/officeDocument/2006/relationships/image" Target="/ppt/media/image2.svg" Id="Rc93c7e86f56c498f" /><Relationship Type="http://schemas.openxmlformats.org/officeDocument/2006/relationships/image" Target="/ppt/media/image3.jpeg" Id="Rb45efb9a434e4159" /><Relationship Type="http://schemas.openxmlformats.org/officeDocument/2006/relationships/image" Target="/ppt/media/image3.svg" Id="Rae77d38081af408b" /><Relationship Type="http://schemas.openxmlformats.org/officeDocument/2006/relationships/image" Target="/ppt/media/image4.jpeg" Id="R117f2757582b44f9" /><Relationship Type="http://schemas.openxmlformats.org/officeDocument/2006/relationships/image" Target="/ppt/media/image4.svg" Id="R765cf5d699b5479e" /><Relationship Type="http://schemas.openxmlformats.org/officeDocument/2006/relationships/notesSlide" Target="/ppt/notesSlides/notesSlide2.xml" Id="Re227886517fb47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bf53cf431ed4c74" /><Relationship Type="http://schemas.openxmlformats.org/officeDocument/2006/relationships/image" Target="/ppt/media/image2.jpeg" Id="R18d1ca3989b944d2" /><Relationship Type="http://schemas.openxmlformats.org/officeDocument/2006/relationships/notesSlide" Target="/ppt/notesSlides/notesSlide3.xml" Id="Rf2876c32f18d4e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5b78f2282ed456c" /><Relationship Type="http://schemas.openxmlformats.org/officeDocument/2006/relationships/image" Target="/ppt/media/image2.jpeg" Id="Rfeddbb38c1084d22" /><Relationship Type="http://schemas.openxmlformats.org/officeDocument/2006/relationships/notesSlide" Target="/ppt/notesSlides/notesSlide4.xml" Id="R4a78ac6e83c645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6c03e3fee4d48f1" /><Relationship Type="http://schemas.openxmlformats.org/officeDocument/2006/relationships/image" Target="/ppt/media/image2.jpeg" Id="R571a0a0a35e44217" /><Relationship Type="http://schemas.openxmlformats.org/officeDocument/2006/relationships/notesSlide" Target="/ppt/notesSlides/notesSlide5.xml" Id="R8c22446445a24e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aa11ecd026d4d72" /><Relationship Type="http://schemas.openxmlformats.org/officeDocument/2006/relationships/image" Target="/ppt/media/image2.jpeg" Id="R174d1bdaae3742e6" /><Relationship Type="http://schemas.openxmlformats.org/officeDocument/2006/relationships/notesSlide" Target="/ppt/notesSlides/notesSlide6.xml" Id="Rcf7b08c47bc041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56d2d8257f44be8" /><Relationship Type="http://schemas.openxmlformats.org/officeDocument/2006/relationships/image" Target="/ppt/media/image2.jpeg" Id="R1ce73c53825046a3" /><Relationship Type="http://schemas.openxmlformats.org/officeDocument/2006/relationships/notesSlide" Target="/ppt/notesSlides/notesSlide7.xml" Id="Rf08cc1e5a1cd40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f50d54b8db94bcb" /><Relationship Type="http://schemas.openxmlformats.org/officeDocument/2006/relationships/image" Target="/ppt/media/image2.jpeg" Id="R628a058a0afb4b41" /><Relationship Type="http://schemas.openxmlformats.org/officeDocument/2006/relationships/notesSlide" Target="/ppt/notesSlides/notesSlide8.xml" Id="Rec65d00c575b45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ad89a1fb22f402c" /><Relationship Type="http://schemas.openxmlformats.org/officeDocument/2006/relationships/image" Target="/ppt/media/image2.jpeg" Id="Rbb98f99436aa4808" /><Relationship Type="http://schemas.openxmlformats.org/officeDocument/2006/relationships/notesSlide" Target="/ppt/notesSlides/notesSlide9.xml" Id="Ra1ba973d8ce947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e67549fb4864a40" /><Relationship Type="http://schemas.openxmlformats.org/officeDocument/2006/relationships/image" Target="/ppt/media/image2.jpeg" Id="Ref83c62636de4d6f" /><Relationship Type="http://schemas.openxmlformats.org/officeDocument/2006/relationships/notesSlide" Target="/ppt/notesSlides/notesSlide10.xml" Id="R41229b3864ec4a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f9b45ae21f84560" /><Relationship Type="http://schemas.openxmlformats.org/officeDocument/2006/relationships/image" Target="/ppt/media/image2.jpeg" Id="Rc17a0e3b15bc4748" /><Relationship Type="http://schemas.openxmlformats.org/officeDocument/2006/relationships/notesSlide" Target="/ppt/notesSlides/notesSlide11.xml" Id="R733170ba93344e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bc734e0b9244eb4" /><Relationship Type="http://schemas.openxmlformats.org/officeDocument/2006/relationships/image" Target="/ppt/media/image2.jpeg" Id="R94562607c01b41c6" /><Relationship Type="http://schemas.openxmlformats.org/officeDocument/2006/relationships/notesSlide" Target="/ppt/notesSlides/notesSlide12.xml" Id="R98bb070948e846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675ad1900f44adc" /><Relationship Type="http://schemas.openxmlformats.org/officeDocument/2006/relationships/image" Target="/ppt/media/image2.jpeg" Id="R151ba547a7544b18" /><Relationship Type="http://schemas.openxmlformats.org/officeDocument/2006/relationships/notesSlide" Target="/ppt/notesSlides/notesSlide13.xml" Id="R38c83c00c56746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d31d451fdd84f0b" /><Relationship Type="http://schemas.openxmlformats.org/officeDocument/2006/relationships/image" Target="/ppt/media/image2.jpeg" Id="Re5d373320b3c4eca" /><Relationship Type="http://schemas.openxmlformats.org/officeDocument/2006/relationships/notesSlide" Target="/ppt/notesSlides/notesSlide14.xml" Id="R4fe9772bb2e448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e2e7d27b4554b5e" /><Relationship Type="http://schemas.openxmlformats.org/officeDocument/2006/relationships/image" Target="/ppt/media/image5.jpeg" Id="Rbee06aea9e1e4e62" /><Relationship Type="http://schemas.openxmlformats.org/officeDocument/2006/relationships/notesSlide" Target="/ppt/notesSlides/notesSlide15.xml" Id="Rd14abf25ee2c42c1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467f31085ef4d6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12.1 抽样调查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第12章 数据的收集、整理与描述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教材印刷页154—155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d3e4dcbe26b493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7610513294cca">
            <a:extLst>
              <a:ext uri="{96DAC541-7B7A-43D3-8B79-37D633B846F1}">
                <asvg:svgBlip xmlns:asvg="http://schemas.microsoft.com/office/drawing/2016/SVG/main" r:embed="Rc3515f0562d547e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通过阅读、观察或操作，准确说出总体、个体、样本、样本容量、简单随机抽样的含义、表示或基本步骤。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3e4dcbe26b4933">
            <a:extLst>
              <a:ext uri="{96DAC541-7B7A-43D3-8B79-37D633B846F1}">
                <asvg:svgBlip xmlns:asvg="http://schemas.microsoft.com/office/drawing/2016/SVG/main" r:embed="Rc93c7e86f56c498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在Q2—Q4中运用“判断调查方式并识别总体和样本”，能用完整语言、式子、图形或图表说明依据。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efb9a434e4159">
            <a:extLst>
              <a:ext uri="{96DAC541-7B7A-43D3-8B79-37D633B846F1}">
                <asvg:svgBlip xmlns:asvg="http://schemas.microsoft.com/office/drawing/2016/SVG/main" r:embed="Rae77d38081af408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在基础与变式练习中运用“判断调查方式并识别总体和样本”解决同类问题，并对结果进行检验。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7f2757582b44f9">
            <a:extLst>
              <a:ext uri="{96DAC541-7B7A-43D3-8B79-37D633B846F1}">
                <asvg:svgBlip xmlns:asvg="http://schemas.microsoft.com/office/drawing/2016/SVG/main" r:embed="R765cf5d699b5479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8d1ca3989b944d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对应印刷页154—155。先读图、读表或读题，圈出已知和所求。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调用学生已经学习全面调查、百分比，具备基本观察、计算、作图或整理数据的经验。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聚焦总体、个体、样本、样本容量、简单随机抽样，不急于抄结论。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86B43EA-155D-42A0-A9E7-571DFF0B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00A1C71-0140-4FCF-B5E7-922B5724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56" y="26629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75045FA-1C83-4E4A-8EFA-001E2FE4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90" y="24242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B8FBFD4-F941-4D94-B2E4-349AB982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25656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4D62E1B4-8A25-48E4-BE63-FF93D9B6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23181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253D868-AF8E-49F0-8FBD-20203DC1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5057" y="3060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0AD14D5-A3A3-4FF7-92A1-E5026DED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123A9D6-A61E-448F-BC6C-1115F8C3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24" y="26629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2DD68DE-2022-4638-A831-239A9BAD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059" y="24242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68C978B-19E5-4EF4-803F-058AF937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25656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63E03BD-686B-4387-BA60-5AF38317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28" y="23181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472BA21-072A-4089-A7B0-B6EED30B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76026" y="3060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8762E62-E743-4BC0-A6D9-75376B2C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0B8CF0A-473E-47AF-A2A2-EEDAF686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656" y="51394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500C90D-826E-4F2B-842E-0C03FCD2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90" y="49007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7F9EA1B-3F62-43EA-A4D2-738CFB56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50421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AD98EEB-CCF2-4F1B-97B9-08ADEA73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960" y="47946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5231A94-E5B1-4412-AA4C-E9D9910D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15057" y="5537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F76BD5F-288E-4F41-A073-4B58FACE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E36D395-D3E9-470F-943C-4DD51774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624" y="5139404"/>
            <a:ext cx="223517" cy="3977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00E82E1-E760-4A58-B64C-C76DE119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059" y="4900746"/>
            <a:ext cx="223517" cy="6364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1D457B4-5B82-43AD-9030-3C588CF3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5042173"/>
            <a:ext cx="223517" cy="4949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592F95B-7758-4410-AB06-E9B0090F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28" y="4794675"/>
            <a:ext cx="223517" cy="7424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1D4BEF5-7D1B-47BD-B58B-9B3371F2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576026" y="5537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eddbb38c1084d2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旧知回顾：回顾“全面调查”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回顾“全面调查”：写出一条与本课有关的定义、性质或计算规则。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参考要点：正确表述“全面调查”的核心含义，并说明它与“总体”的联系。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56A5ECF-0506-44A0-94E1-6C6F0C46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8D579BA-6CBD-4C62-BA49-40C24B6F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722B943A-BE25-4D5D-8762-422E4A30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A9FE9B1-F769-47F7-8D03-099AB409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CC1A4B7-176C-4BF5-B0FA-DC284193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1861842-DC56-4584-9A4A-A83D6B19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2F575FD-06F7-4BD7-850D-11ABC72A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71a0a0a35e4421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阅读教材印刷页154—155，圈出“总体、个体、样本、样本容量、简单随机抽样”，分别用一句话记录它们解决什么问题。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小组探究：围绕“理解样本代表性和随机性”设计一次观察、操作或推理，记录现象、猜想和验证依据。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围绕“判断调查方式并识别总体和样本”说明理由；同伴只追问条件和依据。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62832F2-57A0-4692-8C32-5201AAF5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6088156-594C-495B-BE6C-884E6C5A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C790A92-54AA-4BCF-90B2-FE9F909C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BCDD0EC-2931-4701-80BA-DB7CC83A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364AEB0-CEE0-4EB3-A5FF-F4DE9FA8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CB56740-07BE-46F7-8DB0-DF65CAAD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74d1bdaae3742e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概念一：总体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总体：按教材明确其定义、条件、表示、性质或步骤。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F560511-687E-4570-8E27-D6CD9A02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B38DF7C-7B9B-4B27-8B55-6C3A7BC2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5C30143-B8D0-4790-9CAE-2E10A3F4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99A5A5C-31ED-4BE5-B3AA-30BED9C5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A32AAC8-3FB9-4F71-8C21-FD084B6B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55DEAD7-A5EA-4309-8E44-7EA3BE9A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812D173-A70E-4F73-852F-B4D0F95B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ce73c53825046a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概念二：个体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个体：按教材明确其定义、条件、表示、性质或步骤。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易错提醒：理解样本代表性和随机性。先审条件，再使用结论。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8A0CF67-8252-46CC-BF76-3F65BD59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ABACF68-7912-47DF-893E-C908DF61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676" y="4112609"/>
            <a:ext cx="508159" cy="10689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D0E24351-F4AC-4E79-9ED7-18E3E5D1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013" y="3471215"/>
            <a:ext cx="508159" cy="1710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78A2F1E-68FD-494B-B34F-29F4C5CC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851300"/>
            <a:ext cx="508159" cy="133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E593631-57D1-46EA-845E-7943BB97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3186151"/>
            <a:ext cx="508159" cy="199544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DCB2FAB-82A1-40EA-A153-0A71BF63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84695" y="5181600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04BE815-D257-4194-BE6C-A94C2477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9293" y="2478405"/>
            <a:ext cx="14782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28a058a0afb4b4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小组探究：围绕“理解样本代表性和随机性”设计一次观察、操作或推理，记录现象、猜想和验证依据。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参考思路：先明确条件，再围绕“判断调查方式并识别总体和样本”形成猜想，最后用定义、计算、图表或反例验证。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A4FA748-1B7D-46D6-AF00-FDB8E686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BB654FB-E220-4FE9-9027-93D719A9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49" y="3331369"/>
            <a:ext cx="434816" cy="621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0B467A5-A4BC-41AB-BB5B-015A4EBF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958465"/>
            <a:ext cx="434816" cy="994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5BADAA3-E67D-4683-AD77-BD27DB6C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3179445"/>
            <a:ext cx="434816" cy="773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B34E04FA-BC08-4E23-89E6-64CF7E1E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792730"/>
            <a:ext cx="434816" cy="1160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5D7849C-F9B0-4135-8886-D048FECA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07605" y="395287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BE2074F-4362-401F-974C-D3962504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2381250"/>
            <a:ext cx="1264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b98f99436aa480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只记“总体”的结论，不检查适用条件。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把“判断调查方式并识别总体和样本”与相近概念或逆命题混淆。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f83c62636de4d6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教材例题：例题（对应教材育人中学抽样调查）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例题（对应教材育人中学抽样调查）：从全校1200人中随机抽取60人调查睡眠时间。指出总体、个体、样本和样本容量。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选用判断调查方式并识别总体和样本；3.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教材印刷页154—155：先思考，再对照规范解答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FACE1FB-C027-42F7-A6A9-6638F45C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4A0E58D-C83D-49AE-A999-733ABED0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1BA13AD-3788-49B6-B588-9EA87BC1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1FA1619-A03C-4DF6-9AAE-6A9C102D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BC0EF81-6B90-4BA1-94AA-E8AFFD58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9138691-569D-4E7F-BB62-B9D54ECF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17a0e3b15bc474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选择“判断调查方式并识别总体和样本”对应的方法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总体：全校1200人的睡眠时间；个体：每名学生的睡眠时间；样本：抽取60人的睡眠时间；样本容量60。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没有先确认“判断调查方式并识别总体和样本”的条件，或只写结果不写依据。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08C3477-FD88-49E8-BA54-8FE42CE1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1C176691-8472-465B-9DB5-AC21BEA8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249" y="3331369"/>
            <a:ext cx="434816" cy="621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26899519-0902-4218-A26A-7D41A6F2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238" y="2958465"/>
            <a:ext cx="434816" cy="994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B8D6BC4-0F10-4C41-840A-424ADAEB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3179445"/>
            <a:ext cx="434816" cy="773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F550935-25FC-4CA2-8FAF-2BC03AAE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792730"/>
            <a:ext cx="434816" cy="1160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F3BFE85-BC78-4220-BFB3-8A9C1F3E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07605" y="3952875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8D57B86-6AC0-4AEE-8C74-8DCC30A9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158" y="2381250"/>
            <a:ext cx="12649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比较 · 分布 · 趋势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4562607c01b41c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基础辨析：判断“使用‘总体’时不需要检查条件，只要结论看起来合理即可”，并说明理由。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变式练习：把Q4的一个条件、数据或表示方式作合理改变，仍用“判断调查方式并识别总体和样本”解决，并写出检验。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7E60476-7AA1-4767-9737-A7D0B121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A0235ED9-D972-48D3-BD3B-4B6089AD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66" y="5217462"/>
            <a:ext cx="424339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FE58DBD3-3DFA-4DCD-B67E-173496B4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5016094"/>
            <a:ext cx="424339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2BD79F9-E3BA-4A1A-90DB-3604976F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5135423"/>
            <a:ext cx="424339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0BC3536-139E-4F5C-9888-CE4FAFDE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4926597"/>
            <a:ext cx="424339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40391BC-78C2-4D6B-86A7-21D5ACC0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13485" y="5553075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51ba547a7544b1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变式练习：把Q4的一个条件、数据或表示方式作合理改变，仍用“判断调查方式并识别总体和样本”解决，并写出检验。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答案不唯一。评价要点：改变后的条件完整；方法仍属于“判断调查方式并识别总体和样本”；过程正确；检验与新条件一致。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7A4122C-475E-495E-83DB-679D9F8D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F80EEE2-5495-4AA2-A168-3F0F5D88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514" y="4916376"/>
            <a:ext cx="455771" cy="3604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E6862C6A-1D63-454C-9792-ED5B00BF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4700092"/>
            <a:ext cx="455771" cy="576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2030699-9529-4DB8-834A-676E39D1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828261"/>
            <a:ext cx="455771" cy="4485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06DBB60A-C87B-4388-8F88-8A08EE31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635" y="4603966"/>
            <a:ext cx="455771" cy="6728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B43C078-9104-4EA5-A80C-6F45C569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345" y="5276850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5d373320b3c4ec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纠错：“研究抽样调查时，只记结论，不必区分条件、过程和依据。”这句话对吗？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当堂检测：简单随机抽样为什么强调每个个体机会均等？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2573515-C8EF-4FE6-B0B0-2E64B8DC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C5470684-81C5-4D42-8BB2-F7EABA59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366" y="5217462"/>
            <a:ext cx="424339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5B266CD-1720-4B2A-B88F-11C174C4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163" y="5016094"/>
            <a:ext cx="424339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D9C7424-AA3A-401E-938A-75FF7BC5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5135423"/>
            <a:ext cx="424339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9D78D87B-7D0C-4D63-8739-5BCE512E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755" y="4926597"/>
            <a:ext cx="424339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9469F1F-E583-4DD8-A8BD-4A155CD5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13485" y="5553075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ee06aea9e1e4e62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小结参考：本课围绕“抽样调查”，掌握总体、个体、样本、样本容量、简单随机抽样，并能运用判断调查方式并识别总体和样本。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基础：完成教材第155页练习中的基础题并订正Q5、Q7 提升：当堂检测：简单随机抽样为什么强调每个个体机会均等？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我能否：①准确表达总体；②运用判断调查方式并识别总体和样本；③写清依据并检验？选择“会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8703B40-50D5-4C1A-A499-6183BE0E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30E3B6BA-0D24-4829-9073-24E32F9E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3779" y="3026712"/>
            <a:ext cx="476726" cy="335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54A4496D-E9B9-4DE4-885B-68DCA26F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538" y="2825344"/>
            <a:ext cx="476726" cy="5369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881C62EA-CC4F-4CB7-97C1-C5FB9BC0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296" y="2944673"/>
            <a:ext cx="476726" cy="4176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8F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tch-topic-bar">
            <a:extLst xmlns:a="http://schemas.openxmlformats.org/drawingml/2006/main">
              <a:ext uri="{FF2B5EF4-FFF2-40B4-BE49-F238E27FC236}">
                <a16:creationId xmlns:a16="http://schemas.microsoft.com/office/drawing/2014/main" id="{66A23D90-AB48-4AFB-B6A5-C794782C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4055" y="2735847"/>
            <a:ext cx="476726" cy="626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1D899E2-9B4B-47FE-BB92-2464F095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57085" y="3362325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2026-08-02T17:50:12.5300000Z</dcterms:created>
  <dcterms:modified xsi:type="dcterms:W3CDTF">2026-08-02T17:50:12.5300000Z</dcterms:modified>
</coreProperties>
</file>