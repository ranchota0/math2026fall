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e5381e986247b2" /><Relationship Type="http://schemas.openxmlformats.org/officeDocument/2006/relationships/extended-properties" Target="/docProps/app.xml" Id="R789bdb7a03be47cc" /><Relationship Type="http://schemas.openxmlformats.org/officeDocument/2006/relationships/officeDocument" Target="/ppt/presentation.xml" Id="R28d0514a29ed4e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077349a9ab4d21"/>
    <p:sldMasterId xmlns:r="http://schemas.openxmlformats.org/officeDocument/2006/relationships" id="2147483660" r:id="R102cf4db0e1948a6"/>
  </p:sldMasterIdLst>
  <p:notesMasterIdLst>
    <p:notesMasterId xmlns:r="http://schemas.openxmlformats.org/officeDocument/2006/relationships" r:id="R87ca7106b0e84acf"/>
  </p:notesMasterIdLst>
  <p:sldIdLst>
    <p:sldId xmlns:r="http://schemas.openxmlformats.org/officeDocument/2006/relationships" id="256" r:id="R79db421f8cd54778"/>
    <p:sldId xmlns:r="http://schemas.openxmlformats.org/officeDocument/2006/relationships" id="257" r:id="R3ebf5c94cd644f8a"/>
    <p:sldId xmlns:r="http://schemas.openxmlformats.org/officeDocument/2006/relationships" id="258" r:id="R5355593b29a2441b"/>
    <p:sldId xmlns:r="http://schemas.openxmlformats.org/officeDocument/2006/relationships" id="259" r:id="R008245142d5b4d5c"/>
    <p:sldId xmlns:r="http://schemas.openxmlformats.org/officeDocument/2006/relationships" id="260" r:id="Refd549c25bef4bbd"/>
    <p:sldId xmlns:r="http://schemas.openxmlformats.org/officeDocument/2006/relationships" id="261" r:id="R0d7453934bae4560"/>
    <p:sldId xmlns:r="http://schemas.openxmlformats.org/officeDocument/2006/relationships" id="262" r:id="Ra35c219499394b66"/>
    <p:sldId xmlns:r="http://schemas.openxmlformats.org/officeDocument/2006/relationships" id="263" r:id="Rf2cbcd8b53e14b7f"/>
    <p:sldId xmlns:r="http://schemas.openxmlformats.org/officeDocument/2006/relationships" id="264" r:id="R2f932c9f63c845e2"/>
    <p:sldId xmlns:r="http://schemas.openxmlformats.org/officeDocument/2006/relationships" id="265" r:id="R2f46e465140140b7"/>
    <p:sldId xmlns:r="http://schemas.openxmlformats.org/officeDocument/2006/relationships" id="266" r:id="R0314d19d6e5d418d"/>
    <p:sldId xmlns:r="http://schemas.openxmlformats.org/officeDocument/2006/relationships" id="267" r:id="R12d47c8c76f34f38"/>
    <p:sldId xmlns:r="http://schemas.openxmlformats.org/officeDocument/2006/relationships" id="268" r:id="R0426a393c1694512"/>
    <p:sldId xmlns:r="http://schemas.openxmlformats.org/officeDocument/2006/relationships" id="269" r:id="Red4e61d5c4054d01"/>
    <p:sldId xmlns:r="http://schemas.openxmlformats.org/officeDocument/2006/relationships" id="270" r:id="R2d5b9a6e877b45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f4a54b497d4719" /><Relationship Type="http://schemas.openxmlformats.org/officeDocument/2006/relationships/slideMaster" Target="/ppt/slideMasters/slideMaster1.xml" Id="R54077349a9ab4d21" /><Relationship Type="http://schemas.openxmlformats.org/officeDocument/2006/relationships/slideMaster" Target="/ppt/slideMasters/slideMaster2.xml" Id="R102cf4db0e1948a6" /><Relationship Type="http://schemas.openxmlformats.org/officeDocument/2006/relationships/notesMaster" Target="/ppt/notesMasters/notesMaster1.xml" Id="R87ca7106b0e84acf" /><Relationship Type="http://schemas.openxmlformats.org/officeDocument/2006/relationships/presProps" Target="/ppt/presProps.xml" Id="R6869ecacf8c84e3f" /><Relationship Type="http://schemas.openxmlformats.org/officeDocument/2006/relationships/viewProps" Target="/ppt/viewProps.xml" Id="R2abe9021cec5453c" /><Relationship Type="http://schemas.openxmlformats.org/officeDocument/2006/relationships/tableStyles" Target="/ppt/tableStyles.xml" Id="Rd5919ee3df0440f7" /><Relationship Type="http://schemas.openxmlformats.org/officeDocument/2006/relationships/slide" Target="/ppt/slides/slide1.xml" Id="R79db421f8cd54778" /><Relationship Type="http://schemas.openxmlformats.org/officeDocument/2006/relationships/slide" Target="/ppt/slides/slide2.xml" Id="R3ebf5c94cd644f8a" /><Relationship Type="http://schemas.openxmlformats.org/officeDocument/2006/relationships/slide" Target="/ppt/slides/slide3.xml" Id="R5355593b29a2441b" /><Relationship Type="http://schemas.openxmlformats.org/officeDocument/2006/relationships/slide" Target="/ppt/slides/slide4.xml" Id="R008245142d5b4d5c" /><Relationship Type="http://schemas.openxmlformats.org/officeDocument/2006/relationships/slide" Target="/ppt/slides/slide5.xml" Id="Refd549c25bef4bbd" /><Relationship Type="http://schemas.openxmlformats.org/officeDocument/2006/relationships/slide" Target="/ppt/slides/slide6.xml" Id="R0d7453934bae4560" /><Relationship Type="http://schemas.openxmlformats.org/officeDocument/2006/relationships/slide" Target="/ppt/slides/slide7.xml" Id="Ra35c219499394b66" /><Relationship Type="http://schemas.openxmlformats.org/officeDocument/2006/relationships/slide" Target="/ppt/slides/slide8.xml" Id="Rf2cbcd8b53e14b7f" /><Relationship Type="http://schemas.openxmlformats.org/officeDocument/2006/relationships/slide" Target="/ppt/slides/slide9.xml" Id="R2f932c9f63c845e2" /><Relationship Type="http://schemas.openxmlformats.org/officeDocument/2006/relationships/slide" Target="/ppt/slides/slide10.xml" Id="R2f46e465140140b7" /><Relationship Type="http://schemas.openxmlformats.org/officeDocument/2006/relationships/slide" Target="/ppt/slides/slide11.xml" Id="R0314d19d6e5d418d" /><Relationship Type="http://schemas.openxmlformats.org/officeDocument/2006/relationships/slide" Target="/ppt/slides/slide12.xml" Id="R12d47c8c76f34f38" /><Relationship Type="http://schemas.openxmlformats.org/officeDocument/2006/relationships/slide" Target="/ppt/slides/slide13.xml" Id="R0426a393c1694512" /><Relationship Type="http://schemas.openxmlformats.org/officeDocument/2006/relationships/slide" Target="/ppt/slides/slide14.xml" Id="Red4e61d5c4054d01" /><Relationship Type="http://schemas.openxmlformats.org/officeDocument/2006/relationships/slide" Target="/ppt/slides/slide15.xml" Id="R2d5b9a6e877b45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44cbcd28f7c48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a644d30ccf42d5" /><Relationship Type="http://schemas.openxmlformats.org/officeDocument/2006/relationships/notesMaster" Target="/ppt/notesMasters/notesMaster1.xml" Id="Re79c807a1de84d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d24bcd9a8248d4" /><Relationship Type="http://schemas.openxmlformats.org/officeDocument/2006/relationships/notesMaster" Target="/ppt/notesMasters/notesMaster1.xml" Id="Rc02a8c8392864f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6a08bc88ca462d" /><Relationship Type="http://schemas.openxmlformats.org/officeDocument/2006/relationships/notesMaster" Target="/ppt/notesMasters/notesMaster1.xml" Id="R2389447924c049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eb54c94c074744" /><Relationship Type="http://schemas.openxmlformats.org/officeDocument/2006/relationships/notesMaster" Target="/ppt/notesMasters/notesMaster1.xml" Id="Rda97a196eccd46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f6b5054e5244fa" /><Relationship Type="http://schemas.openxmlformats.org/officeDocument/2006/relationships/notesMaster" Target="/ppt/notesMasters/notesMaster1.xml" Id="R066088941e2d40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e4ad52ca39472e" /><Relationship Type="http://schemas.openxmlformats.org/officeDocument/2006/relationships/notesMaster" Target="/ppt/notesMasters/notesMaster1.xml" Id="R10369973f00f4e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9bf0625c5f4139" /><Relationship Type="http://schemas.openxmlformats.org/officeDocument/2006/relationships/notesMaster" Target="/ppt/notesMasters/notesMaster1.xml" Id="R62226b992ad442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107947b2244062" /><Relationship Type="http://schemas.openxmlformats.org/officeDocument/2006/relationships/notesMaster" Target="/ppt/notesMasters/notesMaster1.xml" Id="Ra051088e31b84b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8a5a542f924011" /><Relationship Type="http://schemas.openxmlformats.org/officeDocument/2006/relationships/notesMaster" Target="/ppt/notesMasters/notesMaster1.xml" Id="R67a523e1634841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be09b46beb417c" /><Relationship Type="http://schemas.openxmlformats.org/officeDocument/2006/relationships/notesMaster" Target="/ppt/notesMasters/notesMaster1.xml" Id="Re079d2ef737842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70090c525040a0" /><Relationship Type="http://schemas.openxmlformats.org/officeDocument/2006/relationships/notesMaster" Target="/ppt/notesMasters/notesMaster1.xml" Id="Rf7cc78fb0f1849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d3d43953a14246" /><Relationship Type="http://schemas.openxmlformats.org/officeDocument/2006/relationships/notesMaster" Target="/ppt/notesMasters/notesMaster1.xml" Id="Rf4fbfd0d04ee40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a8b783012a4edf" /><Relationship Type="http://schemas.openxmlformats.org/officeDocument/2006/relationships/notesMaster" Target="/ppt/notesMasters/notesMaster1.xml" Id="Rd23260f2674741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9d7511d95b49f9" /><Relationship Type="http://schemas.openxmlformats.org/officeDocument/2006/relationships/notesMaster" Target="/ppt/notesMasters/notesMaster1.xml" Id="R3c890fb9c61e421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cd51a3b7ec474f" /><Relationship Type="http://schemas.openxmlformats.org/officeDocument/2006/relationships/notesMaster" Target="/ppt/notesMasters/notesMaster1.xml" Id="Rbdfea061668348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从教材印刷页171—174进入《用趋势图描述两个量的关系》。说明本课在第12章 数据的收集、整理与描述中的位置。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人教版《义务教育教科书·数学七年级下册》，印刷页171—174。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形成第一个核心概念：散点直观。要求学生标出对象、条件、表示和作用。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形成第二个核心概念或方法：趋势图。与前一概念对比，避免相近知识混淆。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呈现Q4，保留独立思考时间。题型对应教材印刷页171—174的例题或典型任务。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人教版《义务教育教科书·数学七年级下册》，印刷页171—174。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492ddb4ce4e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d1cc070bc46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258e991e544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e3d4cbdd543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a1986d5e44d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93118156642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f8cce2d7e493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b59184fa6411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30a2c7341438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aa049326445c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13bdd7c1a4b5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fe96bffaaa44f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bcf0dff147a451c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d871cb435c4679" /><Relationship Type="http://schemas.openxmlformats.org/officeDocument/2006/relationships/slideLayout" Target="/ppt/slideLayouts/slideLayout1.xml" Id="R3e0828d9c3e54a5f" /><Relationship Type="http://schemas.openxmlformats.org/officeDocument/2006/relationships/slideLayout" Target="/ppt/slideLayouts/slideLayout2.xml" Id="Rae2b2c93cf80490d" /><Relationship Type="http://schemas.openxmlformats.org/officeDocument/2006/relationships/slideLayout" Target="/ppt/slideLayouts/slideLayout3.xml" Id="R86f0524101d94b37" /><Relationship Type="http://schemas.openxmlformats.org/officeDocument/2006/relationships/slideLayout" Target="/ppt/slideLayouts/slideLayout4.xml" Id="R9c2f02bf33c841f1" /><Relationship Type="http://schemas.openxmlformats.org/officeDocument/2006/relationships/slideLayout" Target="/ppt/slideLayouts/slideLayout5.xml" Id="R2fac38d6645f4c9c" /><Relationship Type="http://schemas.openxmlformats.org/officeDocument/2006/relationships/slideLayout" Target="/ppt/slideLayouts/slideLayout6.xml" Id="R8e99a6e5b2c4471e" /><Relationship Type="http://schemas.openxmlformats.org/officeDocument/2006/relationships/slideLayout" Target="/ppt/slideLayouts/slideLayout7.xml" Id="R4137e187808b4924" /><Relationship Type="http://schemas.openxmlformats.org/officeDocument/2006/relationships/slideLayout" Target="/ppt/slideLayouts/slideLayout8.xml" Id="R3a0284b1dbc04bff" /><Relationship Type="http://schemas.openxmlformats.org/officeDocument/2006/relationships/slideLayout" Target="/ppt/slideLayouts/slideLayout9.xml" Id="R876207d423984b84" /><Relationship Type="http://schemas.openxmlformats.org/officeDocument/2006/relationships/slideLayout" Target="/ppt/slideLayouts/slideLayout10.xml" Id="Ra07b46f139a941ed" /><Relationship Type="http://schemas.openxmlformats.org/officeDocument/2006/relationships/slideLayout" Target="/ppt/slideLayouts/slideLayout11.xml" Id="Re85df99d51c548b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988db9f6162489f" /><Relationship Type="http://schemas.openxmlformats.org/officeDocument/2006/relationships/slideLayout" Target="/ppt/slideLayouts/slideLayout12.xml" Id="R83f8deec2abc4b70" /><Relationship Type="http://schemas.openxmlformats.org/officeDocument/2006/relationships/slideLayout" Target="/ppt/slideLayouts/slideLayout13.xml" Id="R86891546b04e403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0828d9c3e54a5f"/>
    <p:sldLayoutId xmlns:r="http://schemas.openxmlformats.org/officeDocument/2006/relationships" id="2147483650" r:id="Rae2b2c93cf80490d"/>
    <p:sldLayoutId xmlns:r="http://schemas.openxmlformats.org/officeDocument/2006/relationships" id="2147483651" r:id="R86f0524101d94b37"/>
    <p:sldLayoutId xmlns:r="http://schemas.openxmlformats.org/officeDocument/2006/relationships" id="2147483652" r:id="R9c2f02bf33c841f1"/>
    <p:sldLayoutId xmlns:r="http://schemas.openxmlformats.org/officeDocument/2006/relationships" id="2147483653" r:id="R2fac38d6645f4c9c"/>
    <p:sldLayoutId xmlns:r="http://schemas.openxmlformats.org/officeDocument/2006/relationships" id="2147483654" r:id="R8e99a6e5b2c4471e"/>
    <p:sldLayoutId xmlns:r="http://schemas.openxmlformats.org/officeDocument/2006/relationships" id="2147483655" r:id="R4137e187808b4924"/>
    <p:sldLayoutId xmlns:r="http://schemas.openxmlformats.org/officeDocument/2006/relationships" id="2147483656" r:id="R3a0284b1dbc04bff"/>
    <p:sldLayoutId xmlns:r="http://schemas.openxmlformats.org/officeDocument/2006/relationships" id="2147483657" r:id="R876207d423984b84"/>
    <p:sldLayoutId xmlns:r="http://schemas.openxmlformats.org/officeDocument/2006/relationships" id="2147483658" r:id="Ra07b46f139a941ed"/>
    <p:sldLayoutId xmlns:r="http://schemas.openxmlformats.org/officeDocument/2006/relationships" id="2147483659" r:id="Re85df99d51c548b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3f8deec2abc4b70"/>
    <p:sldLayoutId xmlns:r="http://schemas.openxmlformats.org/officeDocument/2006/relationships" id="2147483662" r:id="R86891546b04e403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3577f1fa0494427" /><Relationship Type="http://schemas.openxmlformats.org/officeDocument/2006/relationships/image" Target="/ppt/media/image.jpeg" Id="R3460f5959b2546b3" /><Relationship Type="http://schemas.openxmlformats.org/officeDocument/2006/relationships/notesSlide" Target="/ppt/notesSlides/notesSlide1.xml" Id="R849ee09f271548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bad3f855c7a4d63" /><Relationship Type="http://schemas.openxmlformats.org/officeDocument/2006/relationships/image" Target="/ppt/media/image2.jpeg" Id="R7c3ffd2bd5c44893" /><Relationship Type="http://schemas.openxmlformats.org/officeDocument/2006/relationships/image" Target="/ppt/media/image.svg" Id="Rd9b785f194964984" /><Relationship Type="http://schemas.openxmlformats.org/officeDocument/2006/relationships/image" Target="/ppt/media/image.jpeg" Id="Rc5b8d81eb355420d" /><Relationship Type="http://schemas.openxmlformats.org/officeDocument/2006/relationships/image" Target="/ppt/media/image2.svg" Id="Rbfd95426e6994435" /><Relationship Type="http://schemas.openxmlformats.org/officeDocument/2006/relationships/image" Target="/ppt/media/image3.jpeg" Id="R5def4e1b1624486f" /><Relationship Type="http://schemas.openxmlformats.org/officeDocument/2006/relationships/image" Target="/ppt/media/image3.svg" Id="Raabad2ece3c14ef4" /><Relationship Type="http://schemas.openxmlformats.org/officeDocument/2006/relationships/image" Target="/ppt/media/image4.jpeg" Id="R73dfa821629e4464" /><Relationship Type="http://schemas.openxmlformats.org/officeDocument/2006/relationships/image" Target="/ppt/media/image4.svg" Id="R02ed4b6786494fdb" /><Relationship Type="http://schemas.openxmlformats.org/officeDocument/2006/relationships/notesSlide" Target="/ppt/notesSlides/notesSlide2.xml" Id="R4be1a370c67e46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11628c2990545ae" /><Relationship Type="http://schemas.openxmlformats.org/officeDocument/2006/relationships/image" Target="/ppt/media/image2.jpeg" Id="R3789b93e15d94010" /><Relationship Type="http://schemas.openxmlformats.org/officeDocument/2006/relationships/notesSlide" Target="/ppt/notesSlides/notesSlide3.xml" Id="R15483a218bf344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9e16e4c8ccb4025" /><Relationship Type="http://schemas.openxmlformats.org/officeDocument/2006/relationships/image" Target="/ppt/media/image2.jpeg" Id="R6ffa69dc07f04da6" /><Relationship Type="http://schemas.openxmlformats.org/officeDocument/2006/relationships/notesSlide" Target="/ppt/notesSlides/notesSlide4.xml" Id="R8df746ef722c49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709c5afd4314737" /><Relationship Type="http://schemas.openxmlformats.org/officeDocument/2006/relationships/image" Target="/ppt/media/image2.jpeg" Id="R04e6840394cb4d48" /><Relationship Type="http://schemas.openxmlformats.org/officeDocument/2006/relationships/notesSlide" Target="/ppt/notesSlides/notesSlide5.xml" Id="R2d85a46956e74a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71703a5f266474f" /><Relationship Type="http://schemas.openxmlformats.org/officeDocument/2006/relationships/image" Target="/ppt/media/image2.jpeg" Id="Raffd185fdd574654" /><Relationship Type="http://schemas.openxmlformats.org/officeDocument/2006/relationships/notesSlide" Target="/ppt/notesSlides/notesSlide6.xml" Id="Ra93c8212701d44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f2e50aa59cf4514" /><Relationship Type="http://schemas.openxmlformats.org/officeDocument/2006/relationships/image" Target="/ppt/media/image2.jpeg" Id="Rc929579bf00045a2" /><Relationship Type="http://schemas.openxmlformats.org/officeDocument/2006/relationships/notesSlide" Target="/ppt/notesSlides/notesSlide7.xml" Id="Rce841b2234ed4f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8709fb314c6436f" /><Relationship Type="http://schemas.openxmlformats.org/officeDocument/2006/relationships/image" Target="/ppt/media/image2.jpeg" Id="Rf347a532b1d94b4d" /><Relationship Type="http://schemas.openxmlformats.org/officeDocument/2006/relationships/notesSlide" Target="/ppt/notesSlides/notesSlide8.xml" Id="R97b9e7b194b24d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91f2b9de9c9442c" /><Relationship Type="http://schemas.openxmlformats.org/officeDocument/2006/relationships/image" Target="/ppt/media/image2.jpeg" Id="Rda9d26cd2f2940c3" /><Relationship Type="http://schemas.openxmlformats.org/officeDocument/2006/relationships/notesSlide" Target="/ppt/notesSlides/notesSlide9.xml" Id="R79874dc7c3a842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47f7c6138cf4adf" /><Relationship Type="http://schemas.openxmlformats.org/officeDocument/2006/relationships/image" Target="/ppt/media/image2.jpeg" Id="R6e6a27dc0ebe40fa" /><Relationship Type="http://schemas.openxmlformats.org/officeDocument/2006/relationships/notesSlide" Target="/ppt/notesSlides/notesSlide10.xml" Id="Rc86bb75e6aa74b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0fd562b92349de" /><Relationship Type="http://schemas.openxmlformats.org/officeDocument/2006/relationships/image" Target="/ppt/media/image2.jpeg" Id="R31e63a7262004fbb" /><Relationship Type="http://schemas.openxmlformats.org/officeDocument/2006/relationships/notesSlide" Target="/ppt/notesSlides/notesSlide11.xml" Id="Rf72d204cc64c42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ad21e8461d849e4" /><Relationship Type="http://schemas.openxmlformats.org/officeDocument/2006/relationships/image" Target="/ppt/media/image2.jpeg" Id="R7e76ac8df900459c" /><Relationship Type="http://schemas.openxmlformats.org/officeDocument/2006/relationships/notesSlide" Target="/ppt/notesSlides/notesSlide12.xml" Id="R23a21717d31347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c632b285a934a1d" /><Relationship Type="http://schemas.openxmlformats.org/officeDocument/2006/relationships/image" Target="/ppt/media/image2.jpeg" Id="R1ef9f3f9735b46b4" /><Relationship Type="http://schemas.openxmlformats.org/officeDocument/2006/relationships/notesSlide" Target="/ppt/notesSlides/notesSlide13.xml" Id="Rad5f871a769847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eabad1234e54506" /><Relationship Type="http://schemas.openxmlformats.org/officeDocument/2006/relationships/image" Target="/ppt/media/image2.jpeg" Id="Rb9b26c0135a84e25" /><Relationship Type="http://schemas.openxmlformats.org/officeDocument/2006/relationships/notesSlide" Target="/ppt/notesSlides/notesSlide14.xml" Id="Rc5115a33177346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fd06b67342f49cf" /><Relationship Type="http://schemas.openxmlformats.org/officeDocument/2006/relationships/image" Target="/ppt/media/image5.jpeg" Id="R494aceb11bf84068" /><Relationship Type="http://schemas.openxmlformats.org/officeDocument/2006/relationships/notesSlide" Target="/ppt/notesSlides/notesSlide15.xml" Id="Red23b828d1014d9e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460f5959b2546b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12.2 用趋势图描述两个量的关系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第12章 数据的收集、整理与描述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教材印刷页171—174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c3ffd2bd5c4489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8d81eb355420d">
            <a:extLst>
              <a:ext uri="{96DAC541-7B7A-43D3-8B79-37D633B846F1}">
                <asvg:svgBlip xmlns:asvg="http://schemas.microsoft.com/office/drawing/2016/SVG/main" r:embed="Rd9b785f19496498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通过阅读、观察或操作，准确说出散点直观、趋势图、两个量的变化关系、预测的含义、表示或基本步骤。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ffd2bd5c44893">
            <a:extLst>
              <a:ext uri="{96DAC541-7B7A-43D3-8B79-37D633B846F1}">
                <asvg:svgBlip xmlns:asvg="http://schemas.microsoft.com/office/drawing/2016/SVG/main" r:embed="Rbfd95426e699443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在Q2—Q4中运用“从散点分布判断总体趋势”，能用完整语言、式子、图形或图表说明依据。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f4e1b1624486f">
            <a:extLst>
              <a:ext uri="{96DAC541-7B7A-43D3-8B79-37D633B846F1}">
                <asvg:svgBlip xmlns:asvg="http://schemas.microsoft.com/office/drawing/2016/SVG/main" r:embed="Raabad2ece3c14ef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在基础与变式练习中运用“从散点分布判断总体趋势”解决同类问题，并对结果进行检验。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fa821629e4464">
            <a:extLst>
              <a:ext uri="{96DAC541-7B7A-43D3-8B79-37D633B846F1}">
                <asvg:svgBlip xmlns:asvg="http://schemas.microsoft.com/office/drawing/2016/SVG/main" r:embed="R02ed4b6786494fd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789b93e15d9401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对应印刷页171—174。先读图、读表或读题，圈出已知和所求。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调用学生已经学习坐标系、折线图、数据描述，具备基本观察、计算、作图或整理数据的经验。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聚焦散点直观、趋势图、两个量的变化关系、预测，不急于抄结论。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F74B328-AFFC-4582-AA1C-64087C84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EC52C9F-2601-4EC4-BE2B-4CD5B9B6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1B41D6F-CBE0-4B59-88D6-DFA94DA2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05FB151-0968-49A0-A9E9-4C6864E8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B12D942-00EF-4EF5-BCCD-71499FBD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1839B1A-7385-48FE-897B-BBA1A9CB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29F1933-9537-4FD4-BA13-D2F56247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8FF029D-B99C-4907-A55A-0612301E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894FA09-8831-44BA-844C-7EB4E121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919B3FC-F4CE-43C2-BA10-EF63340C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429C96E-0C71-4E83-8937-1E725796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5C2B7FA-C6E6-40C8-B1F2-2913C71C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3693622-020E-403D-A8D2-D61FCE67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54A56BC-553E-4834-9111-E2C02624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F6B0A96-9CB0-44E9-9AED-9B175903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EB66345-7DCE-4B3D-A2E1-1030A3D6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30F9F30-3058-4056-9DA0-130B0B2C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BE92DB5-21F2-46FC-98B7-4CF6B679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5990057-B27C-4970-B920-C26B0B0B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F68BABA-8039-4E32-978C-FC88C25C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7448474-48A1-4BF0-9233-613B8A0F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9C37FD3-DFA1-4AD0-968E-C432F5E5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7688C2A-1306-4CB5-956D-0BB3E8F7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D6D1C79-1AA1-4DB4-89BD-CD6A89DB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ffa69dc07f04da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旧知回顾：回顾“坐标系”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回顾“坐标系”：写出一条与本课有关的定义、性质或计算规则。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参考要点：正确表述“坐标系”的核心含义，并说明它与“散点直观”的联系。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05A3263-1D2A-4103-BE5A-EDC66C29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A6DDEA2-A735-4940-811A-722CA43E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8B34A8F-5321-411E-9DC8-99D4FFF8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8F4154B-A5FC-4F21-A4CB-306F37BF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C2051C8-D983-4F16-BE44-7478DEC0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0A4594B-1F71-493D-BF75-3DCA1A00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75B116D-4E6F-427D-8C64-0B75853A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4e6840394cb4d4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阅读教材印刷页171—174，圈出“散点直观、趋势图、两个量的变化关系、预测”，分别用一句话记录它们解决什么问题。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小组探究：围绕“理解趋势表示近似关系而非精确函数”设计一次观察、操作或推理，记录现象、猜想和验证依据。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围绕“从散点分布判断总体趋势”说明理由；同伴只追问条件和依据。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A2B45E8-9CC7-477B-BEE0-12E87D84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1B22F80-29A3-48E2-AF37-9355614C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2C693C9-0E7A-4C22-B8E3-4EBA6BD8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3C662AE-6B76-443C-BE8C-2139B404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0A8669D-44E2-4FF2-A76E-900B916F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DBBB512-6D42-4E80-A48B-91B3F3DD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ffd185fdd57465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概念一：散点直观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散点直观：按教材明确其定义、条件、表示、性质或步骤。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EBB0EAE-B1B4-4EAD-8469-3BEB4671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A8CBF6B-8FDA-488D-B692-126D00B3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C0296AA-C49B-455B-98CE-BC29DA40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B21EC7C-117F-46E2-9E2F-847AEFA4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FD730A0-E05C-4913-93B6-3B446243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BB83986-5B26-4963-8C86-FBAD063D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7232772-6EF7-4DA5-B8C2-53230F95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929579bf00045a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概念二：趋势图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趋势图：按教材明确其定义、条件、表示、性质或步骤。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易错提醒：理解趋势表示近似关系而非精确函数。先审条件，再使用结论。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4E62131-AEA3-42BD-82C1-B805A6D2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4443AE3-6C54-43D7-9A86-D7B7F3BA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1CAE8F2-6B59-48B6-918A-F9C650F7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01E8B3B-B20E-4958-9416-543865BB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C404798-06EC-4C8C-9258-860781B6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7C86512-9E1F-46C4-ABC3-605CA52A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03FC5DE-7918-4B65-811E-4C005D5A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347a532b1d94b4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小组探究：围绕“理解趋势表示近似关系而非精确函数”设计一次观察、操作或推理，记录现象、猜想和验证依据。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参考思路：先明确条件，再围绕“从散点分布判断总体趋势”形成猜想，最后用定义、计算、图表或反例验证。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6C3B419-56A0-4D34-93E4-61D12C03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3B454D9-BC62-4801-9B11-F8163388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074822F-4096-4558-861A-CF9C0F74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AAE93E6-CBF3-4651-AA37-AAD938CF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B2309C7-9E8F-4ABA-A06C-3DCB877F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91DA99F-B288-4CEC-9FAF-0E84E986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F43AE38-8599-4EEA-92B6-66AD6503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a9d26cd2f2940c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只记“散点直观”的结论，不检查适用条件。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把“从散点分布判断总体趋势”与相近概念或逆命题混淆。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e6a27dc0ebe40f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教材例题：例题（对应教材冷饮销量与最高气温问题）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例题（对应教材冷饮销量与最高气温问题）：气温从8时到14时随时间上升，14时后下降。用一句话描述两量关系。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选用从散点分布判断总体趋势；3.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教材印刷页171—174：先思考，再对照规范解答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3C568A3-0141-4E41-A77D-6D999896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A9BB5D7-4ACA-48CE-8CE8-7C20DA4E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A74E7CF-2E12-407E-981E-C1F6DF03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3C07F01-0479-41EB-B068-2F38826A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2A81D9D-8BDA-487D-8A6A-810E0536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D75E478-9340-4FC7-919B-195ACB39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1e63a7262004fb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选择“从散点分布判断总体趋势”对应的方法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8—14时气温随时间总体上升，14时后随时间总体下降，转折点约在14时。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没有先确认“从散点分布判断总体趋势”的条件，或只写结果不写依据。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AFCAD74-DA37-4D05-B883-03ABB196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4B37742-9BB2-4ED7-BE46-52B240B3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2D7A46E-01A1-4EC2-A381-EC93634E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41C8F96-4216-42FC-A4DF-1A61BBA8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9D30D24-2425-4016-A174-11468A3F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A927185-F064-4307-8147-D5E394E0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2087966-7401-479B-BF59-DBE44768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e76ac8df900459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基础辨析：判断“使用‘散点直观’时不需要检查条件，只要结论看起来合理即可”，并说明理由。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变式练习：把Q4的一个条件、数据或表示方式作合理改变，仍用“从散点分布判断总体趋势”解决，并写出检验。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ED90EF5-8990-4D30-9A8D-E8E823A1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1E8998D-DBCF-405E-8617-D8EECF65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091AE7F-DF6A-4F08-B1DE-E1C7CC4C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538CE48-10E7-448E-9B47-9B6869B7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EE02D37-0773-4962-87B0-E1D024B8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60AD9AE-D035-405A-A054-970F1189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ef9f3f9735b46b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变式练习：把Q4的一个条件、数据或表示方式作合理改变，仍用“从散点分布判断总体趋势”解决，并写出检验。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答案不唯一。评价要点：改变后的条件完整；方法仍属于“从散点分布判断总体趋势”；过程正确；检验与新条件一致。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9519F03-9100-41D9-B86E-49EBAD99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8B69D3C-64A4-43F5-82AC-9583EC39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794D2F7-FE7F-41CB-A005-865191CD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F8621D9-76B2-4CA5-92DD-3B66CFE1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468FC05-7339-4010-9D3E-C0C121C8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3A199F9-F21C-4139-BBD0-C1A6813B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9b26c0135a84e2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纠错：“研究用趋势图描述两个量的关系时，只记结论，不必区分条件、过程和依据。”这句话对吗？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当堂检测：趋势图能否仅凭少量点保证精确预测很远以后的数值？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3F8CB08-FA25-4B32-9427-AF9B5290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34F150B-8257-4DB7-BDD6-A9D897BB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C26044B-E654-41B6-8C27-E5409D99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94FD01F-5C16-4CF4-98D2-6DA90A76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8A3D4B0-8B7E-49DA-B740-A0D337CB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43CB019-43BF-4FD0-A8D2-75915566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94aceb11bf8406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小结参考：本课围绕“用趋势图描述两个量的关系”，掌握散点直观、趋势图、两个量的变化关系、预测，并能运用从散点分布判断总体趋势。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基础：完成教材第174页练习中的基础题并订正Q5、Q7 提升：当堂检测：趋势图能否仅凭少量点保证精确预测很远以后的数值？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我能否：①准确表达散点直观；②运用从散点分布判断总体趋势；③写清依据并检验？选择“会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88096EB-F540-4D90-88E3-9EF8D15B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A72BA52-28FC-4757-8828-E07EA251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779" y="3026712"/>
            <a:ext cx="476726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3A24A3F-C1D3-4F6C-8AD1-0D7D47DF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2825344"/>
            <a:ext cx="476726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41A3B4D-484F-4923-BAB3-0563CA80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944673"/>
            <a:ext cx="476726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FC2493B-757D-4752-819D-B49BE9AC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55" y="2735847"/>
            <a:ext cx="476726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1BDC1A9-1769-4B09-BB8F-771E3FFC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57085" y="3362325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2026-08-02T17:50:18.7910000Z</dcterms:created>
  <dcterms:modified xsi:type="dcterms:W3CDTF">2026-08-02T17:50:18.7910000Z</dcterms:modified>
</coreProperties>
</file>