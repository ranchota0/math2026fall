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21d27dbf8f4d76" /><Relationship Type="http://schemas.openxmlformats.org/officeDocument/2006/relationships/extended-properties" Target="/docProps/app.xml" Id="R1dab467f891244b5" /><Relationship Type="http://schemas.openxmlformats.org/officeDocument/2006/relationships/officeDocument" Target="/ppt/presentation.xml" Id="R1933bd8e098d42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2ad4c573ec4e36"/>
    <p:sldMasterId xmlns:r="http://schemas.openxmlformats.org/officeDocument/2006/relationships" id="2147483660" r:id="R2aa6116832554645"/>
  </p:sldMasterIdLst>
  <p:notesMasterIdLst>
    <p:notesMasterId xmlns:r="http://schemas.openxmlformats.org/officeDocument/2006/relationships" r:id="Rb588db394acc40bf"/>
  </p:notesMasterIdLst>
  <p:sldIdLst>
    <p:sldId xmlns:r="http://schemas.openxmlformats.org/officeDocument/2006/relationships" id="256" r:id="Ra43e472a31fb400b"/>
    <p:sldId xmlns:r="http://schemas.openxmlformats.org/officeDocument/2006/relationships" id="257" r:id="R974822c6ad3a47a6"/>
    <p:sldId xmlns:r="http://schemas.openxmlformats.org/officeDocument/2006/relationships" id="258" r:id="R51c5a10ec68f4f5c"/>
    <p:sldId xmlns:r="http://schemas.openxmlformats.org/officeDocument/2006/relationships" id="259" r:id="Rad2005104e68433a"/>
    <p:sldId xmlns:r="http://schemas.openxmlformats.org/officeDocument/2006/relationships" id="260" r:id="R92773e4b87414d16"/>
    <p:sldId xmlns:r="http://schemas.openxmlformats.org/officeDocument/2006/relationships" id="261" r:id="R4b77ae05b91b43a2"/>
    <p:sldId xmlns:r="http://schemas.openxmlformats.org/officeDocument/2006/relationships" id="262" r:id="Rf56a1904ca7b47fd"/>
    <p:sldId xmlns:r="http://schemas.openxmlformats.org/officeDocument/2006/relationships" id="263" r:id="R3d2fca0c890a4d4c"/>
    <p:sldId xmlns:r="http://schemas.openxmlformats.org/officeDocument/2006/relationships" id="264" r:id="R73afe7ec00f349bf"/>
    <p:sldId xmlns:r="http://schemas.openxmlformats.org/officeDocument/2006/relationships" id="265" r:id="R49bdd96d957747fb"/>
    <p:sldId xmlns:r="http://schemas.openxmlformats.org/officeDocument/2006/relationships" id="266" r:id="R011816ea19194d5e"/>
    <p:sldId xmlns:r="http://schemas.openxmlformats.org/officeDocument/2006/relationships" id="267" r:id="Rb424521dcfdf4b84"/>
    <p:sldId xmlns:r="http://schemas.openxmlformats.org/officeDocument/2006/relationships" id="268" r:id="R23159590e4574063"/>
    <p:sldId xmlns:r="http://schemas.openxmlformats.org/officeDocument/2006/relationships" id="269" r:id="R91b1c39c6ce94654"/>
    <p:sldId xmlns:r="http://schemas.openxmlformats.org/officeDocument/2006/relationships" id="270" r:id="R9ed71ea570a041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e831c46c364c9b" /><Relationship Type="http://schemas.openxmlformats.org/officeDocument/2006/relationships/slideMaster" Target="/ppt/slideMasters/slideMaster1.xml" Id="R5c2ad4c573ec4e36" /><Relationship Type="http://schemas.openxmlformats.org/officeDocument/2006/relationships/slideMaster" Target="/ppt/slideMasters/slideMaster2.xml" Id="R2aa6116832554645" /><Relationship Type="http://schemas.openxmlformats.org/officeDocument/2006/relationships/notesMaster" Target="/ppt/notesMasters/notesMaster1.xml" Id="Rb588db394acc40bf" /><Relationship Type="http://schemas.openxmlformats.org/officeDocument/2006/relationships/presProps" Target="/ppt/presProps.xml" Id="Rf1812dd790b24352" /><Relationship Type="http://schemas.openxmlformats.org/officeDocument/2006/relationships/viewProps" Target="/ppt/viewProps.xml" Id="R4684b78394ab4009" /><Relationship Type="http://schemas.openxmlformats.org/officeDocument/2006/relationships/tableStyles" Target="/ppt/tableStyles.xml" Id="R4fa0a870489c4311" /><Relationship Type="http://schemas.openxmlformats.org/officeDocument/2006/relationships/slide" Target="/ppt/slides/slide1.xml" Id="Ra43e472a31fb400b" /><Relationship Type="http://schemas.openxmlformats.org/officeDocument/2006/relationships/slide" Target="/ppt/slides/slide2.xml" Id="R974822c6ad3a47a6" /><Relationship Type="http://schemas.openxmlformats.org/officeDocument/2006/relationships/slide" Target="/ppt/slides/slide3.xml" Id="R51c5a10ec68f4f5c" /><Relationship Type="http://schemas.openxmlformats.org/officeDocument/2006/relationships/slide" Target="/ppt/slides/slide4.xml" Id="Rad2005104e68433a" /><Relationship Type="http://schemas.openxmlformats.org/officeDocument/2006/relationships/slide" Target="/ppt/slides/slide5.xml" Id="R92773e4b87414d16" /><Relationship Type="http://schemas.openxmlformats.org/officeDocument/2006/relationships/slide" Target="/ppt/slides/slide6.xml" Id="R4b77ae05b91b43a2" /><Relationship Type="http://schemas.openxmlformats.org/officeDocument/2006/relationships/slide" Target="/ppt/slides/slide7.xml" Id="Rf56a1904ca7b47fd" /><Relationship Type="http://schemas.openxmlformats.org/officeDocument/2006/relationships/slide" Target="/ppt/slides/slide8.xml" Id="R3d2fca0c890a4d4c" /><Relationship Type="http://schemas.openxmlformats.org/officeDocument/2006/relationships/slide" Target="/ppt/slides/slide9.xml" Id="R73afe7ec00f349bf" /><Relationship Type="http://schemas.openxmlformats.org/officeDocument/2006/relationships/slide" Target="/ppt/slides/slide10.xml" Id="R49bdd96d957747fb" /><Relationship Type="http://schemas.openxmlformats.org/officeDocument/2006/relationships/slide" Target="/ppt/slides/slide11.xml" Id="R011816ea19194d5e" /><Relationship Type="http://schemas.openxmlformats.org/officeDocument/2006/relationships/slide" Target="/ppt/slides/slide12.xml" Id="Rb424521dcfdf4b84" /><Relationship Type="http://schemas.openxmlformats.org/officeDocument/2006/relationships/slide" Target="/ppt/slides/slide13.xml" Id="R23159590e4574063" /><Relationship Type="http://schemas.openxmlformats.org/officeDocument/2006/relationships/slide" Target="/ppt/slides/slide14.xml" Id="R91b1c39c6ce94654" /><Relationship Type="http://schemas.openxmlformats.org/officeDocument/2006/relationships/slide" Target="/ppt/slides/slide15.xml" Id="R9ed71ea570a041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9cebb1e4ea048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5abd27e98b4c3d" /><Relationship Type="http://schemas.openxmlformats.org/officeDocument/2006/relationships/notesMaster" Target="/ppt/notesMasters/notesMaster1.xml" Id="Rc954746dfb0c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727bb56787480f" /><Relationship Type="http://schemas.openxmlformats.org/officeDocument/2006/relationships/notesMaster" Target="/ppt/notesMasters/notesMaster1.xml" Id="R037a35c5dc2c43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833a48aa5c4026" /><Relationship Type="http://schemas.openxmlformats.org/officeDocument/2006/relationships/notesMaster" Target="/ppt/notesMasters/notesMaster1.xml" Id="Rc5bf351c162045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2b8a853bbc4953" /><Relationship Type="http://schemas.openxmlformats.org/officeDocument/2006/relationships/notesMaster" Target="/ppt/notesMasters/notesMaster1.xml" Id="Rc6be5b8e509442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5b91f2e22d468d" /><Relationship Type="http://schemas.openxmlformats.org/officeDocument/2006/relationships/notesMaster" Target="/ppt/notesMasters/notesMaster1.xml" Id="R1eda8b5665dd46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27095b3a540ca" /><Relationship Type="http://schemas.openxmlformats.org/officeDocument/2006/relationships/notesMaster" Target="/ppt/notesMasters/notesMaster1.xml" Id="R11a97066457545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6153d214c14732" /><Relationship Type="http://schemas.openxmlformats.org/officeDocument/2006/relationships/notesMaster" Target="/ppt/notesMasters/notesMaster1.xml" Id="R1b35c9c3844646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b6ad8ee4114a5f" /><Relationship Type="http://schemas.openxmlformats.org/officeDocument/2006/relationships/notesMaster" Target="/ppt/notesMasters/notesMaster1.xml" Id="R949321ba89ba42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1abdd1bd86485f" /><Relationship Type="http://schemas.openxmlformats.org/officeDocument/2006/relationships/notesMaster" Target="/ppt/notesMasters/notesMaster1.xml" Id="Rbd0dddfc57b94a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2633be909a4715" /><Relationship Type="http://schemas.openxmlformats.org/officeDocument/2006/relationships/notesMaster" Target="/ppt/notesMasters/notesMaster1.xml" Id="R2db1d07c4a784b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8e127d93144031" /><Relationship Type="http://schemas.openxmlformats.org/officeDocument/2006/relationships/notesMaster" Target="/ppt/notesMasters/notesMaster1.xml" Id="R1b04bfc2ccdf4e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627c009109496e" /><Relationship Type="http://schemas.openxmlformats.org/officeDocument/2006/relationships/notesMaster" Target="/ppt/notesMasters/notesMaster1.xml" Id="R37e5a9c67c9849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93c4395eb148a2" /><Relationship Type="http://schemas.openxmlformats.org/officeDocument/2006/relationships/notesMaster" Target="/ppt/notesMasters/notesMaster1.xml" Id="Re35eac0410a842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c8f45dbcbc41ed" /><Relationship Type="http://schemas.openxmlformats.org/officeDocument/2006/relationships/notesMaster" Target="/ppt/notesMasters/notesMaster1.xml" Id="Ra1bb6f5a9fc14c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25ff4763604759" /><Relationship Type="http://schemas.openxmlformats.org/officeDocument/2006/relationships/notesMaster" Target="/ppt/notesMasters/notesMaster1.xml" Id="R5def3d6e7e544a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从教材印刷页163—164进入《复合条形图与复合折线图》。说明本课在第12章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人教版《义务教育教科书·数学七年级下册》，印刷页163—164。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形成第一个核心概念：复合条形图。要求学生标出对象、条件、表示和作用。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形成第二个核心概念或方法：复合折线图。与前一概念对比，避免相近知识混淆。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呈现Q4，保留独立思考时间。题型对应教材印刷页163—164的例题或典型任务。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人教版《义务教育教科书·数学七年级下册》，印刷页163—164。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1562f013164b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9db9c58f4747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74779183d42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7744ed0714b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1a76f12b84f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41575dbb341c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51775d5904ff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40cc6fd8d945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1820ea99042a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427c272ad421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c1a965283415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d0787b7ada43a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8b843f72cb4f05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5575ffdd34a51" /><Relationship Type="http://schemas.openxmlformats.org/officeDocument/2006/relationships/slideLayout" Target="/ppt/slideLayouts/slideLayout1.xml" Id="R3cd09eacbcf34226" /><Relationship Type="http://schemas.openxmlformats.org/officeDocument/2006/relationships/slideLayout" Target="/ppt/slideLayouts/slideLayout2.xml" Id="R775798a2bb3044fc" /><Relationship Type="http://schemas.openxmlformats.org/officeDocument/2006/relationships/slideLayout" Target="/ppt/slideLayouts/slideLayout3.xml" Id="R8c6d36a8cd1d46f4" /><Relationship Type="http://schemas.openxmlformats.org/officeDocument/2006/relationships/slideLayout" Target="/ppt/slideLayouts/slideLayout4.xml" Id="Rc7df4757b0e24d4a" /><Relationship Type="http://schemas.openxmlformats.org/officeDocument/2006/relationships/slideLayout" Target="/ppt/slideLayouts/slideLayout5.xml" Id="R0b552311f91e423b" /><Relationship Type="http://schemas.openxmlformats.org/officeDocument/2006/relationships/slideLayout" Target="/ppt/slideLayouts/slideLayout6.xml" Id="R58431561c9fe483a" /><Relationship Type="http://schemas.openxmlformats.org/officeDocument/2006/relationships/slideLayout" Target="/ppt/slideLayouts/slideLayout7.xml" Id="Rb47e4d94c81c422f" /><Relationship Type="http://schemas.openxmlformats.org/officeDocument/2006/relationships/slideLayout" Target="/ppt/slideLayouts/slideLayout8.xml" Id="R8bcebf2e26374a8a" /><Relationship Type="http://schemas.openxmlformats.org/officeDocument/2006/relationships/slideLayout" Target="/ppt/slideLayouts/slideLayout9.xml" Id="R227a10b76d0449f1" /><Relationship Type="http://schemas.openxmlformats.org/officeDocument/2006/relationships/slideLayout" Target="/ppt/slideLayouts/slideLayout10.xml" Id="R0ea0f68f512a4d81" /><Relationship Type="http://schemas.openxmlformats.org/officeDocument/2006/relationships/slideLayout" Target="/ppt/slideLayouts/slideLayout11.xml" Id="Rdcbdd2f7031748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7143abd24cf48fc" /><Relationship Type="http://schemas.openxmlformats.org/officeDocument/2006/relationships/slideLayout" Target="/ppt/slideLayouts/slideLayout12.xml" Id="R97315b59e7be4374" /><Relationship Type="http://schemas.openxmlformats.org/officeDocument/2006/relationships/slideLayout" Target="/ppt/slideLayouts/slideLayout13.xml" Id="R5703130b56f146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d09eacbcf34226"/>
    <p:sldLayoutId xmlns:r="http://schemas.openxmlformats.org/officeDocument/2006/relationships" id="2147483650" r:id="R775798a2bb3044fc"/>
    <p:sldLayoutId xmlns:r="http://schemas.openxmlformats.org/officeDocument/2006/relationships" id="2147483651" r:id="R8c6d36a8cd1d46f4"/>
    <p:sldLayoutId xmlns:r="http://schemas.openxmlformats.org/officeDocument/2006/relationships" id="2147483652" r:id="Rc7df4757b0e24d4a"/>
    <p:sldLayoutId xmlns:r="http://schemas.openxmlformats.org/officeDocument/2006/relationships" id="2147483653" r:id="R0b552311f91e423b"/>
    <p:sldLayoutId xmlns:r="http://schemas.openxmlformats.org/officeDocument/2006/relationships" id="2147483654" r:id="R58431561c9fe483a"/>
    <p:sldLayoutId xmlns:r="http://schemas.openxmlformats.org/officeDocument/2006/relationships" id="2147483655" r:id="Rb47e4d94c81c422f"/>
    <p:sldLayoutId xmlns:r="http://schemas.openxmlformats.org/officeDocument/2006/relationships" id="2147483656" r:id="R8bcebf2e26374a8a"/>
    <p:sldLayoutId xmlns:r="http://schemas.openxmlformats.org/officeDocument/2006/relationships" id="2147483657" r:id="R227a10b76d0449f1"/>
    <p:sldLayoutId xmlns:r="http://schemas.openxmlformats.org/officeDocument/2006/relationships" id="2147483658" r:id="R0ea0f68f512a4d81"/>
    <p:sldLayoutId xmlns:r="http://schemas.openxmlformats.org/officeDocument/2006/relationships" id="2147483659" r:id="Rdcbdd2f7031748b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7315b59e7be4374"/>
    <p:sldLayoutId xmlns:r="http://schemas.openxmlformats.org/officeDocument/2006/relationships" id="2147483662" r:id="R5703130b56f1464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d557218b414a9f" /><Relationship Type="http://schemas.openxmlformats.org/officeDocument/2006/relationships/image" Target="/ppt/media/image.jpeg" Id="R6838016b51614cbb" /><Relationship Type="http://schemas.openxmlformats.org/officeDocument/2006/relationships/notesSlide" Target="/ppt/notesSlides/notesSlide1.xml" Id="R22e52d7c2f9f40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d10d971c4a4ad5" /><Relationship Type="http://schemas.openxmlformats.org/officeDocument/2006/relationships/image" Target="/ppt/media/image2.jpeg" Id="R2469cd5ad6014b3d" /><Relationship Type="http://schemas.openxmlformats.org/officeDocument/2006/relationships/image" Target="/ppt/media/image.svg" Id="R18d4c985952849e4" /><Relationship Type="http://schemas.openxmlformats.org/officeDocument/2006/relationships/image" Target="/ppt/media/image.jpeg" Id="Rbf8cd1c3244946e7" /><Relationship Type="http://schemas.openxmlformats.org/officeDocument/2006/relationships/image" Target="/ppt/media/image2.svg" Id="Rfcaa84cd6f0d477e" /><Relationship Type="http://schemas.openxmlformats.org/officeDocument/2006/relationships/image" Target="/ppt/media/image3.jpeg" Id="Rf1fdab22c66c4ba3" /><Relationship Type="http://schemas.openxmlformats.org/officeDocument/2006/relationships/image" Target="/ppt/media/image3.svg" Id="R125b9fc98f404cf5" /><Relationship Type="http://schemas.openxmlformats.org/officeDocument/2006/relationships/image" Target="/ppt/media/image4.jpeg" Id="Rfa86469fd39a4648" /><Relationship Type="http://schemas.openxmlformats.org/officeDocument/2006/relationships/image" Target="/ppt/media/image4.svg" Id="R72ff4d1feec140e1" /><Relationship Type="http://schemas.openxmlformats.org/officeDocument/2006/relationships/notesSlide" Target="/ppt/notesSlides/notesSlide2.xml" Id="R6aad168adc344c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e1add3532ef461e" /><Relationship Type="http://schemas.openxmlformats.org/officeDocument/2006/relationships/image" Target="/ppt/media/image2.jpeg" Id="R762d5b0d15774349" /><Relationship Type="http://schemas.openxmlformats.org/officeDocument/2006/relationships/notesSlide" Target="/ppt/notesSlides/notesSlide3.xml" Id="R55729850f3134b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455586809d424e" /><Relationship Type="http://schemas.openxmlformats.org/officeDocument/2006/relationships/image" Target="/ppt/media/image2.jpeg" Id="R00739370abe04761" /><Relationship Type="http://schemas.openxmlformats.org/officeDocument/2006/relationships/notesSlide" Target="/ppt/notesSlides/notesSlide4.xml" Id="R608bdb90d41a4b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44c93e110e45b1" /><Relationship Type="http://schemas.openxmlformats.org/officeDocument/2006/relationships/image" Target="/ppt/media/image2.jpeg" Id="Rc157572a42194f1f" /><Relationship Type="http://schemas.openxmlformats.org/officeDocument/2006/relationships/notesSlide" Target="/ppt/notesSlides/notesSlide5.xml" Id="Rae4017eca59a40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567874c0f84236" /><Relationship Type="http://schemas.openxmlformats.org/officeDocument/2006/relationships/image" Target="/ppt/media/image2.jpeg" Id="Rd7ebf9f2520048b2" /><Relationship Type="http://schemas.openxmlformats.org/officeDocument/2006/relationships/notesSlide" Target="/ppt/notesSlides/notesSlide6.xml" Id="Rba3bbf60738643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cdb23d8fbc14912" /><Relationship Type="http://schemas.openxmlformats.org/officeDocument/2006/relationships/image" Target="/ppt/media/image2.jpeg" Id="R6f93dacb289644dc" /><Relationship Type="http://schemas.openxmlformats.org/officeDocument/2006/relationships/notesSlide" Target="/ppt/notesSlides/notesSlide7.xml" Id="Raa438d37ed3c41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5c3a9f61b54b13" /><Relationship Type="http://schemas.openxmlformats.org/officeDocument/2006/relationships/image" Target="/ppt/media/image2.jpeg" Id="R071cc07b9cff4b42" /><Relationship Type="http://schemas.openxmlformats.org/officeDocument/2006/relationships/notesSlide" Target="/ppt/notesSlides/notesSlide8.xml" Id="Rfad01b27b4e945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343dd706614299" /><Relationship Type="http://schemas.openxmlformats.org/officeDocument/2006/relationships/image" Target="/ppt/media/image2.jpeg" Id="Rc1a5215f0c0d4cbf" /><Relationship Type="http://schemas.openxmlformats.org/officeDocument/2006/relationships/notesSlide" Target="/ppt/notesSlides/notesSlide9.xml" Id="Ra2f8d4c0a9d64d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8e27e31d474dc0" /><Relationship Type="http://schemas.openxmlformats.org/officeDocument/2006/relationships/image" Target="/ppt/media/image2.jpeg" Id="R2557f62b0fcc45a4" /><Relationship Type="http://schemas.openxmlformats.org/officeDocument/2006/relationships/notesSlide" Target="/ppt/notesSlides/notesSlide10.xml" Id="R0e615638880844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4244332cbc64021" /><Relationship Type="http://schemas.openxmlformats.org/officeDocument/2006/relationships/image" Target="/ppt/media/image2.jpeg" Id="R0fd957bf64314320" /><Relationship Type="http://schemas.openxmlformats.org/officeDocument/2006/relationships/notesSlide" Target="/ppt/notesSlides/notesSlide11.xml" Id="Rc65fa80d0e314b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3a697eea524431" /><Relationship Type="http://schemas.openxmlformats.org/officeDocument/2006/relationships/image" Target="/ppt/media/image2.jpeg" Id="R733ca04481504405" /><Relationship Type="http://schemas.openxmlformats.org/officeDocument/2006/relationships/notesSlide" Target="/ppt/notesSlides/notesSlide12.xml" Id="Rcddc8354f3b642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3b2b27e6fe4848" /><Relationship Type="http://schemas.openxmlformats.org/officeDocument/2006/relationships/image" Target="/ppt/media/image2.jpeg" Id="R66875468032e4ea5" /><Relationship Type="http://schemas.openxmlformats.org/officeDocument/2006/relationships/notesSlide" Target="/ppt/notesSlides/notesSlide13.xml" Id="R1eed2c2c1e1848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5d407ad6174fa8" /><Relationship Type="http://schemas.openxmlformats.org/officeDocument/2006/relationships/image" Target="/ppt/media/image2.jpeg" Id="Rd979dbd541fa44c5" /><Relationship Type="http://schemas.openxmlformats.org/officeDocument/2006/relationships/notesSlide" Target="/ppt/notesSlides/notesSlide14.xml" Id="Rfb3ae80d6f6546d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9c4b5037984c8f" /><Relationship Type="http://schemas.openxmlformats.org/officeDocument/2006/relationships/image" Target="/ppt/media/image5.jpeg" Id="R446a70fe02754623" /><Relationship Type="http://schemas.openxmlformats.org/officeDocument/2006/relationships/notesSlide" Target="/ppt/notesSlides/notesSlide15.xml" Id="Rcd197931a1fe480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838016b51614cb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12.2 复合条形图与复合折线图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教材印刷页163—164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69cd5ad6014b3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cd1c3244946e7">
            <a:extLst>
              <a:ext uri="{96DAC541-7B7A-43D3-8B79-37D633B846F1}">
                <asvg:svgBlip xmlns:asvg="http://schemas.microsoft.com/office/drawing/2016/SVG/main" r:embed="R18d4c985952849e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通过阅读、观察或操作，准确说出复合条形图、复合折线图、多组数据比较的含义、表示或基本步骤。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9cd5ad6014b3d">
            <a:extLst>
              <a:ext uri="{96DAC541-7B7A-43D3-8B79-37D633B846F1}">
                <asvg:svgBlip xmlns:asvg="http://schemas.microsoft.com/office/drawing/2016/SVG/main" r:embed="Rfcaa84cd6f0d47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在Q2—Q4中运用“用同一图表比较两组数据”，能用完整语言、式子、图形或图表说明依据。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dab22c66c4ba3">
            <a:extLst>
              <a:ext uri="{96DAC541-7B7A-43D3-8B79-37D633B846F1}">
                <asvg:svgBlip xmlns:asvg="http://schemas.microsoft.com/office/drawing/2016/SVG/main" r:embed="R125b9fc98f404c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在基础与变式练习中运用“用同一图表比较两组数据”解决同类问题，并对结果进行检验。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6469fd39a4648">
            <a:extLst>
              <a:ext uri="{96DAC541-7B7A-43D3-8B79-37D633B846F1}">
                <asvg:svgBlip xmlns:asvg="http://schemas.microsoft.com/office/drawing/2016/SVG/main" r:embed="R72ff4d1feec140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2d5b0d157743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对应印刷页163—164。先读图、读表或读题，圈出已知和所求。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调用学生已经学习条形图、折线图，具备基本观察、计算、作图或整理数据的经验。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聚焦复合条形图、复合折线图、多组数据比较，不急于抄结论。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024A657-61B4-4139-9302-E12BE9B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F987761-3DA2-412F-92C4-D5EF045F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F28DA27-5337-4692-B59D-1F51AD1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4A99B9-8159-4A9D-B400-313734A2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3EE7B88-85B8-413B-8B0C-F218B457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D6C9A45-F9F1-485F-BB9F-7EB2B3C7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B554BCA-10F2-4BFE-AFF0-84FBDF3F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1ED4B54-C89A-4868-A987-8D5EB78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A3466FF-B186-4CCB-A7C7-FCB6ECC0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C795301-1CF1-4636-A6C6-A8BC7263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4C68EFA-B6E9-4C6E-97D1-E2F18C9A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D6747EE-53D4-4839-81B6-D736129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87E8704-5C7E-4C58-88A7-0947BC9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E0C91E7-D34E-40F2-9381-86BACF4E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93803D9-77F9-4935-8E26-72360E38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6EDA5C3-C882-41EB-8DD8-6CC17F3F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91A0DC5-63BA-4E9F-A2B9-34253A3C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CCF2109-26C0-4B6C-AF3F-1A6BAF88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390D460-E210-480B-A2CF-10EB3193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236D53B-296D-4635-B489-540DE0F2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4EBF907-9CD9-4985-9B85-15461E6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C05FD27-F43C-40F1-9B2A-926DC16A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29AFF0A-F1E0-4C5D-9CDE-5A91C733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A26CAA4-9C22-4FCB-A6D9-A4C1450E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0739370abe0476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旧知回顾：回顾“条形图”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回顾“条形图”：写出一条与本课有关的定义、性质或计算规则。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参考要点：正确表述“条形图”的核心含义，并说明它与“复合条形图”的联系。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CA29C9A-6ED4-4609-B0D7-C86DE679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B39A04C-C404-44A8-9337-D300D7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60F9F9C-FB3A-4C53-8613-6BFE2B54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6F185D0-43C5-4C45-AA6F-07D8C43D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0C74113-4A1F-49CB-92F3-8264184A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E307E6-C254-4778-B40F-52A1D4FE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72B7190-0572-4330-BF5A-6ABA3E66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157572a42194f1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阅读教材印刷页163—164，圈出“复合条形图、复合折线图、多组数据比较”，分别用一句话记录它们解决什么问题。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小组探究：围绕“读图时区分图例、单位和变化趋势”设计一次观察、操作或推理，记录现象、猜想和验证依据。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围绕“用同一图表比较两组数据”说明理由；同伴只追问条件和依据。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CA44985-269E-45F2-912E-94522EDE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6279919-32B0-4C21-80CF-B8B47150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B6D2085-BA1D-4595-90BA-83E69A46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878E4C8-A9BF-4A93-8894-FA38CBFC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975155C-3AB8-45E6-9072-91D1F242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577986-FA13-4920-9AF9-97ED02B2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7ebf9f2520048b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概念一：复合条形图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复合条形图：按教材明确其定义、条件、表示、性质或步骤。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C4FF14-2D5D-4632-BB57-613568B3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AD37F04-06AD-48C4-9A87-FE2AEF0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B3C37B3-7B0B-4DAC-BFF5-7F58D97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558467B-4897-443C-A41F-681FE87A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F80195C-4FC7-461A-ABFE-5EAE4D06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99DB55-DE5C-4BF1-8417-CF025B26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16B3961-3B73-41D9-A924-ED73FF6B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f93dacb289644d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概念二：复合折线图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复合折线图：按教材明确其定义、条件、表示、性质或步骤。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易错提醒：读图时区分图例、单位和变化趋势。先审条件，再使用结论。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7548C01-B349-48A5-A330-E5926A63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B42FAA6-C1E2-430F-B2C3-0E810BD4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DC38871-0E2B-4437-BA6A-C1BC77F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ABF527E-FE8C-4853-BDF5-864EC8C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240DDD8-ED2C-4235-A805-06821925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378A8D-C2E9-4DBB-8F26-20E945B0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E20D5F1-E634-4C89-BFA2-4E508330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1cc07b9cff4b4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小组探究：围绕“读图时区分图例、单位和变化趋势”设计一次观察、操作或推理，记录现象、猜想和验证依据。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参考思路：先明确条件，再围绕“用同一图表比较两组数据”形成猜想，最后用定义、计算、图表或反例验证。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16DDB4C-1B07-4AB1-B3A7-8475A6D0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BD43218-63B3-4866-8224-1DB24812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0532F7B-C8F9-4214-B52F-1911D12F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4D579FC-357C-4418-AD59-B6368D3E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839D46D-4307-470C-88FF-B3D9754D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C98767-3D93-44FD-A527-9D723702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AB9E10B-5069-4EAA-8E19-9B8CAEC1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1a5215f0c0d4cb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只记“复合条形图”的结论，不检查适用条件。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把“用同一图表比较两组数据”与相近概念或逆命题混淆。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557f62b0fcc45a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教材例题：例题（对应教材12.2例2）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例题（对应教材12.2例2）：甲、乙两班连续4次平均分要在同图中比较变化趋势，应选什么图？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选用用同一图表比较两组数据；3.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教材印刷页163—164：先思考，再对照规范解答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1DE747D-3B8D-4138-8261-907E9E80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E4A78EA-15FC-4A79-AB42-63B8F147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187BCE3-F155-497D-A799-52D69014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3986CC2-630F-4923-AF28-2FD41862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825F480-4A51-4165-BA8A-1CD054C4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55B905-AB08-45A7-A878-A2140D9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d957bf6431432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选择“用同一图表比较两组数据”对应的方法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复合折线图；可同时观察两组数据的升降趋势和差距变化。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没有先确认“用同一图表比较两组数据”的条件，或只写结果不写依据。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6B87536-1AFF-4F2B-8E19-17454F8B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B2A107A-A7BD-4D68-A48D-29857CF0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0AF2E09-E849-4048-AD8B-6CD6812D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54D0A39-62CF-4295-9269-3B5BA3B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AC4573B-FEC7-43EF-8EA8-566573D8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BECE88E-AE96-427D-B945-65384E1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79A8D03-F4ED-4C8A-BD23-0A50CDC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33ca0448150440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基础辨析：判断“使用‘复合条形图’时不需要检查条件，只要结论看起来合理即可”，并说明理由。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变式练习：把Q4的一个条件、数据或表示方式作合理改变，仍用“用同一图表比较两组数据”解决，并写出检验。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DE5B74A-B5AD-4B23-AF0D-D67C76EC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ACED769-01B5-4964-A73A-A432B9EC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97C2B71-63CA-4B23-B313-225BA9FF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A6D97E-BA43-429F-9F46-58ACDAC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562CE37-CE8A-4024-BC17-5668D32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36B6C6B-F281-4753-91CC-66DE4608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6875468032e4ea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变式练习：把Q4的一个条件、数据或表示方式作合理改变，仍用“用同一图表比较两组数据”解决，并写出检验。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答案不唯一。评价要点：改变后的条件完整；方法仍属于“用同一图表比较两组数据”；过程正确；检验与新条件一致。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655C1AA-3866-4971-A730-8A44EB28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11AF67C-B65B-48E2-BE2A-AD3512DA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8F71712-DBB0-4CED-BE1A-88A0026F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0596436-73A0-4907-A7C7-12324F66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D35DDB8-A82C-41C7-97C7-DD607D25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9B3FBB-25CF-4372-A2B3-7E2A4492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979dbd541fa44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纠错：“研究复合条形图与复合折线图时，只记结论，不必区分条件、过程和依据。”这句话对吗？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当堂检测：复合条形图最适合突出什么信息？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97731F5-F713-4EC5-A6FF-ACA7F7C0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7586520-60E4-4C36-A01D-470D211B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3F3D8CF-7941-4E10-B8FB-05F8758A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816CAD6-C525-4DEB-BE97-102F1FF3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F0962E2-DBDF-467B-8FE0-205FB5F0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3C0378-5170-49D1-81A4-84D88C0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46a70fe0275462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小结参考：本课围绕“复合条形图与复合折线图”，掌握复合条形图、复合折线图、多组数据比较，并能运用用同一图表比较两组数据。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基础：完成教材第164页练习中的基础题并订正Q5、Q7 提升：当堂检测：复合条形图最适合突出什么信息？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我能否：①准确表达复合条形图；②运用用同一图表比较两组数据；③写清依据并检验？选择“会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725916B-1876-4BE3-8961-670A55B7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0AD00F6-BF5E-4549-9DAE-6F99A276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534582E-8686-4730-A710-C1C13C7C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6E3FFA6-685A-4051-998D-67956FC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2C1DD32-B901-4C74-9306-6ADFB8DF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C6346BB-1B3D-410C-B247-8FC07895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2026-08-02T17:50:15.0990000Z</dcterms:created>
  <dcterms:modified xsi:type="dcterms:W3CDTF">2026-08-02T17:50:15.0990000Z</dcterms:modified>
</coreProperties>
</file>