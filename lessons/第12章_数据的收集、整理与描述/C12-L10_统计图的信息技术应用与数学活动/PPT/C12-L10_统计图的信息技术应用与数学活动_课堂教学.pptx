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a0b131e0104c23" /><Relationship Type="http://schemas.openxmlformats.org/officeDocument/2006/relationships/extended-properties" Target="/docProps/app.xml" Id="Re1079cd8b508491b" /><Relationship Type="http://schemas.openxmlformats.org/officeDocument/2006/relationships/officeDocument" Target="/ppt/presentation.xml" Id="R25657d30b63445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568bb679e0406a"/>
    <p:sldMasterId xmlns:r="http://schemas.openxmlformats.org/officeDocument/2006/relationships" id="2147483660" r:id="R6f5f7db4d4b649e4"/>
  </p:sldMasterIdLst>
  <p:notesMasterIdLst>
    <p:notesMasterId xmlns:r="http://schemas.openxmlformats.org/officeDocument/2006/relationships" r:id="R7830c0b8153c4441"/>
  </p:notesMasterIdLst>
  <p:sldIdLst>
    <p:sldId xmlns:r="http://schemas.openxmlformats.org/officeDocument/2006/relationships" id="256" r:id="Rda0fccc195f7468e"/>
    <p:sldId xmlns:r="http://schemas.openxmlformats.org/officeDocument/2006/relationships" id="257" r:id="Re50704a750a64978"/>
    <p:sldId xmlns:r="http://schemas.openxmlformats.org/officeDocument/2006/relationships" id="258" r:id="Rf46726320afb4dcf"/>
    <p:sldId xmlns:r="http://schemas.openxmlformats.org/officeDocument/2006/relationships" id="259" r:id="R9e92bfdcb91c470c"/>
    <p:sldId xmlns:r="http://schemas.openxmlformats.org/officeDocument/2006/relationships" id="260" r:id="R057cfcc554834b74"/>
    <p:sldId xmlns:r="http://schemas.openxmlformats.org/officeDocument/2006/relationships" id="261" r:id="Rf5f587ee703b4757"/>
    <p:sldId xmlns:r="http://schemas.openxmlformats.org/officeDocument/2006/relationships" id="262" r:id="Rae1e1235c21d411d"/>
    <p:sldId xmlns:r="http://schemas.openxmlformats.org/officeDocument/2006/relationships" id="263" r:id="R222c839429a249f5"/>
    <p:sldId xmlns:r="http://schemas.openxmlformats.org/officeDocument/2006/relationships" id="264" r:id="Rf453e8380e1f4ad7"/>
    <p:sldId xmlns:r="http://schemas.openxmlformats.org/officeDocument/2006/relationships" id="265" r:id="R4455ab03d28542ba"/>
    <p:sldId xmlns:r="http://schemas.openxmlformats.org/officeDocument/2006/relationships" id="266" r:id="R2a5fabbc558b49e7"/>
    <p:sldId xmlns:r="http://schemas.openxmlformats.org/officeDocument/2006/relationships" id="267" r:id="R70bdc8bc4ba34f94"/>
    <p:sldId xmlns:r="http://schemas.openxmlformats.org/officeDocument/2006/relationships" id="268" r:id="R301b7281c5e3424d"/>
    <p:sldId xmlns:r="http://schemas.openxmlformats.org/officeDocument/2006/relationships" id="269" r:id="R4f90e746d6114204"/>
    <p:sldId xmlns:r="http://schemas.openxmlformats.org/officeDocument/2006/relationships" id="270" r:id="Rb6a347a5fa8d42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715c2ec9a04b1d" /><Relationship Type="http://schemas.openxmlformats.org/officeDocument/2006/relationships/slideMaster" Target="/ppt/slideMasters/slideMaster1.xml" Id="R87568bb679e0406a" /><Relationship Type="http://schemas.openxmlformats.org/officeDocument/2006/relationships/slideMaster" Target="/ppt/slideMasters/slideMaster2.xml" Id="R6f5f7db4d4b649e4" /><Relationship Type="http://schemas.openxmlformats.org/officeDocument/2006/relationships/notesMaster" Target="/ppt/notesMasters/notesMaster1.xml" Id="R7830c0b8153c4441" /><Relationship Type="http://schemas.openxmlformats.org/officeDocument/2006/relationships/presProps" Target="/ppt/presProps.xml" Id="R2b8be9d33dc4475e" /><Relationship Type="http://schemas.openxmlformats.org/officeDocument/2006/relationships/viewProps" Target="/ppt/viewProps.xml" Id="R0f45ff8ba0f4485e" /><Relationship Type="http://schemas.openxmlformats.org/officeDocument/2006/relationships/tableStyles" Target="/ppt/tableStyles.xml" Id="Ra103102bffee494d" /><Relationship Type="http://schemas.openxmlformats.org/officeDocument/2006/relationships/slide" Target="/ppt/slides/slide1.xml" Id="Rda0fccc195f7468e" /><Relationship Type="http://schemas.openxmlformats.org/officeDocument/2006/relationships/slide" Target="/ppt/slides/slide2.xml" Id="Re50704a750a64978" /><Relationship Type="http://schemas.openxmlformats.org/officeDocument/2006/relationships/slide" Target="/ppt/slides/slide3.xml" Id="Rf46726320afb4dcf" /><Relationship Type="http://schemas.openxmlformats.org/officeDocument/2006/relationships/slide" Target="/ppt/slides/slide4.xml" Id="R9e92bfdcb91c470c" /><Relationship Type="http://schemas.openxmlformats.org/officeDocument/2006/relationships/slide" Target="/ppt/slides/slide5.xml" Id="R057cfcc554834b74" /><Relationship Type="http://schemas.openxmlformats.org/officeDocument/2006/relationships/slide" Target="/ppt/slides/slide6.xml" Id="Rf5f587ee703b4757" /><Relationship Type="http://schemas.openxmlformats.org/officeDocument/2006/relationships/slide" Target="/ppt/slides/slide7.xml" Id="Rae1e1235c21d411d" /><Relationship Type="http://schemas.openxmlformats.org/officeDocument/2006/relationships/slide" Target="/ppt/slides/slide8.xml" Id="R222c839429a249f5" /><Relationship Type="http://schemas.openxmlformats.org/officeDocument/2006/relationships/slide" Target="/ppt/slides/slide9.xml" Id="Rf453e8380e1f4ad7" /><Relationship Type="http://schemas.openxmlformats.org/officeDocument/2006/relationships/slide" Target="/ppt/slides/slide10.xml" Id="R4455ab03d28542ba" /><Relationship Type="http://schemas.openxmlformats.org/officeDocument/2006/relationships/slide" Target="/ppt/slides/slide11.xml" Id="R2a5fabbc558b49e7" /><Relationship Type="http://schemas.openxmlformats.org/officeDocument/2006/relationships/slide" Target="/ppt/slides/slide12.xml" Id="R70bdc8bc4ba34f94" /><Relationship Type="http://schemas.openxmlformats.org/officeDocument/2006/relationships/slide" Target="/ppt/slides/slide13.xml" Id="R301b7281c5e3424d" /><Relationship Type="http://schemas.openxmlformats.org/officeDocument/2006/relationships/slide" Target="/ppt/slides/slide14.xml" Id="R4f90e746d6114204" /><Relationship Type="http://schemas.openxmlformats.org/officeDocument/2006/relationships/slide" Target="/ppt/slides/slide15.xml" Id="Rb6a347a5fa8d42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b2b86ea767044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23c8fb6a104ac7" /><Relationship Type="http://schemas.openxmlformats.org/officeDocument/2006/relationships/notesMaster" Target="/ppt/notesMasters/notesMaster1.xml" Id="R3a79cad449e847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e2500c3baa4360" /><Relationship Type="http://schemas.openxmlformats.org/officeDocument/2006/relationships/notesMaster" Target="/ppt/notesMasters/notesMaster1.xml" Id="Rc52a7cfca58f43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11e669a79e4bf5" /><Relationship Type="http://schemas.openxmlformats.org/officeDocument/2006/relationships/notesMaster" Target="/ppt/notesMasters/notesMaster1.xml" Id="R0db898ae372048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6a11a9152d4b93" /><Relationship Type="http://schemas.openxmlformats.org/officeDocument/2006/relationships/notesMaster" Target="/ppt/notesMasters/notesMaster1.xml" Id="R1ddc1040888246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d9a1bbcec946ca" /><Relationship Type="http://schemas.openxmlformats.org/officeDocument/2006/relationships/notesMaster" Target="/ppt/notesMasters/notesMaster1.xml" Id="Rc91389f918824a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0d0a89cb5c4c08" /><Relationship Type="http://schemas.openxmlformats.org/officeDocument/2006/relationships/notesMaster" Target="/ppt/notesMasters/notesMaster1.xml" Id="R5bf20b972d6c42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6bd15b92f54718" /><Relationship Type="http://schemas.openxmlformats.org/officeDocument/2006/relationships/notesMaster" Target="/ppt/notesMasters/notesMaster1.xml" Id="R385378b430cc45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b86ee727b84b84" /><Relationship Type="http://schemas.openxmlformats.org/officeDocument/2006/relationships/notesMaster" Target="/ppt/notesMasters/notesMaster1.xml" Id="Rcad236f2e60d4a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ac251bb46c4dfe" /><Relationship Type="http://schemas.openxmlformats.org/officeDocument/2006/relationships/notesMaster" Target="/ppt/notesMasters/notesMaster1.xml" Id="Rd005a3cb963846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57138bf9d9405c" /><Relationship Type="http://schemas.openxmlformats.org/officeDocument/2006/relationships/notesMaster" Target="/ppt/notesMasters/notesMaster1.xml" Id="Rb34bc80ed03844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3ce5161f8546bc" /><Relationship Type="http://schemas.openxmlformats.org/officeDocument/2006/relationships/notesMaster" Target="/ppt/notesMasters/notesMaster1.xml" Id="R34ef3f93668740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9aeddb82b64e80" /><Relationship Type="http://schemas.openxmlformats.org/officeDocument/2006/relationships/notesMaster" Target="/ppt/notesMasters/notesMaster1.xml" Id="Rf7d596505ea249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1de28ff9a444f2" /><Relationship Type="http://schemas.openxmlformats.org/officeDocument/2006/relationships/notesMaster" Target="/ppt/notesMasters/notesMaster1.xml" Id="Recd53c1f2fdb44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9f9b0c280e4121" /><Relationship Type="http://schemas.openxmlformats.org/officeDocument/2006/relationships/notesMaster" Target="/ppt/notesMasters/notesMaster1.xml" Id="Rc2ebbd59c95545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ebd6142a79e403d" /><Relationship Type="http://schemas.openxmlformats.org/officeDocument/2006/relationships/notesMaster" Target="/ppt/notesMasters/notesMaster1.xml" Id="R6cf76c31709749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从教材印刷页178—182进入《统计图的信息技术应用与数学活动》。说明本课在第12章 数据的收集、整理与描述中的位置。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人教版《义务教育教科书·数学七年级下册》，印刷页178—182。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形成第一个核心概念：用信息技术画统计图。要求学生标出对象、条件、表示和作用。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形成第二个核心概念或方法：统计学发展。与前一概念对比，避免相近知识混淆。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呈现Q4，保留独立思考时间。题型对应教材印刷页178—182的例题或典型任务。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人教版《义务教育教科书·数学七年级下册》，印刷页178—182。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7a3265911d4c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149d17ce844c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4835f2b4724f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7ed1477c9a45f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03a9f1e664c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7f1b445dd486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a1cfc57d684ed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23d9aed1b3419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11c668b8d9492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2195d53de491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f88fe72810470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33870908d4d44e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0708c36b94f4d32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bbd49e48e24fc1" /><Relationship Type="http://schemas.openxmlformats.org/officeDocument/2006/relationships/slideLayout" Target="/ppt/slideLayouts/slideLayout1.xml" Id="R57ec5d0ca5b14a06" /><Relationship Type="http://schemas.openxmlformats.org/officeDocument/2006/relationships/slideLayout" Target="/ppt/slideLayouts/slideLayout2.xml" Id="R2f0d7814cd9044d1" /><Relationship Type="http://schemas.openxmlformats.org/officeDocument/2006/relationships/slideLayout" Target="/ppt/slideLayouts/slideLayout3.xml" Id="Rbe76052f03c74da4" /><Relationship Type="http://schemas.openxmlformats.org/officeDocument/2006/relationships/slideLayout" Target="/ppt/slideLayouts/slideLayout4.xml" Id="Rc646bb35059c419b" /><Relationship Type="http://schemas.openxmlformats.org/officeDocument/2006/relationships/slideLayout" Target="/ppt/slideLayouts/slideLayout5.xml" Id="Rf8d216297fe849ff" /><Relationship Type="http://schemas.openxmlformats.org/officeDocument/2006/relationships/slideLayout" Target="/ppt/slideLayouts/slideLayout6.xml" Id="Ra5182aa1c37d4bc4" /><Relationship Type="http://schemas.openxmlformats.org/officeDocument/2006/relationships/slideLayout" Target="/ppt/slideLayouts/slideLayout7.xml" Id="R53b14c08eb8b4bb8" /><Relationship Type="http://schemas.openxmlformats.org/officeDocument/2006/relationships/slideLayout" Target="/ppt/slideLayouts/slideLayout8.xml" Id="R1de44507d06949eb" /><Relationship Type="http://schemas.openxmlformats.org/officeDocument/2006/relationships/slideLayout" Target="/ppt/slideLayouts/slideLayout9.xml" Id="R08afebfd5fa14f4f" /><Relationship Type="http://schemas.openxmlformats.org/officeDocument/2006/relationships/slideLayout" Target="/ppt/slideLayouts/slideLayout10.xml" Id="R5d8377f351c74fb6" /><Relationship Type="http://schemas.openxmlformats.org/officeDocument/2006/relationships/slideLayout" Target="/ppt/slideLayouts/slideLayout11.xml" Id="R6d83aa5d150d46a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0b26e55f452477d" /><Relationship Type="http://schemas.openxmlformats.org/officeDocument/2006/relationships/slideLayout" Target="/ppt/slideLayouts/slideLayout12.xml" Id="R20b0c412cce54575" /><Relationship Type="http://schemas.openxmlformats.org/officeDocument/2006/relationships/slideLayout" Target="/ppt/slideLayouts/slideLayout13.xml" Id="R203b49d05687430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ec5d0ca5b14a06"/>
    <p:sldLayoutId xmlns:r="http://schemas.openxmlformats.org/officeDocument/2006/relationships" id="2147483650" r:id="R2f0d7814cd9044d1"/>
    <p:sldLayoutId xmlns:r="http://schemas.openxmlformats.org/officeDocument/2006/relationships" id="2147483651" r:id="Rbe76052f03c74da4"/>
    <p:sldLayoutId xmlns:r="http://schemas.openxmlformats.org/officeDocument/2006/relationships" id="2147483652" r:id="Rc646bb35059c419b"/>
    <p:sldLayoutId xmlns:r="http://schemas.openxmlformats.org/officeDocument/2006/relationships" id="2147483653" r:id="Rf8d216297fe849ff"/>
    <p:sldLayoutId xmlns:r="http://schemas.openxmlformats.org/officeDocument/2006/relationships" id="2147483654" r:id="Ra5182aa1c37d4bc4"/>
    <p:sldLayoutId xmlns:r="http://schemas.openxmlformats.org/officeDocument/2006/relationships" id="2147483655" r:id="R53b14c08eb8b4bb8"/>
    <p:sldLayoutId xmlns:r="http://schemas.openxmlformats.org/officeDocument/2006/relationships" id="2147483656" r:id="R1de44507d06949eb"/>
    <p:sldLayoutId xmlns:r="http://schemas.openxmlformats.org/officeDocument/2006/relationships" id="2147483657" r:id="R08afebfd5fa14f4f"/>
    <p:sldLayoutId xmlns:r="http://schemas.openxmlformats.org/officeDocument/2006/relationships" id="2147483658" r:id="R5d8377f351c74fb6"/>
    <p:sldLayoutId xmlns:r="http://schemas.openxmlformats.org/officeDocument/2006/relationships" id="2147483659" r:id="R6d83aa5d150d46a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0b0c412cce54575"/>
    <p:sldLayoutId xmlns:r="http://schemas.openxmlformats.org/officeDocument/2006/relationships" id="2147483662" r:id="R203b49d05687430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378495486ae4e47" /><Relationship Type="http://schemas.openxmlformats.org/officeDocument/2006/relationships/image" Target="/ppt/media/image.jpeg" Id="Rdd8b08c7cd9c4aba" /><Relationship Type="http://schemas.openxmlformats.org/officeDocument/2006/relationships/notesSlide" Target="/ppt/notesSlides/notesSlide1.xml" Id="R6ef4a22e05cd45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4a0a73398a447d3" /><Relationship Type="http://schemas.openxmlformats.org/officeDocument/2006/relationships/image" Target="/ppt/media/image2.jpeg" Id="R5b952bc9d5f34e0c" /><Relationship Type="http://schemas.openxmlformats.org/officeDocument/2006/relationships/image" Target="/ppt/media/image.svg" Id="R179fbacd7328481b" /><Relationship Type="http://schemas.openxmlformats.org/officeDocument/2006/relationships/image" Target="/ppt/media/image.jpeg" Id="R1ef7b59e3c5346fd" /><Relationship Type="http://schemas.openxmlformats.org/officeDocument/2006/relationships/image" Target="/ppt/media/image2.svg" Id="Rb5ee8db34fc44bd7" /><Relationship Type="http://schemas.openxmlformats.org/officeDocument/2006/relationships/image" Target="/ppt/media/image3.jpeg" Id="R26811a7c6d2b4a0c" /><Relationship Type="http://schemas.openxmlformats.org/officeDocument/2006/relationships/image" Target="/ppt/media/image3.svg" Id="R85893fb3521640de" /><Relationship Type="http://schemas.openxmlformats.org/officeDocument/2006/relationships/image" Target="/ppt/media/image4.jpeg" Id="R033517bd12764032" /><Relationship Type="http://schemas.openxmlformats.org/officeDocument/2006/relationships/image" Target="/ppt/media/image4.svg" Id="Rb3f57eff04c64192" /><Relationship Type="http://schemas.openxmlformats.org/officeDocument/2006/relationships/notesSlide" Target="/ppt/notesSlides/notesSlide2.xml" Id="Rf368bd6d0b784d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faef0980a5e47df" /><Relationship Type="http://schemas.openxmlformats.org/officeDocument/2006/relationships/image" Target="/ppt/media/image2.jpeg" Id="R3a70a61863a0481f" /><Relationship Type="http://schemas.openxmlformats.org/officeDocument/2006/relationships/notesSlide" Target="/ppt/notesSlides/notesSlide3.xml" Id="R0ae2f89d9cdd4a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0376cc6e29c4ff1" /><Relationship Type="http://schemas.openxmlformats.org/officeDocument/2006/relationships/image" Target="/ppt/media/image2.jpeg" Id="R6b12c456a82144df" /><Relationship Type="http://schemas.openxmlformats.org/officeDocument/2006/relationships/notesSlide" Target="/ppt/notesSlides/notesSlide4.xml" Id="Rd427526457084b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b3c31a2ec16434a" /><Relationship Type="http://schemas.openxmlformats.org/officeDocument/2006/relationships/image" Target="/ppt/media/image2.jpeg" Id="R875577245d3a488d" /><Relationship Type="http://schemas.openxmlformats.org/officeDocument/2006/relationships/notesSlide" Target="/ppt/notesSlides/notesSlide5.xml" Id="Re5e5ccbffa7545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0b1291870114c99" /><Relationship Type="http://schemas.openxmlformats.org/officeDocument/2006/relationships/image" Target="/ppt/media/image2.jpeg" Id="Ra570e9bbc9194388" /><Relationship Type="http://schemas.openxmlformats.org/officeDocument/2006/relationships/notesSlide" Target="/ppt/notesSlides/notesSlide6.xml" Id="R2681ce90f9c94d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40f6ab340dd43e8" /><Relationship Type="http://schemas.openxmlformats.org/officeDocument/2006/relationships/image" Target="/ppt/media/image2.jpeg" Id="R444c32fd663d41ba" /><Relationship Type="http://schemas.openxmlformats.org/officeDocument/2006/relationships/notesSlide" Target="/ppt/notesSlides/notesSlide7.xml" Id="Rc17ad6c702564b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2d31d5f2bcc480e" /><Relationship Type="http://schemas.openxmlformats.org/officeDocument/2006/relationships/image" Target="/ppt/media/image2.jpeg" Id="Re232947890ca4eb3" /><Relationship Type="http://schemas.openxmlformats.org/officeDocument/2006/relationships/notesSlide" Target="/ppt/notesSlides/notesSlide8.xml" Id="R27879cc6ab5349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f9cb1b7a9024bb0" /><Relationship Type="http://schemas.openxmlformats.org/officeDocument/2006/relationships/image" Target="/ppt/media/image2.jpeg" Id="R9591a5e203a342b9" /><Relationship Type="http://schemas.openxmlformats.org/officeDocument/2006/relationships/notesSlide" Target="/ppt/notesSlides/notesSlide9.xml" Id="Rde8501d2697741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f4ff2d2a224407e" /><Relationship Type="http://schemas.openxmlformats.org/officeDocument/2006/relationships/image" Target="/ppt/media/image2.jpeg" Id="R7f859de87cf64857" /><Relationship Type="http://schemas.openxmlformats.org/officeDocument/2006/relationships/notesSlide" Target="/ppt/notesSlides/notesSlide10.xml" Id="R6aeee52395324a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ff1bc7afbcc477a" /><Relationship Type="http://schemas.openxmlformats.org/officeDocument/2006/relationships/image" Target="/ppt/media/image2.jpeg" Id="R54d3d6101a8f4318" /><Relationship Type="http://schemas.openxmlformats.org/officeDocument/2006/relationships/notesSlide" Target="/ppt/notesSlides/notesSlide11.xml" Id="Rc73738f6c95d42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99cba2b9b1c4797" /><Relationship Type="http://schemas.openxmlformats.org/officeDocument/2006/relationships/image" Target="/ppt/media/image2.jpeg" Id="Re3bb2073e4fd420a" /><Relationship Type="http://schemas.openxmlformats.org/officeDocument/2006/relationships/notesSlide" Target="/ppt/notesSlides/notesSlide12.xml" Id="R9dc9edc37aa744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8d1c7b7afd048fa" /><Relationship Type="http://schemas.openxmlformats.org/officeDocument/2006/relationships/image" Target="/ppt/media/image2.jpeg" Id="R564bb2dfe1134085" /><Relationship Type="http://schemas.openxmlformats.org/officeDocument/2006/relationships/notesSlide" Target="/ppt/notesSlides/notesSlide13.xml" Id="R51dcd46313484c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3266e9e37ca443b" /><Relationship Type="http://schemas.openxmlformats.org/officeDocument/2006/relationships/image" Target="/ppt/media/image2.jpeg" Id="R08ab34a299434c7c" /><Relationship Type="http://schemas.openxmlformats.org/officeDocument/2006/relationships/notesSlide" Target="/ppt/notesSlides/notesSlide14.xml" Id="R5be4804d8d4642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2c6a260074f45fd" /><Relationship Type="http://schemas.openxmlformats.org/officeDocument/2006/relationships/image" Target="/ppt/media/image5.jpeg" Id="R690a10a0ecf04b3a" /><Relationship Type="http://schemas.openxmlformats.org/officeDocument/2006/relationships/notesSlide" Target="/ppt/notesSlides/notesSlide15.xml" Id="R9c938d06673b4b03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d8b08c7cd9c4ab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信息技术应用、图说数学史、数学活动 统计图的信息技术应用与数学活动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第12章 数据的收集、整理与描述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教材印刷页178—182 · 活动课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b952bc9d5f34e0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7b59e3c5346fd">
            <a:extLst>
              <a:ext uri="{96DAC541-7B7A-43D3-8B79-37D633B846F1}">
                <asvg:svgBlip xmlns:asvg="http://schemas.microsoft.com/office/drawing/2016/SVG/main" r:embed="R179fbacd7328481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通过阅读、观察或操作，准确说出用信息技术画统计图、统计学发展、统计活动的含义、表示或基本步骤。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52bc9d5f34e0c">
            <a:extLst>
              <a:ext uri="{96DAC541-7B7A-43D3-8B79-37D633B846F1}">
                <asvg:svgBlip xmlns:asvg="http://schemas.microsoft.com/office/drawing/2016/SVG/main" r:embed="Rb5ee8db34fc44bd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在Q2—Q4中运用“选择工具准确录入数据并核对图表”，能用完整语言、式子、图形或图表说明依据。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11a7c6d2b4a0c">
            <a:extLst>
              <a:ext uri="{96DAC541-7B7A-43D3-8B79-37D633B846F1}">
                <asvg:svgBlip xmlns:asvg="http://schemas.microsoft.com/office/drawing/2016/SVG/main" r:embed="R85893fb3521640d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在基础与变式练习中运用“选择工具准确录入数据并核对图表”解决同类问题，并对结果进行检验。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517bd12764032">
            <a:extLst>
              <a:ext uri="{96DAC541-7B7A-43D3-8B79-37D633B846F1}">
                <asvg:svgBlip xmlns:asvg="http://schemas.microsoft.com/office/drawing/2016/SVG/main" r:embed="Rb3f57eff04c6419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a70a61863a0481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对应印刷页178—182。先读图、读表或读题，圈出已知和所求。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调用学生已经学习条形图、扇形图、折线图和直方图，具备基本观察、计算、作图或整理数据的经验。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聚焦用信息技术画统计图、统计学发展、统计活动，不急于抄结论。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3E8200F-0227-4C05-9E0D-FB0F463F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0F41690-C8B1-44D8-A89C-A7EFDC79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86E5966-6740-46F1-B843-6A177A7F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02930AB-96E9-4820-A389-B88747A0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A54F7F5-9DE3-4786-A663-AD088B5A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AC4442A-A961-41F6-B847-82C7FA3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E972D31-F217-4BCF-A0CF-15A79926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006F8C5-44FB-4C17-B88A-B2A1324C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5477F29-610D-4087-9E67-0A1F896C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9B8A6F4-378D-403C-B620-7444E4FD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D7CC39C-AE3B-410F-80A9-C102A9AA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CCF6C0A-0AB9-4C0A-85A5-9D230050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E05DC0E-77C1-4082-852E-AB778185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BB94BFF-1AF4-4B30-9C96-7550334E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2DD31A4-D255-420C-BF00-E6091282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9885AD4-DA5D-4BBC-9D04-5A94FBFC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284BA32-812E-434C-98EF-8A584926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AD8FF01-3437-4C84-935C-658871F4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BD47D8A-1B0E-4803-AF38-5943C79B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BE37F45-7497-46D5-9898-3073532C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64726DA-7D2A-4FE1-89F6-8F9D2853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2BCA23D-8EF5-4D7E-B8FF-51B8138D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1CA36D2-405D-4D77-937A-7BABED55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B98179E-114A-4B6D-8E51-12028374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b12c456a82144d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旧知回顾：回顾“条形图、扇形图、折线图和直方…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回顾“条形图、扇形图、折线图和直方图”：写出一条与本课有关的定义、性质或计算规则。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参考要点：正确表述“条形图、扇形图、折线图和直方图”的核心含义，并说明它与“用信息技术画统计图”的联系。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FD17ACC-B90A-402D-899E-5A1D1354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02D5CB0-CE5E-4A7D-9DBA-5858A182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1CBCC4A-607F-4577-8218-A2CE8C9A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3A7F206-ED70-4634-967C-9111E559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23FC4CC-A946-4780-87A0-2CCE64EE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42B4A76-0410-4D0C-9121-B5D1D706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0F5A45A-D266-417B-81D4-5B361057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75577245d3a488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阅读教材印刷页178—182，圈出“用信息技术画统计图、统计学发展、统计活动”，分别用一句话记录它们解决什么问题。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小组探究：围绕“判断工具输出与原始数据是否一致”设计一次观察、操作或推理，记录现象、猜想和验证依据。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围绕“选择工具准确录入数据并核对图表”说明理由；同伴只追问条件和依据。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3E721BC-B38A-4201-BCE5-94F0370A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FBCAE23-CC16-4918-A6DC-A17D73CD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DF35B70-BF37-4ED8-8D92-DDDC901F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5EB23CC-0690-451B-B148-AC60F035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BDEF729-0EC9-4079-A3AA-C297FA86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33CF38F-C83F-430B-BA74-92F0FD5A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570e9bbc919438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概念一：用信息技术画统计图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用信息技术画统计图：按教材明确其定义、条件、表示、性质或步骤。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4BD3DD8-D3AF-4773-BF0E-686E2D2C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204047E-9001-4443-943C-86F3355A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E24E07E-CA4A-47CE-BCEF-C61DC105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4254BFF-99D9-4650-BA9A-76A89DE9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25DBC13-2A42-4A78-87E5-0D73110C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5AD3CD8-9571-4CC4-94AA-8FD70B64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F179DF3-2950-4BB2-BAEB-850AF4DB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44c32fd663d41b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概念二：统计学发展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统计学发展：按教材明确其定义、条件、表示、性质或步骤。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易错提醒：判断工具输出与原始数据是否一致。先审条件，再使用结论。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5560DC2-6DE2-4E24-A9A3-6E489C84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3F49571-1418-4572-8B3D-D2945881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7DDD122-58DF-4885-9B19-59382530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F817937-FCC2-42AD-BBC2-878BF36C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042DCA9-4382-4479-A220-0452B1FD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580A8C5-3D1A-4BAE-9B9A-A9B7DC92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90314E1-5A8C-4BF5-B48F-E540E386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232947890ca4eb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小组探究：围绕“判断工具输出与原始数据是否一致”设计一次观察、操作或推理，记录现象、猜想和验证依据。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参考思路：先明确条件，再围绕“选择工具准确录入数据并核对图表”形成猜想，最后用定义、计算、图表或反例验证。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5008C84-9B1C-4B1A-862E-53AE18BF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9E6A210-1524-4473-8D00-540B4B3E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13E95FD-1616-4D1A-8A8B-E80975EF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32345AD-C069-4B6D-AD27-8384FCDD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7F6A6DE-E208-43B8-8F9E-488B4864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27AEBC7-4081-4F43-B8B8-EF2D4D4A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036A721-C178-4815-BDE7-D07EA617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591a5e203a342b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只记“用信息技术画统计图”的结论，不检查适用条件。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把“选择工具准确录入数据并核对图表”与相近概念或逆命题混淆。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f859de87cf6485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教材例题：例题（对应信息技术应用“利用信息技术工具画…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例题（对应信息技术应用“利用信息技术工具画统计图”、图说数学史“统计学点滴”、教材第182页数学活动）：用电子表格制作统计图时，按什么顺序操作并核对？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选用选择工具准确录入数据并核对图表；3.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教材印刷页178—182：先思考，再对照规范解答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10B5156-962E-4DE3-94DB-DBF50F85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BFC82AB-A6A3-48DE-A898-1239475B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BB22751-9049-450A-B91D-B4DFF4E5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07F35D0-8281-4F06-9A72-730A4BCE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207CFBA-B987-4B2A-862B-1B1A4888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D3BE37F-BAD4-453B-8650-3C09CE89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4d3d6101a8f431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选择“选择工具准确录入数据并核对图表”对应的方法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录入并核对数据，选中数据区域，选择合适图表类型，完善标题/图例/坐标轴，最后与原数据复核。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没有先确认“选择工具准确录入数据并核对图表”的条件，或只写结果不写依据。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E25BE06-6A21-42BC-8246-560B1651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CB3E708-FD4E-428C-B320-8D2A653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E96BE3A-47F6-428C-BB91-9287105F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90CF22A-9BD9-479F-B353-C12B64E0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84D29C2-B624-483B-B6F3-C55863A1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7C53FEC-E764-4296-84B1-C13D2C7F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FA231D5-D4EB-42F8-84E6-FBE74B1E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3bb2073e4fd420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基础辨析：判断“使用‘用信息技术画统计图’时不需要检查条件，只要结论看起来合理即可”，并说明理由。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变式练习：把Q4的一个条件、数据或表示方式作合理改变，仍用“选择工具准确录入数据并核对图表”解决，并写出检验。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DE453E8-6D55-4336-A9B1-7AAC3B71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63B740F-5CB3-4DB0-B9D7-F67DA758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12FAEDE-60F1-4F4F-8DEB-AC72C472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5104CF6-5515-4E3A-8981-06C7A638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F8F49DE-48BB-41B5-B842-DC6CB8AC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0358FB7-CDE9-4DB5-9DCD-73F5911C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64bb2dfe113408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变式练习：把Q4的一个条件、数据或表示方式作合理改变，仍用“选择工具准确录入数据并核对图表”解决，并写出检验。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答案不唯一。评价要点：改变后的条件完整；方法仍属于“选择工具准确录入数据并核对图表”；过程正确；检验与新条件一致。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54B784C-822D-4536-B7CB-09A17415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002CAA4-7F34-4902-AAA6-CDED292A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A58BD6B-1C74-4DCC-AEBF-20FE0E48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539964B-C302-4F3D-B771-BA8BBED0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58FEBD7-DF29-4F87-997E-6A6E2A6F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A03EE4B-F28A-42D9-BF9D-C2C4DBB2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8ab34a299434c7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纠错：“研究统计图的信息技术应用与数学活动时，只记结论，不必区分条件、过程和依据。”这句话对吗？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当堂检测：信息技术生成图表后为什么仍需人工检查？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D48C39B-7DD8-4D17-AF5D-FBB0145B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DC9D441-A1F5-4A96-AD1A-A4C15437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C04F364-D25E-471C-8C85-207EBC24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F6F88E2-59CA-40A7-804B-28908ABC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1A16DC1-7967-4554-AFCF-EEBE0E8E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781FCC1-6874-418B-936D-67626092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90a10a0ecf04b3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小结参考：本课围绕“统计图的信息技术应用与数学活动”，掌握用信息技术画统计图、统计学发展、统计活动，并能运用选择工具准确录入数据并核对图表。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基础：完成上机任务、阅读记录与活动展示中的基础题并订正Q5、Q7 提升：当堂检测：信息技术生成图表后为什么仍需人工检查？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我能否：①准确表达用信息技术画统计图；②运用选择工具准确录入数据并核对图表；③写清依据并检验？选择“会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0F3E4DF-6412-4193-BCD7-9DC8DD88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66EFE9C-BC0E-4289-934B-709BC0A3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779" y="3026712"/>
            <a:ext cx="476726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7CC10E6-7011-4EE5-94E2-CA38EFCE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2825344"/>
            <a:ext cx="476726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8273206-00EB-4524-B913-29FBC4CF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944673"/>
            <a:ext cx="476726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7DA78E9-11A4-4456-B5D4-78C9DAEC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055" y="2735847"/>
            <a:ext cx="476726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E507862-F9ED-42EB-91AE-D975B12B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57085" y="3362325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2026-08-02T17:50:20.7860000Z</dcterms:created>
  <dcterms:modified xsi:type="dcterms:W3CDTF">2026-08-02T17:50:20.7860000Z</dcterms:modified>
</coreProperties>
</file>