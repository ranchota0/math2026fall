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0d8e56add743a3" /><Relationship Type="http://schemas.openxmlformats.org/officeDocument/2006/relationships/extended-properties" Target="/docProps/app.xml" Id="Rc91a8a0a9b6b40c9" /><Relationship Type="http://schemas.openxmlformats.org/officeDocument/2006/relationships/officeDocument" Target="/ppt/presentation.xml" Id="R1662b360d24c4c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779aa9b3334327"/>
    <p:sldMasterId xmlns:r="http://schemas.openxmlformats.org/officeDocument/2006/relationships" id="2147483660" r:id="Rda3a79a0e11f407f"/>
  </p:sldMasterIdLst>
  <p:notesMasterIdLst>
    <p:notesMasterId xmlns:r="http://schemas.openxmlformats.org/officeDocument/2006/relationships" r:id="R5d2e9d22b01840d0"/>
  </p:notesMasterIdLst>
  <p:sldIdLst>
    <p:sldId xmlns:r="http://schemas.openxmlformats.org/officeDocument/2006/relationships" id="256" r:id="R187d13e6a57445a0"/>
    <p:sldId xmlns:r="http://schemas.openxmlformats.org/officeDocument/2006/relationships" id="257" r:id="Rb8530d943e794447"/>
    <p:sldId xmlns:r="http://schemas.openxmlformats.org/officeDocument/2006/relationships" id="258" r:id="R0e636a0a10b14b75"/>
    <p:sldId xmlns:r="http://schemas.openxmlformats.org/officeDocument/2006/relationships" id="259" r:id="R3fb6cc74784e4fd4"/>
    <p:sldId xmlns:r="http://schemas.openxmlformats.org/officeDocument/2006/relationships" id="260" r:id="R612a5983d3324d6a"/>
    <p:sldId xmlns:r="http://schemas.openxmlformats.org/officeDocument/2006/relationships" id="261" r:id="Rc7dd692d3dd64c7f"/>
    <p:sldId xmlns:r="http://schemas.openxmlformats.org/officeDocument/2006/relationships" id="262" r:id="R3bafb6940fa749ed"/>
    <p:sldId xmlns:r="http://schemas.openxmlformats.org/officeDocument/2006/relationships" id="263" r:id="R26cc2d1b1c084904"/>
    <p:sldId xmlns:r="http://schemas.openxmlformats.org/officeDocument/2006/relationships" id="264" r:id="Rf55115f8902c4369"/>
    <p:sldId xmlns:r="http://schemas.openxmlformats.org/officeDocument/2006/relationships" id="265" r:id="R6896438e65b443d0"/>
    <p:sldId xmlns:r="http://schemas.openxmlformats.org/officeDocument/2006/relationships" id="266" r:id="Rda7ba4d2990b46b3"/>
    <p:sldId xmlns:r="http://schemas.openxmlformats.org/officeDocument/2006/relationships" id="267" r:id="R7381bdd34e394a41"/>
    <p:sldId xmlns:r="http://schemas.openxmlformats.org/officeDocument/2006/relationships" id="268" r:id="R739718123e454241"/>
    <p:sldId xmlns:r="http://schemas.openxmlformats.org/officeDocument/2006/relationships" id="269" r:id="Ra064dd87723d4aaa"/>
    <p:sldId xmlns:r="http://schemas.openxmlformats.org/officeDocument/2006/relationships" id="270" r:id="R603214017b1b4f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1235dcbd324a98" /><Relationship Type="http://schemas.openxmlformats.org/officeDocument/2006/relationships/slideMaster" Target="/ppt/slideMasters/slideMaster1.xml" Id="R39779aa9b3334327" /><Relationship Type="http://schemas.openxmlformats.org/officeDocument/2006/relationships/slideMaster" Target="/ppt/slideMasters/slideMaster2.xml" Id="Rda3a79a0e11f407f" /><Relationship Type="http://schemas.openxmlformats.org/officeDocument/2006/relationships/notesMaster" Target="/ppt/notesMasters/notesMaster1.xml" Id="R5d2e9d22b01840d0" /><Relationship Type="http://schemas.openxmlformats.org/officeDocument/2006/relationships/presProps" Target="/ppt/presProps.xml" Id="R8941f47f46784377" /><Relationship Type="http://schemas.openxmlformats.org/officeDocument/2006/relationships/viewProps" Target="/ppt/viewProps.xml" Id="R51c9ecebe7394422" /><Relationship Type="http://schemas.openxmlformats.org/officeDocument/2006/relationships/tableStyles" Target="/ppt/tableStyles.xml" Id="R623c16a791af46cf" /><Relationship Type="http://schemas.openxmlformats.org/officeDocument/2006/relationships/slide" Target="/ppt/slides/slide1.xml" Id="R187d13e6a57445a0" /><Relationship Type="http://schemas.openxmlformats.org/officeDocument/2006/relationships/slide" Target="/ppt/slides/slide2.xml" Id="Rb8530d943e794447" /><Relationship Type="http://schemas.openxmlformats.org/officeDocument/2006/relationships/slide" Target="/ppt/slides/slide3.xml" Id="R0e636a0a10b14b75" /><Relationship Type="http://schemas.openxmlformats.org/officeDocument/2006/relationships/slide" Target="/ppt/slides/slide4.xml" Id="R3fb6cc74784e4fd4" /><Relationship Type="http://schemas.openxmlformats.org/officeDocument/2006/relationships/slide" Target="/ppt/slides/slide5.xml" Id="R612a5983d3324d6a" /><Relationship Type="http://schemas.openxmlformats.org/officeDocument/2006/relationships/slide" Target="/ppt/slides/slide6.xml" Id="Rc7dd692d3dd64c7f" /><Relationship Type="http://schemas.openxmlformats.org/officeDocument/2006/relationships/slide" Target="/ppt/slides/slide7.xml" Id="R3bafb6940fa749ed" /><Relationship Type="http://schemas.openxmlformats.org/officeDocument/2006/relationships/slide" Target="/ppt/slides/slide8.xml" Id="R26cc2d1b1c084904" /><Relationship Type="http://schemas.openxmlformats.org/officeDocument/2006/relationships/slide" Target="/ppt/slides/slide9.xml" Id="Rf55115f8902c4369" /><Relationship Type="http://schemas.openxmlformats.org/officeDocument/2006/relationships/slide" Target="/ppt/slides/slide10.xml" Id="R6896438e65b443d0" /><Relationship Type="http://schemas.openxmlformats.org/officeDocument/2006/relationships/slide" Target="/ppt/slides/slide11.xml" Id="Rda7ba4d2990b46b3" /><Relationship Type="http://schemas.openxmlformats.org/officeDocument/2006/relationships/slide" Target="/ppt/slides/slide12.xml" Id="R7381bdd34e394a41" /><Relationship Type="http://schemas.openxmlformats.org/officeDocument/2006/relationships/slide" Target="/ppt/slides/slide13.xml" Id="R739718123e454241" /><Relationship Type="http://schemas.openxmlformats.org/officeDocument/2006/relationships/slide" Target="/ppt/slides/slide14.xml" Id="Ra064dd87723d4aaa" /><Relationship Type="http://schemas.openxmlformats.org/officeDocument/2006/relationships/slide" Target="/ppt/slides/slide15.xml" Id="R603214017b1b4f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2e956c4f051146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09e70550b34af0" /><Relationship Type="http://schemas.openxmlformats.org/officeDocument/2006/relationships/notesMaster" Target="/ppt/notesMasters/notesMaster1.xml" Id="R64318847149c45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7814f30ce44a50" /><Relationship Type="http://schemas.openxmlformats.org/officeDocument/2006/relationships/notesMaster" Target="/ppt/notesMasters/notesMaster1.xml" Id="R3589faf22cfa4e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2488c0a8684952" /><Relationship Type="http://schemas.openxmlformats.org/officeDocument/2006/relationships/notesMaster" Target="/ppt/notesMasters/notesMaster1.xml" Id="Rd8cf43f3f28d44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0891c2037f4a3e" /><Relationship Type="http://schemas.openxmlformats.org/officeDocument/2006/relationships/notesMaster" Target="/ppt/notesMasters/notesMaster1.xml" Id="Ra4fda1122fe247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a9a296a1774393" /><Relationship Type="http://schemas.openxmlformats.org/officeDocument/2006/relationships/notesMaster" Target="/ppt/notesMasters/notesMaster1.xml" Id="R0d6d43cf74bc4d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9dbcfd6b4b4457" /><Relationship Type="http://schemas.openxmlformats.org/officeDocument/2006/relationships/notesMaster" Target="/ppt/notesMasters/notesMaster1.xml" Id="Re6a4d6ced9d546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f87df9734c4454" /><Relationship Type="http://schemas.openxmlformats.org/officeDocument/2006/relationships/notesMaster" Target="/ppt/notesMasters/notesMaster1.xml" Id="R64994c154e0f4a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1e9e5f81ff4794" /><Relationship Type="http://schemas.openxmlformats.org/officeDocument/2006/relationships/notesMaster" Target="/ppt/notesMasters/notesMaster1.xml" Id="R983caed8ca8640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bc5994c57f446f" /><Relationship Type="http://schemas.openxmlformats.org/officeDocument/2006/relationships/notesMaster" Target="/ppt/notesMasters/notesMaster1.xml" Id="Rf4e550029b4640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06c2c92d7a450d" /><Relationship Type="http://schemas.openxmlformats.org/officeDocument/2006/relationships/notesMaster" Target="/ppt/notesMasters/notesMaster1.xml" Id="Rbb15a655e9e84e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3a81d888b84367" /><Relationship Type="http://schemas.openxmlformats.org/officeDocument/2006/relationships/notesMaster" Target="/ppt/notesMasters/notesMaster1.xml" Id="R39ccfc23daa848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d4cb0b83f1478d" /><Relationship Type="http://schemas.openxmlformats.org/officeDocument/2006/relationships/notesMaster" Target="/ppt/notesMasters/notesMaster1.xml" Id="R4ceb4da870c1435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afe05564704f76" /><Relationship Type="http://schemas.openxmlformats.org/officeDocument/2006/relationships/notesMaster" Target="/ppt/notesMasters/notesMaster1.xml" Id="R444af29024be45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deb2d278ae405b" /><Relationship Type="http://schemas.openxmlformats.org/officeDocument/2006/relationships/notesMaster" Target="/ppt/notesMasters/notesMaster1.xml" Id="Rd6808bb19c9249c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2acd50e4687465d" /><Relationship Type="http://schemas.openxmlformats.org/officeDocument/2006/relationships/notesMaster" Target="/ppt/notesMasters/notesMaster1.xml" Id="R6bae713c345042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从教材印刷页156—159进入《统计调查的选择与实践》。说明本课在第12章 数据的收集、整理与描述中的位置。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人教版《义务教育教科书·数学七年级下册》，印刷页156—159。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形成第一个核心概念：调查方式选择。要求学生标出对象、条件、表示和作用。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形成第二个核心概念或方法：样本代表性。与前一概念对比，避免相近知识混淆。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呈现Q4，保留独立思考时间。题型对应教材印刷页156—159的例题或典型任务。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人教版《义务教育教科书·数学七年级下册》，印刷页156—159。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7640f7fc714c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4484af38514f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942006c77e46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4575ace4b948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bd672428a942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e1d3c47b5843d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c28b8c584b42f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d2f9f92b8f490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b192b3056424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a452f4b6f84cf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9c940d2faa418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435a19df5cd4fb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c4203ae7e41447a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e4d2a5ba9c4d5f" /><Relationship Type="http://schemas.openxmlformats.org/officeDocument/2006/relationships/slideLayout" Target="/ppt/slideLayouts/slideLayout1.xml" Id="R25d0a43b046e4fa9" /><Relationship Type="http://schemas.openxmlformats.org/officeDocument/2006/relationships/slideLayout" Target="/ppt/slideLayouts/slideLayout2.xml" Id="R2eaa8b8ddc3c4f24" /><Relationship Type="http://schemas.openxmlformats.org/officeDocument/2006/relationships/slideLayout" Target="/ppt/slideLayouts/slideLayout3.xml" Id="Rec04f2a8cd7b493f" /><Relationship Type="http://schemas.openxmlformats.org/officeDocument/2006/relationships/slideLayout" Target="/ppt/slideLayouts/slideLayout4.xml" Id="R4062b0726b634230" /><Relationship Type="http://schemas.openxmlformats.org/officeDocument/2006/relationships/slideLayout" Target="/ppt/slideLayouts/slideLayout5.xml" Id="Re7c15e5d3f964394" /><Relationship Type="http://schemas.openxmlformats.org/officeDocument/2006/relationships/slideLayout" Target="/ppt/slideLayouts/slideLayout6.xml" Id="R54c888ef63c54f0b" /><Relationship Type="http://schemas.openxmlformats.org/officeDocument/2006/relationships/slideLayout" Target="/ppt/slideLayouts/slideLayout7.xml" Id="R6eada51cf4a244eb" /><Relationship Type="http://schemas.openxmlformats.org/officeDocument/2006/relationships/slideLayout" Target="/ppt/slideLayouts/slideLayout8.xml" Id="R6cebe4b42d354aac" /><Relationship Type="http://schemas.openxmlformats.org/officeDocument/2006/relationships/slideLayout" Target="/ppt/slideLayouts/slideLayout9.xml" Id="Ree18d88154c5429c" /><Relationship Type="http://schemas.openxmlformats.org/officeDocument/2006/relationships/slideLayout" Target="/ppt/slideLayouts/slideLayout10.xml" Id="Rdc5a6893e6904097" /><Relationship Type="http://schemas.openxmlformats.org/officeDocument/2006/relationships/slideLayout" Target="/ppt/slideLayouts/slideLayout11.xml" Id="R978df109effd45a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68a17bb03d24ff4" /><Relationship Type="http://schemas.openxmlformats.org/officeDocument/2006/relationships/slideLayout" Target="/ppt/slideLayouts/slideLayout12.xml" Id="Re89fc385a9894f2c" /><Relationship Type="http://schemas.openxmlformats.org/officeDocument/2006/relationships/slideLayout" Target="/ppt/slideLayouts/slideLayout13.xml" Id="Re3e06b7aeeb54ef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d0a43b046e4fa9"/>
    <p:sldLayoutId xmlns:r="http://schemas.openxmlformats.org/officeDocument/2006/relationships" id="2147483650" r:id="R2eaa8b8ddc3c4f24"/>
    <p:sldLayoutId xmlns:r="http://schemas.openxmlformats.org/officeDocument/2006/relationships" id="2147483651" r:id="Rec04f2a8cd7b493f"/>
    <p:sldLayoutId xmlns:r="http://schemas.openxmlformats.org/officeDocument/2006/relationships" id="2147483652" r:id="R4062b0726b634230"/>
    <p:sldLayoutId xmlns:r="http://schemas.openxmlformats.org/officeDocument/2006/relationships" id="2147483653" r:id="Re7c15e5d3f964394"/>
    <p:sldLayoutId xmlns:r="http://schemas.openxmlformats.org/officeDocument/2006/relationships" id="2147483654" r:id="R54c888ef63c54f0b"/>
    <p:sldLayoutId xmlns:r="http://schemas.openxmlformats.org/officeDocument/2006/relationships" id="2147483655" r:id="R6eada51cf4a244eb"/>
    <p:sldLayoutId xmlns:r="http://schemas.openxmlformats.org/officeDocument/2006/relationships" id="2147483656" r:id="R6cebe4b42d354aac"/>
    <p:sldLayoutId xmlns:r="http://schemas.openxmlformats.org/officeDocument/2006/relationships" id="2147483657" r:id="Ree18d88154c5429c"/>
    <p:sldLayoutId xmlns:r="http://schemas.openxmlformats.org/officeDocument/2006/relationships" id="2147483658" r:id="Rdc5a6893e6904097"/>
    <p:sldLayoutId xmlns:r="http://schemas.openxmlformats.org/officeDocument/2006/relationships" id="2147483659" r:id="R978df109effd45a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89fc385a9894f2c"/>
    <p:sldLayoutId xmlns:r="http://schemas.openxmlformats.org/officeDocument/2006/relationships" id="2147483662" r:id="Re3e06b7aeeb54ef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ab32535059d4d18" /><Relationship Type="http://schemas.openxmlformats.org/officeDocument/2006/relationships/image" Target="/ppt/media/image.jpeg" Id="R4aad7bc3334045c2" /><Relationship Type="http://schemas.openxmlformats.org/officeDocument/2006/relationships/notesSlide" Target="/ppt/notesSlides/notesSlide1.xml" Id="Ra05451c942344d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ff4012a6ccb4250" /><Relationship Type="http://schemas.openxmlformats.org/officeDocument/2006/relationships/image" Target="/ppt/media/image2.jpeg" Id="R4eba18673d6f47e7" /><Relationship Type="http://schemas.openxmlformats.org/officeDocument/2006/relationships/image" Target="/ppt/media/image.svg" Id="R61ca1eb4482d41ed" /><Relationship Type="http://schemas.openxmlformats.org/officeDocument/2006/relationships/image" Target="/ppt/media/image.jpeg" Id="Re0be133702484729" /><Relationship Type="http://schemas.openxmlformats.org/officeDocument/2006/relationships/image" Target="/ppt/media/image2.svg" Id="R20aeb1333b2644f1" /><Relationship Type="http://schemas.openxmlformats.org/officeDocument/2006/relationships/image" Target="/ppt/media/image3.jpeg" Id="Ra0d35b94efa9448c" /><Relationship Type="http://schemas.openxmlformats.org/officeDocument/2006/relationships/image" Target="/ppt/media/image3.svg" Id="Rfba27fb96ebd4732" /><Relationship Type="http://schemas.openxmlformats.org/officeDocument/2006/relationships/image" Target="/ppt/media/image4.jpeg" Id="Re1956af21e49445a" /><Relationship Type="http://schemas.openxmlformats.org/officeDocument/2006/relationships/image" Target="/ppt/media/image4.svg" Id="Rc1bc61fc5a2d4233" /><Relationship Type="http://schemas.openxmlformats.org/officeDocument/2006/relationships/notesSlide" Target="/ppt/notesSlides/notesSlide2.xml" Id="R8d4b8e8f2a9e4f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89fccbfb7644bec" /><Relationship Type="http://schemas.openxmlformats.org/officeDocument/2006/relationships/image" Target="/ppt/media/image2.jpeg" Id="R49830e5f93f94320" /><Relationship Type="http://schemas.openxmlformats.org/officeDocument/2006/relationships/notesSlide" Target="/ppt/notesSlides/notesSlide3.xml" Id="Race5be2e0a4d4b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b8b3e3ff42841c7" /><Relationship Type="http://schemas.openxmlformats.org/officeDocument/2006/relationships/image" Target="/ppt/media/image2.jpeg" Id="R84ecd173fa4245c0" /><Relationship Type="http://schemas.openxmlformats.org/officeDocument/2006/relationships/notesSlide" Target="/ppt/notesSlides/notesSlide4.xml" Id="R3204f792006e4e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1c18b570a274484" /><Relationship Type="http://schemas.openxmlformats.org/officeDocument/2006/relationships/image" Target="/ppt/media/image2.jpeg" Id="R98839e1fd148426d" /><Relationship Type="http://schemas.openxmlformats.org/officeDocument/2006/relationships/notesSlide" Target="/ppt/notesSlides/notesSlide5.xml" Id="Re2f3cbbb7eb94a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fa7dfb305c94fe0" /><Relationship Type="http://schemas.openxmlformats.org/officeDocument/2006/relationships/image" Target="/ppt/media/image2.jpeg" Id="R696c63d2bfe24315" /><Relationship Type="http://schemas.openxmlformats.org/officeDocument/2006/relationships/notesSlide" Target="/ppt/notesSlides/notesSlide6.xml" Id="R8a68df3b0ba346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0c73bb294e5463f" /><Relationship Type="http://schemas.openxmlformats.org/officeDocument/2006/relationships/image" Target="/ppt/media/image2.jpeg" Id="Rf1165fc5eb694bb7" /><Relationship Type="http://schemas.openxmlformats.org/officeDocument/2006/relationships/notesSlide" Target="/ppt/notesSlides/notesSlide7.xml" Id="R171d3a13a96344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40c794d1b304fa0" /><Relationship Type="http://schemas.openxmlformats.org/officeDocument/2006/relationships/image" Target="/ppt/media/image2.jpeg" Id="R041fdb6121aa4cbd" /><Relationship Type="http://schemas.openxmlformats.org/officeDocument/2006/relationships/notesSlide" Target="/ppt/notesSlides/notesSlide8.xml" Id="R508582a505fa45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6f8d9f27a1c426a" /><Relationship Type="http://schemas.openxmlformats.org/officeDocument/2006/relationships/image" Target="/ppt/media/image2.jpeg" Id="R90f570e867434675" /><Relationship Type="http://schemas.openxmlformats.org/officeDocument/2006/relationships/notesSlide" Target="/ppt/notesSlides/notesSlide9.xml" Id="Rece259b32fc744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722d1a8f71f419e" /><Relationship Type="http://schemas.openxmlformats.org/officeDocument/2006/relationships/image" Target="/ppt/media/image2.jpeg" Id="R4c8278a6add24c4a" /><Relationship Type="http://schemas.openxmlformats.org/officeDocument/2006/relationships/notesSlide" Target="/ppt/notesSlides/notesSlide10.xml" Id="R52a2bfd4b4fb43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9c5512ae3444186" /><Relationship Type="http://schemas.openxmlformats.org/officeDocument/2006/relationships/image" Target="/ppt/media/image2.jpeg" Id="Rfd4b3dd96bc943d6" /><Relationship Type="http://schemas.openxmlformats.org/officeDocument/2006/relationships/notesSlide" Target="/ppt/notesSlides/notesSlide11.xml" Id="R0561a784c91d4f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5e157e077c045bb" /><Relationship Type="http://schemas.openxmlformats.org/officeDocument/2006/relationships/image" Target="/ppt/media/image2.jpeg" Id="R465412c2322f4317" /><Relationship Type="http://schemas.openxmlformats.org/officeDocument/2006/relationships/notesSlide" Target="/ppt/notesSlides/notesSlide12.xml" Id="R94fa96417d4e44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f07ac5c100e4a39" /><Relationship Type="http://schemas.openxmlformats.org/officeDocument/2006/relationships/image" Target="/ppt/media/image2.jpeg" Id="R35e494746c804146" /><Relationship Type="http://schemas.openxmlformats.org/officeDocument/2006/relationships/notesSlide" Target="/ppt/notesSlides/notesSlide13.xml" Id="Ra9c2bd89ace24b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ae17e65e62946b9" /><Relationship Type="http://schemas.openxmlformats.org/officeDocument/2006/relationships/image" Target="/ppt/media/image2.jpeg" Id="Rbabcb594c3744586" /><Relationship Type="http://schemas.openxmlformats.org/officeDocument/2006/relationships/notesSlide" Target="/ppt/notesSlides/notesSlide14.xml" Id="Rae067ad36c2545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f43f34265eb4e76" /><Relationship Type="http://schemas.openxmlformats.org/officeDocument/2006/relationships/image" Target="/ppt/media/image5.jpeg" Id="R5d0c1e7288914db2" /><Relationship Type="http://schemas.openxmlformats.org/officeDocument/2006/relationships/notesSlide" Target="/ppt/notesSlides/notesSlide15.xml" Id="R6bcf2eb01f2745c7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aad7bc3334045c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12.1-探究与发现 统计调查的选择与实践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第12章 数据的收集、整理与描述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教材印刷页156—159 · 活动课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eba18673d6f47e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e133702484729">
            <a:extLst>
              <a:ext uri="{96DAC541-7B7A-43D3-8B79-37D633B846F1}">
                <asvg:svgBlip xmlns:asvg="http://schemas.microsoft.com/office/drawing/2016/SVG/main" r:embed="R61ca1eb4482d41e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通过阅读、观察或操作，准确说出调查方式选择、样本代表性、用样本估计总体的含义、表示或基本步骤。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a18673d6f47e7">
            <a:extLst>
              <a:ext uri="{96DAC541-7B7A-43D3-8B79-37D633B846F1}">
                <asvg:svgBlip xmlns:asvg="http://schemas.microsoft.com/office/drawing/2016/SVG/main" r:embed="R20aeb1333b2644f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在Q2—Q4中运用“根据对象、成本和精度选择调查方式”，能用完整语言、式子、图形或图表说明依据。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35b94efa9448c">
            <a:extLst>
              <a:ext uri="{96DAC541-7B7A-43D3-8B79-37D633B846F1}">
                <asvg:svgBlip xmlns:asvg="http://schemas.microsoft.com/office/drawing/2016/SVG/main" r:embed="Rfba27fb96ebd473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在基础与变式练习中运用“根据对象、成本和精度选择调查方式”解决同类问题，并对结果进行检验。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56af21e49445a">
            <a:extLst>
              <a:ext uri="{96DAC541-7B7A-43D3-8B79-37D633B846F1}">
                <asvg:svgBlip xmlns:asvg="http://schemas.microsoft.com/office/drawing/2016/SVG/main" r:embed="Rc1bc61fc5a2d423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9830e5f93f9432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对应印刷页156—159。先读图、读表或读题，圈出已知和所求。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调用学生已经学习全面调查与抽样调查，具备基本观察、计算、作图或整理数据的经验。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聚焦调查方式选择、样本代表性、用样本估计总体，不急于抄结论。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AC7CCCD-D67B-4C95-AE27-E0D6C519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77F61AB-6AA3-4ECD-B1F4-A53B0E53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56" y="26629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FA1B066-DA6F-47F0-8247-840B0912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90" y="24242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7E69278-54DD-470A-B5F8-99D67538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25656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46FAC6F-C8DD-4E5C-8849-EB5BF328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23181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021F79A-CBC2-4DEE-B90E-A1F287D2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5057" y="3060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4AA4BC0-02F1-4635-8D11-4D484958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82123D2-F26C-477A-AB9F-07013823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24" y="26629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38B93C1-042E-4DD0-9EDB-68C34E03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059" y="24242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AD47C2E-9C33-4243-9DE3-EC78A306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25656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D2BD228-E883-488A-A004-75E2E4D8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28" y="23181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984843B-5123-4F63-A151-F78B8CF9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76026" y="3060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9901998-1B6A-4290-B8A9-58796F4D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8A0C7F2-0537-4679-ABAD-91D8E7AC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56" y="51394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19598ED-641B-405C-9958-381A40E2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90" y="49007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AF6C79C-8D42-4378-ADFF-B1E3EF1B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50421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E275AAE-6F77-4435-8F36-96C0DE14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47946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25B3A17-32A3-4A92-B4E4-E7BD70E2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5057" y="5537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9456D5F-335A-4E77-A44D-5A8FE2F5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72A44CE-A2BE-4494-95E7-3F53B2E6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24" y="51394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854C712-4CDD-4F0E-B413-0187C525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059" y="49007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8FFAD84-11CD-4F44-B5AC-23FE4A48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50421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11ED051-E153-4519-8711-ABC73A68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28" y="47946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0152738-F130-43A6-9D28-5789BDC4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76026" y="5537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4ecd173fa4245c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旧知回顾：回顾“全面调查与抽样调查”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回顾“全面调查与抽样调查”：写出一条与本课有关的定义、性质或计算规则。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参考要点：正确表述“全面调查与抽样调查”的核心含义，并说明它与“调查方式选择”的联系。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0B07D67-144B-40C8-93C9-6A6CBCCF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52FA9FB-5A8A-42D1-BCBF-B3D1A997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6D70004-D478-4CEA-9C1F-04757A56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7860777-2B29-4E41-A811-3CB9A6E0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C2B773F-0C7D-4F9E-BFCD-FA65FA5D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EE1F2CE-254F-499A-BBA0-C6169A5B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B259B17-D0A4-4948-9A21-7B78F439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8839e1fd148426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阅读教材印刷页156—159，圈出“调查方式选择、样本代表性、用样本估计总体”，分别用一句话记录它们解决什么问题。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小组探究：围绕“评价抽样方案是否合理”设计一次观察、操作或推理，记录现象、猜想和验证依据。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围绕“根据对象、成本和精度选择调查方式”说明理由；同伴只追问条件和依据。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566A145-958F-40EB-B9A3-AC0942A3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706EF59-8ACA-44DD-98AE-0097C01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C33176E-FF5C-4BEA-AFFA-007A3E5C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29179E1-81D3-42B5-BE4B-7043002D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1242408-CCA9-4E09-AE9C-8106893A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76D518E-0A9E-42DB-9531-9B680B2A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96c63d2bfe2431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概念一：调查方式选择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调查方式选择：按教材明确其定义、条件、表示、性质或步骤。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3572315-DB26-4162-A734-50980B6F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112D0FF-3DFE-43BB-846F-B348C692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F02EB85-B73B-42DD-B2DE-E31B1DAC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E13AE76-B08A-46C5-BAE9-4FDA9B03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6219368-66AD-41DC-93EC-3392C351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3B44C09-1B45-42CA-8508-5F44E42A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2933065-E9D9-4632-B7EE-E87551D3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1165fc5eb694bb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概念二：样本代表性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样本代表性：按教材明确其定义、条件、表示、性质或步骤。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易错提醒：评价抽样方案是否合理。先审条件，再使用结论。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3F8BB95-1DA3-4923-9445-8256E648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2E606F3-42ED-4032-B480-784DAB81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F4260E9-34A2-451B-B13D-474553C6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748E108-A46F-49F0-AA77-2FB694EE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965DBFD-B0BE-4C2B-AD55-C433598D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E7B7860-9E4C-49AF-9D70-806E8347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7F53972-6DE1-4FF3-AD9B-4E2B8428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41fdb6121aa4cb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小组探究：围绕“评价抽样方案是否合理”设计一次观察、操作或推理，记录现象、猜想和验证依据。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参考思路：先明确条件，再围绕“根据对象、成本和精度选择调查方式”形成猜想，最后用定义、计算、图表或反例验证。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3FD6341-AEFF-4E8F-83D9-6882A3D3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DB5D603-EE56-4962-BB71-118F7627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49" y="3331369"/>
            <a:ext cx="434816" cy="621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944690C-3439-4830-B169-C73D518C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958465"/>
            <a:ext cx="434816" cy="994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0CCA987-4B08-421C-A46A-4C61021F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3179445"/>
            <a:ext cx="434816" cy="77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0E51CDE-F21A-483E-BA1D-18837CB9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792730"/>
            <a:ext cx="434816" cy="1160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BD66B5C-2B17-4D4C-82E0-85310E6D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07605" y="395287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98AD1B9-4592-4BB8-A2A5-2364187B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2381250"/>
            <a:ext cx="1264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0f570e86743467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只记“调查方式选择”的结论，不检查适用条件。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把“根据对象、成本和精度选择调查方式”与相近概念或逆命题混淆。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c8278a6add24c4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教材例题：例题（对应探究与发现“瓶子中有多少粒豆子”）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例题（对应探究与发现“瓶子中有多少粒豆子”）：要了解一批灯泡寿命，选择全面调查还是抽样调查？说明理由。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选用根据对象、成本和精度选择调查方式；3.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教材印刷页156—159：先思考，再对照规范解答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AADAC3F-BA19-4DCD-A089-6FA46108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FC05FAD-ABB5-4A3A-9D07-D57BCBF1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16DF4DB-21FC-46CA-991E-C611E73A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D9E637A-5E2C-426A-BFBE-9233886F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53A0E71-D224-4D87-9098-81175CE6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C11D5E4-7073-4505-B8D3-C61D7C92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d4b3dd96bc943d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选择“根据对象、成本和精度选择调查方式”对应的方法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选抽样调查；寿命测试可能具有破坏性且数量大，应取有代表性的样本估计总体。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没有先确认“根据对象、成本和精度选择调查方式”的条件，或只写结果不写依据。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5854582-7BFC-4B1F-B899-F7F8718A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4ABB8F0-29AE-4D73-A910-66A06059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49" y="3331369"/>
            <a:ext cx="434816" cy="621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41546B2-8FE7-4F8B-996D-4167BEF4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958465"/>
            <a:ext cx="434816" cy="994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EF999FF-D6CC-4468-B93B-E80BAAA7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3179445"/>
            <a:ext cx="434816" cy="77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B4738D8-7AF0-483C-924A-B456B1E0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792730"/>
            <a:ext cx="434816" cy="1160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E9A86D9-BA5C-4BEF-9BD2-143D96BE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07605" y="395287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ABE2EFB-4E05-425B-A9F4-CADC3F5A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2381250"/>
            <a:ext cx="1264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65412c2322f431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基础辨析：判断“使用‘调查方式选择’时不需要检查条件，只要结论看起来合理即可”，并说明理由。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变式练习：把Q4的一个条件、数据或表示方式作合理改变，仍用“根据对象、成本和精度选择调查方式”解决，并写出检验。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84A97F7-0678-4442-80EA-BBA54507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26257DC-E513-414D-9CA7-32E31E5F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" y="5217462"/>
            <a:ext cx="424339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B3424A1-C3CB-49D2-9F33-703A2E0A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5016094"/>
            <a:ext cx="424339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1DDF86A-66B9-42EA-AA5D-00CB6150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5135423"/>
            <a:ext cx="424339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4B8AF7E-55D2-467D-9717-23E301B2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4926597"/>
            <a:ext cx="424339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92CDACA-3FD2-48E7-9F4B-E44978D3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13485" y="5553075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5e494746c80414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变式练习：把Q4的一个条件、数据或表示方式作合理改变，仍用“根据对象、成本和精度选择调查方式”解决，并写出检验。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答案不唯一。评价要点：改变后的条件完整；方法仍属于“根据对象、成本和精度选择调查方式”；过程正确；检验与新条件一致。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2082884-2FC7-4FC5-90ED-9BFACF7B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3C4B8C1-C0FC-46DE-B71A-1314DD4E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732F5C1-2083-45AD-842A-723E3088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DA8BD86-3A0F-458F-BBBB-463B9FB8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CAE3211-E537-4BBA-A0D9-7A331ABD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0C8B17B-63F6-400B-9B15-1687E601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abcb594c374458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纠错：“研究统计调查的选择与实践时，只记结论，不必区分条件、过程和依据。”这句话对吗？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当堂检测：样本代表性不足会带来什么后果？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C925B37-641B-470E-9D8F-59560E37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849D27B-2B93-48F8-90F2-71C36022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" y="5217462"/>
            <a:ext cx="424339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C452A27-5A5E-4370-9587-0EA2E890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5016094"/>
            <a:ext cx="424339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4C997B1-BDE8-4581-82CE-0046A64E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5135423"/>
            <a:ext cx="424339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000C9A9-385D-4CAD-AD52-95CEF348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4926597"/>
            <a:ext cx="424339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4403439-F273-4058-AC0F-AE0BCB41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13485" y="5553075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d0c1e7288914db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小结参考：本课围绕“统计调查的选择与实践”，掌握调查方式选择、样本代表性、用样本估计总体，并能运用根据对象、成本和精度选择调查方式。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基础：完成教材12.1习题与豆子实验中的基础题并订正Q5、Q7 提升：当堂检测：样本代表性不足会带来什么后果？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我能否：①准确表达调查方式选择；②运用根据对象、成本和精度选择调查方式；③写清依据并检验？选择“会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DD067F7-E565-484B-B468-FA67C360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5832292-513D-425E-94FF-57FC12FD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3779" y="3026712"/>
            <a:ext cx="476726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428908B-9462-42C5-8639-09E7CF9B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538" y="2825344"/>
            <a:ext cx="476726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D01DFD4-12E1-435E-BC21-905FC1F3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96" y="2944673"/>
            <a:ext cx="476726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F401B09-A68F-4901-B424-0E9C4240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055" y="2735847"/>
            <a:ext cx="476726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1C385CE-89EE-4DE2-8C54-34BBC8D6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57085" y="3362325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2026-08-02T17:50:13.3170000Z</dcterms:created>
  <dcterms:modified xsi:type="dcterms:W3CDTF">2026-08-02T17:50:13.3170000Z</dcterms:modified>
</coreProperties>
</file>