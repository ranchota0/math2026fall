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a80da41854288" /><Relationship Type="http://schemas.openxmlformats.org/officeDocument/2006/relationships/extended-properties" Target="/docProps/app.xml" Id="R5c84095e558c475d" /><Relationship Type="http://schemas.openxmlformats.org/officeDocument/2006/relationships/officeDocument" Target="/ppt/presentation.xml" Id="R342618447b514c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05cc9cd6d34206"/>
    <p:sldMasterId xmlns:r="http://schemas.openxmlformats.org/officeDocument/2006/relationships" id="2147483660" r:id="R5565f53081184d1e"/>
  </p:sldMasterIdLst>
  <p:notesMasterIdLst>
    <p:notesMasterId xmlns:r="http://schemas.openxmlformats.org/officeDocument/2006/relationships" r:id="Redbefed0ddad4f5d"/>
  </p:notesMasterIdLst>
  <p:sldIdLst>
    <p:sldId xmlns:r="http://schemas.openxmlformats.org/officeDocument/2006/relationships" id="256" r:id="R912c3fedbca94beb"/>
    <p:sldId xmlns:r="http://schemas.openxmlformats.org/officeDocument/2006/relationships" id="257" r:id="Re9f2f1b75d6644f8"/>
    <p:sldId xmlns:r="http://schemas.openxmlformats.org/officeDocument/2006/relationships" id="258" r:id="R6b7d3052a63a49e0"/>
    <p:sldId xmlns:r="http://schemas.openxmlformats.org/officeDocument/2006/relationships" id="259" r:id="Re9d36e14fd694bd5"/>
    <p:sldId xmlns:r="http://schemas.openxmlformats.org/officeDocument/2006/relationships" id="260" r:id="Re6a14e0da17e49b6"/>
    <p:sldId xmlns:r="http://schemas.openxmlformats.org/officeDocument/2006/relationships" id="261" r:id="R57d2b26786bd4e84"/>
    <p:sldId xmlns:r="http://schemas.openxmlformats.org/officeDocument/2006/relationships" id="262" r:id="R76f057a969f34913"/>
    <p:sldId xmlns:r="http://schemas.openxmlformats.org/officeDocument/2006/relationships" id="263" r:id="Rb2804fa59e614466"/>
    <p:sldId xmlns:r="http://schemas.openxmlformats.org/officeDocument/2006/relationships" id="264" r:id="R37cdf5ff00574bc1"/>
    <p:sldId xmlns:r="http://schemas.openxmlformats.org/officeDocument/2006/relationships" id="265" r:id="Rc416640031d3496d"/>
    <p:sldId xmlns:r="http://schemas.openxmlformats.org/officeDocument/2006/relationships" id="266" r:id="Ra3d32cba31df40d5"/>
    <p:sldId xmlns:r="http://schemas.openxmlformats.org/officeDocument/2006/relationships" id="267" r:id="Ra3f899a054994e18"/>
    <p:sldId xmlns:r="http://schemas.openxmlformats.org/officeDocument/2006/relationships" id="268" r:id="R20678afb6fee45fc"/>
    <p:sldId xmlns:r="http://schemas.openxmlformats.org/officeDocument/2006/relationships" id="269" r:id="Rb1fe65668aea45d7"/>
    <p:sldId xmlns:r="http://schemas.openxmlformats.org/officeDocument/2006/relationships" id="270" r:id="Rf86099219fc046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40aa7053044fca" /><Relationship Type="http://schemas.openxmlformats.org/officeDocument/2006/relationships/slideMaster" Target="/ppt/slideMasters/slideMaster1.xml" Id="R4805cc9cd6d34206" /><Relationship Type="http://schemas.openxmlformats.org/officeDocument/2006/relationships/slideMaster" Target="/ppt/slideMasters/slideMaster2.xml" Id="R5565f53081184d1e" /><Relationship Type="http://schemas.openxmlformats.org/officeDocument/2006/relationships/notesMaster" Target="/ppt/notesMasters/notesMaster1.xml" Id="Redbefed0ddad4f5d" /><Relationship Type="http://schemas.openxmlformats.org/officeDocument/2006/relationships/presProps" Target="/ppt/presProps.xml" Id="R6c1af4e27a664711" /><Relationship Type="http://schemas.openxmlformats.org/officeDocument/2006/relationships/viewProps" Target="/ppt/viewProps.xml" Id="Rdb8ebc93fbdf4b7c" /><Relationship Type="http://schemas.openxmlformats.org/officeDocument/2006/relationships/tableStyles" Target="/ppt/tableStyles.xml" Id="R31c4af3952b14dfd" /><Relationship Type="http://schemas.openxmlformats.org/officeDocument/2006/relationships/slide" Target="/ppt/slides/slide1.xml" Id="R912c3fedbca94beb" /><Relationship Type="http://schemas.openxmlformats.org/officeDocument/2006/relationships/slide" Target="/ppt/slides/slide2.xml" Id="Re9f2f1b75d6644f8" /><Relationship Type="http://schemas.openxmlformats.org/officeDocument/2006/relationships/slide" Target="/ppt/slides/slide3.xml" Id="R6b7d3052a63a49e0" /><Relationship Type="http://schemas.openxmlformats.org/officeDocument/2006/relationships/slide" Target="/ppt/slides/slide4.xml" Id="Re9d36e14fd694bd5" /><Relationship Type="http://schemas.openxmlformats.org/officeDocument/2006/relationships/slide" Target="/ppt/slides/slide5.xml" Id="Re6a14e0da17e49b6" /><Relationship Type="http://schemas.openxmlformats.org/officeDocument/2006/relationships/slide" Target="/ppt/slides/slide6.xml" Id="R57d2b26786bd4e84" /><Relationship Type="http://schemas.openxmlformats.org/officeDocument/2006/relationships/slide" Target="/ppt/slides/slide7.xml" Id="R76f057a969f34913" /><Relationship Type="http://schemas.openxmlformats.org/officeDocument/2006/relationships/slide" Target="/ppt/slides/slide8.xml" Id="Rb2804fa59e614466" /><Relationship Type="http://schemas.openxmlformats.org/officeDocument/2006/relationships/slide" Target="/ppt/slides/slide9.xml" Id="R37cdf5ff00574bc1" /><Relationship Type="http://schemas.openxmlformats.org/officeDocument/2006/relationships/slide" Target="/ppt/slides/slide10.xml" Id="Rc416640031d3496d" /><Relationship Type="http://schemas.openxmlformats.org/officeDocument/2006/relationships/slide" Target="/ppt/slides/slide11.xml" Id="Ra3d32cba31df40d5" /><Relationship Type="http://schemas.openxmlformats.org/officeDocument/2006/relationships/slide" Target="/ppt/slides/slide12.xml" Id="Ra3f899a054994e18" /><Relationship Type="http://schemas.openxmlformats.org/officeDocument/2006/relationships/slide" Target="/ppt/slides/slide13.xml" Id="R20678afb6fee45fc" /><Relationship Type="http://schemas.openxmlformats.org/officeDocument/2006/relationships/slide" Target="/ppt/slides/slide14.xml" Id="Rb1fe65668aea45d7" /><Relationship Type="http://schemas.openxmlformats.org/officeDocument/2006/relationships/slide" Target="/ppt/slides/slide15.xml" Id="Rf86099219fc046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5f41e1297074c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6df4841df94887" /><Relationship Type="http://schemas.openxmlformats.org/officeDocument/2006/relationships/notesMaster" Target="/ppt/notesMasters/notesMaster1.xml" Id="Ra928b4ded3e7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3ac390cc8e49fd" /><Relationship Type="http://schemas.openxmlformats.org/officeDocument/2006/relationships/notesMaster" Target="/ppt/notesMasters/notesMaster1.xml" Id="R43e86c7f6f2c46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4180bf72a24ee1" /><Relationship Type="http://schemas.openxmlformats.org/officeDocument/2006/relationships/notesMaster" Target="/ppt/notesMasters/notesMaster1.xml" Id="R93d36ff0e44c42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cbaf1eca5540da" /><Relationship Type="http://schemas.openxmlformats.org/officeDocument/2006/relationships/notesMaster" Target="/ppt/notesMasters/notesMaster1.xml" Id="R8370db45672442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2411ad1fd94a0a" /><Relationship Type="http://schemas.openxmlformats.org/officeDocument/2006/relationships/notesMaster" Target="/ppt/notesMasters/notesMaster1.xml" Id="R8ccfad2124704c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1d83412d3d4cc8" /><Relationship Type="http://schemas.openxmlformats.org/officeDocument/2006/relationships/notesMaster" Target="/ppt/notesMasters/notesMaster1.xml" Id="Reb88d312e3bd44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0ec80fe4ac4353" /><Relationship Type="http://schemas.openxmlformats.org/officeDocument/2006/relationships/notesMaster" Target="/ppt/notesMasters/notesMaster1.xml" Id="R2e011639fa4344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1566ae1d504952" /><Relationship Type="http://schemas.openxmlformats.org/officeDocument/2006/relationships/notesMaster" Target="/ppt/notesMasters/notesMaster1.xml" Id="R81ed99e921de4e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4a9cca5912487e" /><Relationship Type="http://schemas.openxmlformats.org/officeDocument/2006/relationships/notesMaster" Target="/ppt/notesMasters/notesMaster1.xml" Id="R3cb10d6a45b341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8af1aa1b6b4041" /><Relationship Type="http://schemas.openxmlformats.org/officeDocument/2006/relationships/notesMaster" Target="/ppt/notesMasters/notesMaster1.xml" Id="R1b07b59b77674e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4826149a3a4123" /><Relationship Type="http://schemas.openxmlformats.org/officeDocument/2006/relationships/notesMaster" Target="/ppt/notesMasters/notesMaster1.xml" Id="R4f2d02d2f9b340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a5b306fdcb4879" /><Relationship Type="http://schemas.openxmlformats.org/officeDocument/2006/relationships/notesMaster" Target="/ppt/notesMasters/notesMaster1.xml" Id="Rc305ca8714cf45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f223e0bb9341ea" /><Relationship Type="http://schemas.openxmlformats.org/officeDocument/2006/relationships/notesMaster" Target="/ppt/notesMasters/notesMaster1.xml" Id="R51ce30fe280e4e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ee0b6daa0c145ae" /><Relationship Type="http://schemas.openxmlformats.org/officeDocument/2006/relationships/notesMaster" Target="/ppt/notesMasters/notesMaster1.xml" Id="R91007cfb04ae45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8eeef0260d41f6" /><Relationship Type="http://schemas.openxmlformats.org/officeDocument/2006/relationships/notesMaster" Target="/ppt/notesMasters/notesMaster1.xml" Id="R414182edc4ee4b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从教材印刷页175—177进入《统计图的选择与综合应用》。说明本课在第12章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人教版《义务教育教科书·数学七年级下册》，印刷页175—177。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形成第一个核心概念：统计图选择。要求学生标出对象、条件、表示和作用。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形成第二个核心概念或方法：数据比较。与前一概念对比，避免相近知识混淆。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呈现Q4，保留独立思考时间。题型对应教材印刷页175—177的例题或典型任务。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人教版《义务教育教科书·数学七年级下册》，印刷页175—177。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abc41898f4a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5410f9efa4a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2171cd368f47e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3e24d56bf47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fe355efd94c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5b06afd54049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ad847788a49f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892ae139d46d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79217e8b1417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38f87d96ef483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931112d762427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9ad9fc6cf340c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fa23d14ebe4fd8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df3db007f04d17" /><Relationship Type="http://schemas.openxmlformats.org/officeDocument/2006/relationships/slideLayout" Target="/ppt/slideLayouts/slideLayout1.xml" Id="R5767a2196fbe49bc" /><Relationship Type="http://schemas.openxmlformats.org/officeDocument/2006/relationships/slideLayout" Target="/ppt/slideLayouts/slideLayout2.xml" Id="Re5e8a429b8f64d81" /><Relationship Type="http://schemas.openxmlformats.org/officeDocument/2006/relationships/slideLayout" Target="/ppt/slideLayouts/slideLayout3.xml" Id="R2b81c85f7e684236" /><Relationship Type="http://schemas.openxmlformats.org/officeDocument/2006/relationships/slideLayout" Target="/ppt/slideLayouts/slideLayout4.xml" Id="Rb21e47fc36d1482d" /><Relationship Type="http://schemas.openxmlformats.org/officeDocument/2006/relationships/slideLayout" Target="/ppt/slideLayouts/slideLayout5.xml" Id="R3f702a705f914a4e" /><Relationship Type="http://schemas.openxmlformats.org/officeDocument/2006/relationships/slideLayout" Target="/ppt/slideLayouts/slideLayout6.xml" Id="R7cdcd56b1d894f64" /><Relationship Type="http://schemas.openxmlformats.org/officeDocument/2006/relationships/slideLayout" Target="/ppt/slideLayouts/slideLayout7.xml" Id="R1cc19a19f08f49f0" /><Relationship Type="http://schemas.openxmlformats.org/officeDocument/2006/relationships/slideLayout" Target="/ppt/slideLayouts/slideLayout8.xml" Id="Rc99f60b9d8664093" /><Relationship Type="http://schemas.openxmlformats.org/officeDocument/2006/relationships/slideLayout" Target="/ppt/slideLayouts/slideLayout9.xml" Id="R2e027dbd55e2457b" /><Relationship Type="http://schemas.openxmlformats.org/officeDocument/2006/relationships/slideLayout" Target="/ppt/slideLayouts/slideLayout10.xml" Id="Re8ac8187fdfc4a12" /><Relationship Type="http://schemas.openxmlformats.org/officeDocument/2006/relationships/slideLayout" Target="/ppt/slideLayouts/slideLayout11.xml" Id="Re85a9f6e8e6449c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c36d9296e8ae410b" /><Relationship Type="http://schemas.openxmlformats.org/officeDocument/2006/relationships/slideLayout" Target="/ppt/slideLayouts/slideLayout12.xml" Id="R70f6a68e5d9f4013" /><Relationship Type="http://schemas.openxmlformats.org/officeDocument/2006/relationships/slideLayout" Target="/ppt/slideLayouts/slideLayout13.xml" Id="R23529d1ef6e6487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67a2196fbe49bc"/>
    <p:sldLayoutId xmlns:r="http://schemas.openxmlformats.org/officeDocument/2006/relationships" id="2147483650" r:id="Re5e8a429b8f64d81"/>
    <p:sldLayoutId xmlns:r="http://schemas.openxmlformats.org/officeDocument/2006/relationships" id="2147483651" r:id="R2b81c85f7e684236"/>
    <p:sldLayoutId xmlns:r="http://schemas.openxmlformats.org/officeDocument/2006/relationships" id="2147483652" r:id="Rb21e47fc36d1482d"/>
    <p:sldLayoutId xmlns:r="http://schemas.openxmlformats.org/officeDocument/2006/relationships" id="2147483653" r:id="R3f702a705f914a4e"/>
    <p:sldLayoutId xmlns:r="http://schemas.openxmlformats.org/officeDocument/2006/relationships" id="2147483654" r:id="R7cdcd56b1d894f64"/>
    <p:sldLayoutId xmlns:r="http://schemas.openxmlformats.org/officeDocument/2006/relationships" id="2147483655" r:id="R1cc19a19f08f49f0"/>
    <p:sldLayoutId xmlns:r="http://schemas.openxmlformats.org/officeDocument/2006/relationships" id="2147483656" r:id="Rc99f60b9d8664093"/>
    <p:sldLayoutId xmlns:r="http://schemas.openxmlformats.org/officeDocument/2006/relationships" id="2147483657" r:id="R2e027dbd55e2457b"/>
    <p:sldLayoutId xmlns:r="http://schemas.openxmlformats.org/officeDocument/2006/relationships" id="2147483658" r:id="Re8ac8187fdfc4a12"/>
    <p:sldLayoutId xmlns:r="http://schemas.openxmlformats.org/officeDocument/2006/relationships" id="2147483659" r:id="Re85a9f6e8e6449c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0f6a68e5d9f4013"/>
    <p:sldLayoutId xmlns:r="http://schemas.openxmlformats.org/officeDocument/2006/relationships" id="2147483662" r:id="R23529d1ef6e6487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673044b37af4d5c" /><Relationship Type="http://schemas.openxmlformats.org/officeDocument/2006/relationships/image" Target="/ppt/media/image.jpeg" Id="R4b8e8a07b3b4413f" /><Relationship Type="http://schemas.openxmlformats.org/officeDocument/2006/relationships/notesSlide" Target="/ppt/notesSlides/notesSlide1.xml" Id="R089f3472f08e48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f6163c7ecdd4f43" /><Relationship Type="http://schemas.openxmlformats.org/officeDocument/2006/relationships/image" Target="/ppt/media/image2.jpeg" Id="Rcb5672227c044656" /><Relationship Type="http://schemas.openxmlformats.org/officeDocument/2006/relationships/image" Target="/ppt/media/image.svg" Id="R20e59b24917c4aab" /><Relationship Type="http://schemas.openxmlformats.org/officeDocument/2006/relationships/image" Target="/ppt/media/image.jpeg" Id="R6223ffdb07eb4d84" /><Relationship Type="http://schemas.openxmlformats.org/officeDocument/2006/relationships/image" Target="/ppt/media/image2.svg" Id="R5e4b3857ecfb493d" /><Relationship Type="http://schemas.openxmlformats.org/officeDocument/2006/relationships/image" Target="/ppt/media/image3.jpeg" Id="R3b6b7d52d5a74f6b" /><Relationship Type="http://schemas.openxmlformats.org/officeDocument/2006/relationships/image" Target="/ppt/media/image3.svg" Id="R1d4cb55759304a62" /><Relationship Type="http://schemas.openxmlformats.org/officeDocument/2006/relationships/image" Target="/ppt/media/image4.jpeg" Id="Rb118238f069f4357" /><Relationship Type="http://schemas.openxmlformats.org/officeDocument/2006/relationships/image" Target="/ppt/media/image4.svg" Id="R72ed58d6e3d44b97" /><Relationship Type="http://schemas.openxmlformats.org/officeDocument/2006/relationships/notesSlide" Target="/ppt/notesSlides/notesSlide2.xml" Id="R739bbaa566cd4f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d5af4ef0fe4ba4" /><Relationship Type="http://schemas.openxmlformats.org/officeDocument/2006/relationships/image" Target="/ppt/media/image2.jpeg" Id="Rc363771f0bd04e4e" /><Relationship Type="http://schemas.openxmlformats.org/officeDocument/2006/relationships/notesSlide" Target="/ppt/notesSlides/notesSlide3.xml" Id="R01b2da6d332240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77a1f6868084c8c" /><Relationship Type="http://schemas.openxmlformats.org/officeDocument/2006/relationships/image" Target="/ppt/media/image2.jpeg" Id="Rc7e75db0b77c4ee6" /><Relationship Type="http://schemas.openxmlformats.org/officeDocument/2006/relationships/notesSlide" Target="/ppt/notesSlides/notesSlide4.xml" Id="R7b9d1cdaafbc4f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024003b45a7424b" /><Relationship Type="http://schemas.openxmlformats.org/officeDocument/2006/relationships/image" Target="/ppt/media/image2.jpeg" Id="Ra6fb9e7ad6e34ab5" /><Relationship Type="http://schemas.openxmlformats.org/officeDocument/2006/relationships/notesSlide" Target="/ppt/notesSlides/notesSlide5.xml" Id="Rfe6d572b6bc342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4f40eac6515424f" /><Relationship Type="http://schemas.openxmlformats.org/officeDocument/2006/relationships/image" Target="/ppt/media/image2.jpeg" Id="Ra3870161cd184a52" /><Relationship Type="http://schemas.openxmlformats.org/officeDocument/2006/relationships/notesSlide" Target="/ppt/notesSlides/notesSlide6.xml" Id="R2550c6ebcb2640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9fa56ed73241ce" /><Relationship Type="http://schemas.openxmlformats.org/officeDocument/2006/relationships/image" Target="/ppt/media/image2.jpeg" Id="R80dac4cdff2948c7" /><Relationship Type="http://schemas.openxmlformats.org/officeDocument/2006/relationships/notesSlide" Target="/ppt/notesSlides/notesSlide7.xml" Id="R500313b088c34a8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f0ccabacc7a4cf5" /><Relationship Type="http://schemas.openxmlformats.org/officeDocument/2006/relationships/image" Target="/ppt/media/image2.jpeg" Id="Rba9f6eed847f46a1" /><Relationship Type="http://schemas.openxmlformats.org/officeDocument/2006/relationships/notesSlide" Target="/ppt/notesSlides/notesSlide8.xml" Id="R5e779badaf1e47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0416021e9a64c1c" /><Relationship Type="http://schemas.openxmlformats.org/officeDocument/2006/relationships/image" Target="/ppt/media/image2.jpeg" Id="Re3b50f4ad75943c5" /><Relationship Type="http://schemas.openxmlformats.org/officeDocument/2006/relationships/notesSlide" Target="/ppt/notesSlides/notesSlide9.xml" Id="R11fd58515c3048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675589923824141" /><Relationship Type="http://schemas.openxmlformats.org/officeDocument/2006/relationships/image" Target="/ppt/media/image2.jpeg" Id="Ra5d63e4dc0964c4d" /><Relationship Type="http://schemas.openxmlformats.org/officeDocument/2006/relationships/notesSlide" Target="/ppt/notesSlides/notesSlide10.xml" Id="Rdb5f797d4d6944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cd191645f44ae6" /><Relationship Type="http://schemas.openxmlformats.org/officeDocument/2006/relationships/image" Target="/ppt/media/image2.jpeg" Id="R6ac29fd696f14a22" /><Relationship Type="http://schemas.openxmlformats.org/officeDocument/2006/relationships/notesSlide" Target="/ppt/notesSlides/notesSlide11.xml" Id="Ree28b94f51d14f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5b05863d304b87" /><Relationship Type="http://schemas.openxmlformats.org/officeDocument/2006/relationships/image" Target="/ppt/media/image2.jpeg" Id="Rb6f6ae368e934fb9" /><Relationship Type="http://schemas.openxmlformats.org/officeDocument/2006/relationships/notesSlide" Target="/ppt/notesSlides/notesSlide12.xml" Id="R5c9acf618ba447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75eec57307f4793" /><Relationship Type="http://schemas.openxmlformats.org/officeDocument/2006/relationships/image" Target="/ppt/media/image2.jpeg" Id="Rb234a23976dc4285" /><Relationship Type="http://schemas.openxmlformats.org/officeDocument/2006/relationships/notesSlide" Target="/ppt/notesSlides/notesSlide13.xml" Id="Rd3d3024ad1a245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bb8d8ff336d4f25" /><Relationship Type="http://schemas.openxmlformats.org/officeDocument/2006/relationships/image" Target="/ppt/media/image2.jpeg" Id="R60d9701a5eee4198" /><Relationship Type="http://schemas.openxmlformats.org/officeDocument/2006/relationships/notesSlide" Target="/ppt/notesSlides/notesSlide14.xml" Id="R06416c990a86451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ef2613df9e45ed" /><Relationship Type="http://schemas.openxmlformats.org/officeDocument/2006/relationships/image" Target="/ppt/media/image5.jpeg" Id="R2722108544a64303" /><Relationship Type="http://schemas.openxmlformats.org/officeDocument/2006/relationships/notesSlide" Target="/ppt/notesSlides/notesSlide15.xml" Id="R8a3fd6d1e223456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b8e8a07b3b4413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12.2 统计图的选择与综合应用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教材印刷页175—177 · 练习课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b5672227c04465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3ffdb07eb4d84">
            <a:extLst>
              <a:ext uri="{96DAC541-7B7A-43D3-8B79-37D633B846F1}">
                <asvg:svgBlip xmlns:asvg="http://schemas.microsoft.com/office/drawing/2016/SVG/main" r:embed="R20e59b24917c4aa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通过阅读、观察或操作，准确说出统计图选择、数据比较、分组数据、趋势解释的含义、表示或基本步骤。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672227c044656">
            <a:extLst>
              <a:ext uri="{96DAC541-7B7A-43D3-8B79-37D633B846F1}">
                <asvg:svgBlip xmlns:asvg="http://schemas.microsoft.com/office/drawing/2016/SVG/main" r:embed="R5e4b3857ecfb493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在Q2—Q4中运用“根据问题目的选择合适图表”，能用完整语言、式子、图形或图表说明依据。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b7d52d5a74f6b">
            <a:extLst>
              <a:ext uri="{96DAC541-7B7A-43D3-8B79-37D633B846F1}">
                <asvg:svgBlip xmlns:asvg="http://schemas.microsoft.com/office/drawing/2016/SVG/main" r:embed="R1d4cb55759304a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在基础与变式练习中运用“根据问题目的选择合适图表”解决同类问题，并对结果进行检验。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18238f069f4357">
            <a:extLst>
              <a:ext uri="{96DAC541-7B7A-43D3-8B79-37D633B846F1}">
                <asvg:svgBlip xmlns:asvg="http://schemas.microsoft.com/office/drawing/2016/SVG/main" r:embed="R72ed58d6e3d44b9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363771f0bd04e4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对应印刷页175—177。先读图、读表或读题，圈出已知和所求。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调用学生已经学习12.2各种统计图，具备基本观察、计算、作图或整理数据的经验。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聚焦统计图选择、数据比较、分组数据、趋势解释，不急于抄结论。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A38B2AC-9E40-4BD5-B416-F5A663C6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2BB5885-9206-45CF-95CA-A5BB16EC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D6B8FD7-6E2B-409A-8DB2-E06DCAA1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D5B2736-2013-4B60-90C8-1C6A366D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9186119-E805-4B3C-952F-4F12BFC0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AD7165D-F3E8-4346-B323-75E7A860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8B42347-B0D6-413E-8937-FBA5355B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FF448C3-3CDB-4A15-8B3E-01D115DC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0E735F5-6AAD-43C7-BC58-4D412C4F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AB6257D-8426-49BE-AF73-5DEF8B3F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805A1C0-F0F4-4A76-85E4-0AF91348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CB018FA-28E6-4FA4-BB57-EE3A9A1F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B50C263-DC0C-498C-9A25-AEB3C9BF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67521CA-B594-4BCB-A87A-95D6F8BC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B9B4682-9CA0-43B5-AE73-537C9CF0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5A2B3BD-C47B-49BB-8C3E-8367BF74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8ABA2E7-38AC-4BD2-810A-CE22C071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F96EA2C-06BC-43E2-B6DD-8A6EE922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914120F-0AE0-45D5-94E7-9C26003A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BA15859-DD87-4F27-9E75-62CADFE9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D253454-526B-4650-9F5F-C96F3440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9A72529-6220-4527-A327-C53AF62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5B8F4AB-9E7C-45AD-9092-7B87E731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105A0E5-18BE-4B3E-BBFE-B5768B4C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7e75db0b77c4ee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旧知回顾：回顾“12.2各种统计图”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回顾“12.2各种统计图”：写出一条与本课有关的定义、性质或计算规则。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参考要点：正确表述“12.2各种统计图”的核心含义，并说明它与“统计图选择”的联系。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86FCABA-532A-4BA0-BDD8-E9E8E527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182155F-2EC1-4A9C-A880-21B57631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5021F56-4C22-4077-AD00-A660F736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CF77E2E-813D-4033-8F16-72120019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23F3040-EFCD-4FD1-8891-2D967BB9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AEB9E93-03EC-4485-B366-485AA868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C549884-8178-4866-8F73-60EA9965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6fb9e7ad6e34ab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阅读教材印刷页175—177，圈出“统计图选择、数据比较、分组数据、趋势解释”，分别用一句话记录它们解决什么问题。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小组探究：围绕“综合判断图表是否准确表达数据”设计一次观察、操作或推理，记录现象、猜想和验证依据。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围绕“根据问题目的选择合适图表”说明理由；同伴只追问条件和依据。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98D344E-9855-44FC-B7A7-9CBBB03B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439B450-0AA0-449E-9276-AA74C7F2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3DE87C6-0B2A-4BE6-81A2-740BF965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FC160F9-460D-4A19-A282-DDC6DC0E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86E5207-4133-42E7-A443-D8243372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21A4334-42E9-450C-9C73-5F3D9938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3870161cd184a5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概念一：统计图选择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统计图选择：按教材明确其定义、条件、表示、性质或步骤。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6DF47CA-1443-440D-A80C-48EA3685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A80EF26-C8B3-4E8D-8A6E-FF9D17AA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BBC234D-1C43-4589-8BAA-509AFA72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45AD379-BC37-4E64-8D3C-F305A4B2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4F52578-5C55-4742-BA2C-103F84DE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36FD72-2464-48F2-9539-A9D42690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C0DB813-FB05-437E-A1D8-20AAA8AF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0dac4cdff2948c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概念二：数据比较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数据比较：按教材明确其定义、条件、表示、性质或步骤。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易错提醒：综合判断图表是否准确表达数据。先审条件，再使用结论。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C9BF467-4453-4C67-BC2B-460F6DB0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5D3A29F-2113-43F2-8256-015FA32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D4DC4DE-0662-4CB6-8818-C908A01D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BCF4807-69B0-45FE-A97F-1B7059B0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53B1EE7-BDD2-4A18-AFA5-8659B578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70D3646-3E44-4C34-8414-46F97C49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2EE0D91-8163-4EC1-BC1A-8784A610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a9f6eed847f46a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小组探究：围绕“综合判断图表是否准确表达数据”设计一次观察、操作或推理，记录现象、猜想和验证依据。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参考思路：先明确条件，再围绕“根据问题目的选择合适图表”形成猜想，最后用定义、计算、图表或反例验证。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E0E226B-07F3-4727-BB21-532759E4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6939769-86C8-41E9-B962-E8C25DAD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049C551-D096-49C1-9BA3-35E5409D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78B2780-2D3E-40FC-B7CD-C86E7742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3365CF8-1EB6-4BF3-BB15-B547A70F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6FDEC1A-8FF2-4646-9978-50F7208A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3EB5BE4-C85E-409B-8E46-8BA100CD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3b50f4ad75943c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只记“统计图选择”的结论，不检查适用条件。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把“根据问题目的选择合适图表”与相近概念或逆命题混淆。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5d63e4dc0964c4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教材例题：例题（对应教材12.2习题典型题）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例题（对应教材12.2习题典型题）：同时展示班级人数、各类占比和一周变化趋势，应分别选哪些图？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选用根据问题目的选择合适图表；3.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教材印刷页175—177：先思考，再对照规范解答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6D4BF81-B5B1-48CC-BD31-B87D6EA5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C17842D-A041-441A-B370-D302FBC5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E8D4FA7-75F0-448A-824E-23318E67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D09BABF-2BB1-45B1-B784-3012DC8F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46D9BE9-E554-4847-9CEE-4D683210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0BA0987-1DA7-4585-AA42-2FDD5C39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ac29fd696f14a2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选择“根据问题目的选择合适图表”对应的方法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人数比较用条形图，占比用扇形图，随时间变化用折线图。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没有先确认“根据问题目的选择合适图表”的条件，或只写结果不写依据。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FDC57D9-7944-4A96-93B3-F2F52B8B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B58D08D-3747-4F6F-99BB-4E786ECC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43579FA-3D03-425C-B7BB-59BD2D9B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21B128B-7576-4A16-B84D-9CE5C9E7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FF63110-6733-4F09-900F-461E7BD9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69B90E-6765-4B46-B4CA-8265333E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B8743D6-58D4-4569-866E-D55FA056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6f6ae368e934fb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基础辨析：判断“使用‘统计图选择’时不需要检查条件，只要结论看起来合理即可”，并说明理由。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变式练习：把Q4的一个条件、数据或表示方式作合理改变，仍用“根据问题目的选择合适图表”解决，并写出检验。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38758B7-255C-45F2-BC7E-BDDDAC3F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931A281-424B-4754-8BD0-D7F2FF07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B2C925F-08A2-42F0-8010-001A29A0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1B86DFF-87B5-4C37-89BB-FF4CEC0C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5BC317E-F355-4D12-8D1D-11813CFC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D3612CE-8690-4F5F-B3B6-F2408452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234a23976dc428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变式练习：把Q4的一个条件、数据或表示方式作合理改变，仍用“根据问题目的选择合适图表”解决，并写出检验。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答案不唯一。评价要点：改变后的条件完整；方法仍属于“根据问题目的选择合适图表”；过程正确；检验与新条件一致。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0900C74-E6FF-463C-B84E-C79CDDC4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87C7EF8-0B73-458F-A896-0037B03E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8A5ACFA-CE7A-496E-8A3A-198877C7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C3596D2-D746-498A-8D0C-6BF89F27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EA11B7E-8030-423B-ACEF-A3DEC2AB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32C11D1-729E-4842-9594-996421B0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0d9701a5eee419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纠错：“研究统计图的选择与综合应用时，只记结论，不必区分条件、过程和依据。”这句话对吗？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当堂检测：选择统计图的首要依据是什么？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6CFDF35-B5E1-4046-8358-30EDDC4B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D3BA9F9-322C-4AA6-9FC0-C42C2A79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28E613C-5690-4334-B2AE-52E9AD82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982B832-8752-4E1F-91A7-97171017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251D0BA-0368-4FD9-80F8-2464F09D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8F1BEF0-A912-4AF9-A8E9-F0063972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722108544a6430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小结参考：本课围绕“统计图的选择与综合应用”，掌握统计图选择、数据比较、分组数据、趋势解释，并能运用根据问题目的选择合适图表。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基础：完成教材12.2习题中的基础题并订正Q5、Q7 提升：当堂检测：选择统计图的首要依据是什么？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我能否：①准确表达统计图选择；②运用根据问题目的选择合适图表；③写清依据并检验？选择“会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67E73B-884D-46FD-BBCD-FC7761DF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4F3C0F2-D3C4-4516-BCD8-A03CE8D7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622048A-4065-4863-8F6A-4F36DDA5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C124A62-0DBB-4EAA-B160-0D5E0BEE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5CEC3B6-578E-4B26-B75B-CD41BFDE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F54F081-164E-484D-A4CE-9F9B8586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2026-08-02T17:50:19.9200000Z</dcterms:created>
  <dcterms:modified xsi:type="dcterms:W3CDTF">2026-08-02T17:50:19.9200000Z</dcterms:modified>
</coreProperties>
</file>