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64018e85e40b5" /><Relationship Type="http://schemas.openxmlformats.org/officeDocument/2006/relationships/extended-properties" Target="/docProps/app.xml" Id="R7492696d630544d3" /><Relationship Type="http://schemas.openxmlformats.org/officeDocument/2006/relationships/officeDocument" Target="/ppt/presentation.xml" Id="R9cfde4ce1564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ebc32cc9e54c4b"/>
    <p:sldMasterId xmlns:r="http://schemas.openxmlformats.org/officeDocument/2006/relationships" id="2147483660" r:id="Ra2002acf54984ec8"/>
  </p:sldMasterIdLst>
  <p:notesMasterIdLst>
    <p:notesMasterId xmlns:r="http://schemas.openxmlformats.org/officeDocument/2006/relationships" r:id="R70f63f9335474b29"/>
  </p:notesMasterIdLst>
  <p:sldIdLst>
    <p:sldId xmlns:r="http://schemas.openxmlformats.org/officeDocument/2006/relationships" id="256" r:id="Ra08498bc042d4c50"/>
    <p:sldId xmlns:r="http://schemas.openxmlformats.org/officeDocument/2006/relationships" id="257" r:id="R32bd3b4e8aff43a7"/>
    <p:sldId xmlns:r="http://schemas.openxmlformats.org/officeDocument/2006/relationships" id="258" r:id="R45d87dbcef284e45"/>
    <p:sldId xmlns:r="http://schemas.openxmlformats.org/officeDocument/2006/relationships" id="259" r:id="R0d1ff8c9c941425b"/>
    <p:sldId xmlns:r="http://schemas.openxmlformats.org/officeDocument/2006/relationships" id="260" r:id="R8918e1a60c374f7c"/>
    <p:sldId xmlns:r="http://schemas.openxmlformats.org/officeDocument/2006/relationships" id="261" r:id="R97abcb81dc3847fe"/>
    <p:sldId xmlns:r="http://schemas.openxmlformats.org/officeDocument/2006/relationships" id="262" r:id="R58ad31b4d8334848"/>
    <p:sldId xmlns:r="http://schemas.openxmlformats.org/officeDocument/2006/relationships" id="263" r:id="Rd9287708291c4201"/>
    <p:sldId xmlns:r="http://schemas.openxmlformats.org/officeDocument/2006/relationships" id="264" r:id="R11d51cf28d5543a5"/>
    <p:sldId xmlns:r="http://schemas.openxmlformats.org/officeDocument/2006/relationships" id="265" r:id="R412b51dd26c94c22"/>
    <p:sldId xmlns:r="http://schemas.openxmlformats.org/officeDocument/2006/relationships" id="266" r:id="R3c020e420319469c"/>
    <p:sldId xmlns:r="http://schemas.openxmlformats.org/officeDocument/2006/relationships" id="267" r:id="R013e4977f9ef4559"/>
    <p:sldId xmlns:r="http://schemas.openxmlformats.org/officeDocument/2006/relationships" id="268" r:id="R030ecdbd98544e1b"/>
    <p:sldId xmlns:r="http://schemas.openxmlformats.org/officeDocument/2006/relationships" id="269" r:id="R5b192c7f185646f7"/>
    <p:sldId xmlns:r="http://schemas.openxmlformats.org/officeDocument/2006/relationships" id="270" r:id="R994972d7e70c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466a5113064204" /><Relationship Type="http://schemas.openxmlformats.org/officeDocument/2006/relationships/slideMaster" Target="/ppt/slideMasters/slideMaster1.xml" Id="Rbfebc32cc9e54c4b" /><Relationship Type="http://schemas.openxmlformats.org/officeDocument/2006/relationships/slideMaster" Target="/ppt/slideMasters/slideMaster2.xml" Id="Ra2002acf54984ec8" /><Relationship Type="http://schemas.openxmlformats.org/officeDocument/2006/relationships/notesMaster" Target="/ppt/notesMasters/notesMaster1.xml" Id="R70f63f9335474b29" /><Relationship Type="http://schemas.openxmlformats.org/officeDocument/2006/relationships/presProps" Target="/ppt/presProps.xml" Id="R4fdb822ce52c4cc0" /><Relationship Type="http://schemas.openxmlformats.org/officeDocument/2006/relationships/viewProps" Target="/ppt/viewProps.xml" Id="R65457a70b2d34439" /><Relationship Type="http://schemas.openxmlformats.org/officeDocument/2006/relationships/tableStyles" Target="/ppt/tableStyles.xml" Id="R285ef7e0aaed491a" /><Relationship Type="http://schemas.openxmlformats.org/officeDocument/2006/relationships/slide" Target="/ppt/slides/slide1.xml" Id="Ra08498bc042d4c50" /><Relationship Type="http://schemas.openxmlformats.org/officeDocument/2006/relationships/slide" Target="/ppt/slides/slide2.xml" Id="R32bd3b4e8aff43a7" /><Relationship Type="http://schemas.openxmlformats.org/officeDocument/2006/relationships/slide" Target="/ppt/slides/slide3.xml" Id="R45d87dbcef284e45" /><Relationship Type="http://schemas.openxmlformats.org/officeDocument/2006/relationships/slide" Target="/ppt/slides/slide4.xml" Id="R0d1ff8c9c941425b" /><Relationship Type="http://schemas.openxmlformats.org/officeDocument/2006/relationships/slide" Target="/ppt/slides/slide5.xml" Id="R8918e1a60c374f7c" /><Relationship Type="http://schemas.openxmlformats.org/officeDocument/2006/relationships/slide" Target="/ppt/slides/slide6.xml" Id="R97abcb81dc3847fe" /><Relationship Type="http://schemas.openxmlformats.org/officeDocument/2006/relationships/slide" Target="/ppt/slides/slide7.xml" Id="R58ad31b4d8334848" /><Relationship Type="http://schemas.openxmlformats.org/officeDocument/2006/relationships/slide" Target="/ppt/slides/slide8.xml" Id="Rd9287708291c4201" /><Relationship Type="http://schemas.openxmlformats.org/officeDocument/2006/relationships/slide" Target="/ppt/slides/slide9.xml" Id="R11d51cf28d5543a5" /><Relationship Type="http://schemas.openxmlformats.org/officeDocument/2006/relationships/slide" Target="/ppt/slides/slide10.xml" Id="R412b51dd26c94c22" /><Relationship Type="http://schemas.openxmlformats.org/officeDocument/2006/relationships/slide" Target="/ppt/slides/slide11.xml" Id="R3c020e420319469c" /><Relationship Type="http://schemas.openxmlformats.org/officeDocument/2006/relationships/slide" Target="/ppt/slides/slide12.xml" Id="R013e4977f9ef4559" /><Relationship Type="http://schemas.openxmlformats.org/officeDocument/2006/relationships/slide" Target="/ppt/slides/slide13.xml" Id="R030ecdbd98544e1b" /><Relationship Type="http://schemas.openxmlformats.org/officeDocument/2006/relationships/slide" Target="/ppt/slides/slide14.xml" Id="R5b192c7f185646f7" /><Relationship Type="http://schemas.openxmlformats.org/officeDocument/2006/relationships/slide" Target="/ppt/slides/slide15.xml" Id="R994972d7e70c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352147e3fea47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4f35cc32d415d" /><Relationship Type="http://schemas.openxmlformats.org/officeDocument/2006/relationships/notesMaster" Target="/ppt/notesMasters/notesMaster1.xml" Id="R038b176081f4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d1cde026704eb7" /><Relationship Type="http://schemas.openxmlformats.org/officeDocument/2006/relationships/notesMaster" Target="/ppt/notesMasters/notesMaster1.xml" Id="R0208dac3be5a4f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88a4fd6705491a" /><Relationship Type="http://schemas.openxmlformats.org/officeDocument/2006/relationships/notesMaster" Target="/ppt/notesMasters/notesMaster1.xml" Id="R483e6bd10ca5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66ae23dba84815" /><Relationship Type="http://schemas.openxmlformats.org/officeDocument/2006/relationships/notesMaster" Target="/ppt/notesMasters/notesMaster1.xml" Id="R4e63d7f9286945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ddfeb8d187464c" /><Relationship Type="http://schemas.openxmlformats.org/officeDocument/2006/relationships/notesMaster" Target="/ppt/notesMasters/notesMaster1.xml" Id="R3a5f5faffe83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85566970b340af" /><Relationship Type="http://schemas.openxmlformats.org/officeDocument/2006/relationships/notesMaster" Target="/ppt/notesMasters/notesMaster1.xml" Id="R57cfccc07ca7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0c4647e49f4af4" /><Relationship Type="http://schemas.openxmlformats.org/officeDocument/2006/relationships/notesMaster" Target="/ppt/notesMasters/notesMaster1.xml" Id="R74dc6fc12b3648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24900b9bcc4cbf" /><Relationship Type="http://schemas.openxmlformats.org/officeDocument/2006/relationships/notesMaster" Target="/ppt/notesMasters/notesMaster1.xml" Id="R1bd57a01d30d41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3141da928b415e" /><Relationship Type="http://schemas.openxmlformats.org/officeDocument/2006/relationships/notesMaster" Target="/ppt/notesMasters/notesMaster1.xml" Id="Rd93039fa2f3c4e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7a2d5f9a384b1c" /><Relationship Type="http://schemas.openxmlformats.org/officeDocument/2006/relationships/notesMaster" Target="/ppt/notesMasters/notesMaster1.xml" Id="Rde9d9b8f779841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f6a8a44fd14526" /><Relationship Type="http://schemas.openxmlformats.org/officeDocument/2006/relationships/notesMaster" Target="/ppt/notesMasters/notesMaster1.xml" Id="Rbcee7eca3f3541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10a513c1cc4d2f" /><Relationship Type="http://schemas.openxmlformats.org/officeDocument/2006/relationships/notesMaster" Target="/ppt/notesMasters/notesMaster1.xml" Id="R67f8c0769c414c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3eb7b81bdf44df" /><Relationship Type="http://schemas.openxmlformats.org/officeDocument/2006/relationships/notesMaster" Target="/ppt/notesMasters/notesMaster1.xml" Id="R2ed423b8bca94b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18999c00e444c0" /><Relationship Type="http://schemas.openxmlformats.org/officeDocument/2006/relationships/notesMaster" Target="/ppt/notesMasters/notesMaster1.xml" Id="R95e95900c09f45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4519cf59474759" /><Relationship Type="http://schemas.openxmlformats.org/officeDocument/2006/relationships/notesMaster" Target="/ppt/notesMasters/notesMaster1.xml" Id="R56c5dbde2ba8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从教材印刷页188—192进入《白昼时长规律的探究》。说明本课在第12章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人教版《义务教育教科书·数学七年级下册》，印刷页188—192。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形成第一个核心概念：数据收集。要求学生标出对象、条件、表示和作用。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形成第二个核心概念或方法：统计图。与前一概念对比，避免相近知识混淆。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呈现Q4，保留独立思考时间。题型对应教材印刷页188—192的例题或典型任务。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人教版《义务教育教科书·数学七年级下册》，印刷页188—192。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19cba4bbb4a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cd4ecfff440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1c1c21a6c48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14d08309448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88142591d40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245d091a24b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349fe30ce47b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63527126f43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5b853b671403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ba5693eff43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347c9d5a244f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4dca71674c44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9a9afddaf74fb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9c66a8521486e" /><Relationship Type="http://schemas.openxmlformats.org/officeDocument/2006/relationships/slideLayout" Target="/ppt/slideLayouts/slideLayout1.xml" Id="Re04724698d6b4110" /><Relationship Type="http://schemas.openxmlformats.org/officeDocument/2006/relationships/slideLayout" Target="/ppt/slideLayouts/slideLayout2.xml" Id="Rbad2b0483ddc4cdc" /><Relationship Type="http://schemas.openxmlformats.org/officeDocument/2006/relationships/slideLayout" Target="/ppt/slideLayouts/slideLayout3.xml" Id="R58a902aa3ae14266" /><Relationship Type="http://schemas.openxmlformats.org/officeDocument/2006/relationships/slideLayout" Target="/ppt/slideLayouts/slideLayout4.xml" Id="Rb8c0bd67059b4589" /><Relationship Type="http://schemas.openxmlformats.org/officeDocument/2006/relationships/slideLayout" Target="/ppt/slideLayouts/slideLayout5.xml" Id="R23c8d51f0a2e4c88" /><Relationship Type="http://schemas.openxmlformats.org/officeDocument/2006/relationships/slideLayout" Target="/ppt/slideLayouts/slideLayout6.xml" Id="R72f4038ef8f74c62" /><Relationship Type="http://schemas.openxmlformats.org/officeDocument/2006/relationships/slideLayout" Target="/ppt/slideLayouts/slideLayout7.xml" Id="R91437c19063a4270" /><Relationship Type="http://schemas.openxmlformats.org/officeDocument/2006/relationships/slideLayout" Target="/ppt/slideLayouts/slideLayout8.xml" Id="R76e67df573f34a1f" /><Relationship Type="http://schemas.openxmlformats.org/officeDocument/2006/relationships/slideLayout" Target="/ppt/slideLayouts/slideLayout9.xml" Id="R329ef60273d24315" /><Relationship Type="http://schemas.openxmlformats.org/officeDocument/2006/relationships/slideLayout" Target="/ppt/slideLayouts/slideLayout10.xml" Id="Rd4bec009b15641bd" /><Relationship Type="http://schemas.openxmlformats.org/officeDocument/2006/relationships/slideLayout" Target="/ppt/slideLayouts/slideLayout11.xml" Id="R104b409d6b6e478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c752f7d06934765" /><Relationship Type="http://schemas.openxmlformats.org/officeDocument/2006/relationships/slideLayout" Target="/ppt/slideLayouts/slideLayout12.xml" Id="R45b7a6f7fe5544cb" /><Relationship Type="http://schemas.openxmlformats.org/officeDocument/2006/relationships/slideLayout" Target="/ppt/slideLayouts/slideLayout13.xml" Id="R1e98c738825849c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724698d6b4110"/>
    <p:sldLayoutId xmlns:r="http://schemas.openxmlformats.org/officeDocument/2006/relationships" id="2147483650" r:id="Rbad2b0483ddc4cdc"/>
    <p:sldLayoutId xmlns:r="http://schemas.openxmlformats.org/officeDocument/2006/relationships" id="2147483651" r:id="R58a902aa3ae14266"/>
    <p:sldLayoutId xmlns:r="http://schemas.openxmlformats.org/officeDocument/2006/relationships" id="2147483652" r:id="Rb8c0bd67059b4589"/>
    <p:sldLayoutId xmlns:r="http://schemas.openxmlformats.org/officeDocument/2006/relationships" id="2147483653" r:id="R23c8d51f0a2e4c88"/>
    <p:sldLayoutId xmlns:r="http://schemas.openxmlformats.org/officeDocument/2006/relationships" id="2147483654" r:id="R72f4038ef8f74c62"/>
    <p:sldLayoutId xmlns:r="http://schemas.openxmlformats.org/officeDocument/2006/relationships" id="2147483655" r:id="R91437c19063a4270"/>
    <p:sldLayoutId xmlns:r="http://schemas.openxmlformats.org/officeDocument/2006/relationships" id="2147483656" r:id="R76e67df573f34a1f"/>
    <p:sldLayoutId xmlns:r="http://schemas.openxmlformats.org/officeDocument/2006/relationships" id="2147483657" r:id="R329ef60273d24315"/>
    <p:sldLayoutId xmlns:r="http://schemas.openxmlformats.org/officeDocument/2006/relationships" id="2147483658" r:id="Rd4bec009b15641bd"/>
    <p:sldLayoutId xmlns:r="http://schemas.openxmlformats.org/officeDocument/2006/relationships" id="2147483659" r:id="R104b409d6b6e478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5b7a6f7fe5544cb"/>
    <p:sldLayoutId xmlns:r="http://schemas.openxmlformats.org/officeDocument/2006/relationships" id="2147483662" r:id="R1e98c738825849c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351e3cf0314c69" /><Relationship Type="http://schemas.openxmlformats.org/officeDocument/2006/relationships/image" Target="/ppt/media/image.jpeg" Id="R0e7641b5b31b4a26" /><Relationship Type="http://schemas.openxmlformats.org/officeDocument/2006/relationships/notesSlide" Target="/ppt/notesSlides/notesSlide1.xml" Id="R19c3f292ecc6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31f5233d61429b" /><Relationship Type="http://schemas.openxmlformats.org/officeDocument/2006/relationships/image" Target="/ppt/media/image2.jpeg" Id="R161b9c0a1dff4e43" /><Relationship Type="http://schemas.openxmlformats.org/officeDocument/2006/relationships/image" Target="/ppt/media/image.svg" Id="Rb94378bcf6fb4f68" /><Relationship Type="http://schemas.openxmlformats.org/officeDocument/2006/relationships/image" Target="/ppt/media/image.jpeg" Id="Rdc40bff0a38b463f" /><Relationship Type="http://schemas.openxmlformats.org/officeDocument/2006/relationships/image" Target="/ppt/media/image2.svg" Id="Rbb4388901d934964" /><Relationship Type="http://schemas.openxmlformats.org/officeDocument/2006/relationships/image" Target="/ppt/media/image3.jpeg" Id="R809d64e1496d47d7" /><Relationship Type="http://schemas.openxmlformats.org/officeDocument/2006/relationships/image" Target="/ppt/media/image3.svg" Id="R5720c04a534a40a9" /><Relationship Type="http://schemas.openxmlformats.org/officeDocument/2006/relationships/image" Target="/ppt/media/image4.jpeg" Id="R3f141022af0f4619" /><Relationship Type="http://schemas.openxmlformats.org/officeDocument/2006/relationships/image" Target="/ppt/media/image4.svg" Id="Rd33f638d0bfe4b15" /><Relationship Type="http://schemas.openxmlformats.org/officeDocument/2006/relationships/notesSlide" Target="/ppt/notesSlides/notesSlide2.xml" Id="Re742a23b1c8943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3d716f12d924fbb" /><Relationship Type="http://schemas.openxmlformats.org/officeDocument/2006/relationships/image" Target="/ppt/media/image2.jpeg" Id="Rdf0e39f0ff704b82" /><Relationship Type="http://schemas.openxmlformats.org/officeDocument/2006/relationships/notesSlide" Target="/ppt/notesSlides/notesSlide3.xml" Id="Rb11ceed796a94d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233e262bca4217" /><Relationship Type="http://schemas.openxmlformats.org/officeDocument/2006/relationships/image" Target="/ppt/media/image2.jpeg" Id="R926b2f5dded843c9" /><Relationship Type="http://schemas.openxmlformats.org/officeDocument/2006/relationships/notesSlide" Target="/ppt/notesSlides/notesSlide4.xml" Id="Rc987bea15e654f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d352d21ea84b0a" /><Relationship Type="http://schemas.openxmlformats.org/officeDocument/2006/relationships/image" Target="/ppt/media/image2.jpeg" Id="R9f53f4cee6a344cc" /><Relationship Type="http://schemas.openxmlformats.org/officeDocument/2006/relationships/notesSlide" Target="/ppt/notesSlides/notesSlide5.xml" Id="R50a5baca2c134e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48f07667d0461b" /><Relationship Type="http://schemas.openxmlformats.org/officeDocument/2006/relationships/image" Target="/ppt/media/image2.jpeg" Id="R6001fa2f6fa24732" /><Relationship Type="http://schemas.openxmlformats.org/officeDocument/2006/relationships/notesSlide" Target="/ppt/notesSlides/notesSlide6.xml" Id="R47c9707ea0b743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e90225603c4e78" /><Relationship Type="http://schemas.openxmlformats.org/officeDocument/2006/relationships/image" Target="/ppt/media/image2.jpeg" Id="R723dad074df14eeb" /><Relationship Type="http://schemas.openxmlformats.org/officeDocument/2006/relationships/notesSlide" Target="/ppt/notesSlides/notesSlide7.xml" Id="R181f4e7755e743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22de4d0f5914509" /><Relationship Type="http://schemas.openxmlformats.org/officeDocument/2006/relationships/image" Target="/ppt/media/image2.jpeg" Id="Rdf9fef77ab9440dc" /><Relationship Type="http://schemas.openxmlformats.org/officeDocument/2006/relationships/notesSlide" Target="/ppt/notesSlides/notesSlide8.xml" Id="R5db1d80ba45040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1e79541560463a" /><Relationship Type="http://schemas.openxmlformats.org/officeDocument/2006/relationships/image" Target="/ppt/media/image2.jpeg" Id="R150ba25779d040cb" /><Relationship Type="http://schemas.openxmlformats.org/officeDocument/2006/relationships/notesSlide" Target="/ppt/notesSlides/notesSlide9.xml" Id="R87a42c18b39148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f4dc6de155e42c3" /><Relationship Type="http://schemas.openxmlformats.org/officeDocument/2006/relationships/image" Target="/ppt/media/image2.jpeg" Id="R6fd40e65a2de4d39" /><Relationship Type="http://schemas.openxmlformats.org/officeDocument/2006/relationships/notesSlide" Target="/ppt/notesSlides/notesSlide10.xml" Id="R5f3e6d97f02b46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b49fea6a6d41e0" /><Relationship Type="http://schemas.openxmlformats.org/officeDocument/2006/relationships/image" Target="/ppt/media/image2.jpeg" Id="Rf8c1791cf8184602" /><Relationship Type="http://schemas.openxmlformats.org/officeDocument/2006/relationships/notesSlide" Target="/ppt/notesSlides/notesSlide11.xml" Id="Red91b6057b2b4d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70312cb3b244ce" /><Relationship Type="http://schemas.openxmlformats.org/officeDocument/2006/relationships/image" Target="/ppt/media/image2.jpeg" Id="Rd34a52eb2ec5446c" /><Relationship Type="http://schemas.openxmlformats.org/officeDocument/2006/relationships/notesSlide" Target="/ppt/notesSlides/notesSlide12.xml" Id="Rf4344a67d6ef4d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ff56970ae9a49e2" /><Relationship Type="http://schemas.openxmlformats.org/officeDocument/2006/relationships/image" Target="/ppt/media/image2.jpeg" Id="R60a8f2b835534dc3" /><Relationship Type="http://schemas.openxmlformats.org/officeDocument/2006/relationships/notesSlide" Target="/ppt/notesSlides/notesSlide13.xml" Id="R320b7d4938384a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a5b6e0b8324a4c" /><Relationship Type="http://schemas.openxmlformats.org/officeDocument/2006/relationships/image" Target="/ppt/media/image2.jpeg" Id="R0bb2f60d89964f02" /><Relationship Type="http://schemas.openxmlformats.org/officeDocument/2006/relationships/notesSlide" Target="/ppt/notesSlides/notesSlide14.xml" Id="R5011667a6cf349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07e7c9dc4c4197" /><Relationship Type="http://schemas.openxmlformats.org/officeDocument/2006/relationships/image" Target="/ppt/media/image5.jpeg" Id="R7df58895a0204130" /><Relationship Type="http://schemas.openxmlformats.org/officeDocument/2006/relationships/notesSlide" Target="/ppt/notesSlides/notesSlide15.xml" Id="R9d9d125049c548b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7641b5b31b4a2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综合与实践 白昼时长规律的探究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教材印刷页188—192 · 综合实践课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61b9c0a1dff4e4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0bff0a38b463f">
            <a:extLst>
              <a:ext uri="{96DAC541-7B7A-43D3-8B79-37D633B846F1}">
                <asvg:svgBlip xmlns:asvg="http://schemas.microsoft.com/office/drawing/2016/SVG/main" r:embed="Rb94378bcf6fb4f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通过阅读、观察或操作，准确说出数据收集、统计图、趋势描述、周期规律、合作研究的含义、表示或基本步骤。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b9c0a1dff4e43">
            <a:extLst>
              <a:ext uri="{96DAC541-7B7A-43D3-8B79-37D633B846F1}">
                <asvg:svgBlip xmlns:asvg="http://schemas.microsoft.com/office/drawing/2016/SVG/main" r:embed="Rbb4388901d9349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在Q2—Q4中运用“用数据和图表描述白昼时长变化规律”，能用完整语言、式子、图形或图表说明依据。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d64e1496d47d7">
            <a:extLst>
              <a:ext uri="{96DAC541-7B7A-43D3-8B79-37D633B846F1}">
                <asvg:svgBlip xmlns:asvg="http://schemas.microsoft.com/office/drawing/2016/SVG/main" r:embed="R5720c04a534a40a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在基础与变式练习中运用“用数据和图表描述白昼时长变化规律”解决同类问题，并对结果进行检验。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41022af0f4619">
            <a:extLst>
              <a:ext uri="{96DAC541-7B7A-43D3-8B79-37D633B846F1}">
                <asvg:svgBlip xmlns:asvg="http://schemas.microsoft.com/office/drawing/2016/SVG/main" r:embed="Rd33f638d0bfe4b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0e39f0ff704b8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对应印刷页188—192。先读图、读表或读题，圈出已知和所求。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调用学生已经学习第十二章统计方法、平面直角坐标系，具备基本观察、计算、作图或整理数据的经验。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聚焦数据收集、统计图、趋势描述、周期规律、合作研究，不急于抄结论。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6632991-5104-4F51-8E17-138EF80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B66C83C-9B33-47F1-B1EA-F6BD0537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332E282-E5CB-47F9-B677-AFEDA09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D0CBE13-32A9-435B-ABF9-265DA157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EE73E38-1365-4D3F-9E8D-E4D85B22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DC66AF-E6E0-4D9E-8292-D62E885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4ABDEA8-830D-4136-88B5-7922B17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F2846A-2A63-4E96-ACFB-6638563B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19118B4-EF3C-4AB1-A7E1-937EA47E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E36B8A3-6C74-4556-9F2F-9A378837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63129B5-1B4F-4C61-9F06-532DE76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2C9064-9900-4879-913E-2D191E27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7801C3-A9EF-4825-AB7A-3532830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2139F14-7ED6-4354-AFE0-AA96CD4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9B9315D-0653-4A95-A1DB-3B3185F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9C5465F-4471-47AB-A8C4-AECA7323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470F825-0EC6-460E-8B49-7B1DDD3D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967075E-CE64-4A09-B79C-CA6C121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974230C-8A30-4C31-BCA3-8A5679A8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5CB5CA9-BE69-477B-BD68-1DA74A4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5E4E767-EAF6-4D2C-B0CF-5370AC45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F2555CB-D9D2-4EEC-93B0-E7D37659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909DE2B-A2F8-44C1-9883-1D054AE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332D86-EAD8-4578-B4AD-F5E2A445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6b2f5dded843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旧知回顾：回顾“第十二章统计方法”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回顾“第十二章统计方法”：写出一条与本课有关的定义、性质或计算规则。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参考要点：正确表述“第十二章统计方法”的核心含义，并说明它与“数据收集”的联系。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8069CAB-52AD-487C-8E62-C76FC8D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C214000-1010-4111-94F8-C257F914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D3F7325-9A45-4F8F-A8DB-F526BDB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6FFC69-2BBA-4CF9-9AB6-DDD76CB0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74F9AB7-93C9-47F9-964A-5B58C52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8BCA1C-8A4F-47A5-8854-2DB2DAE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B633975-A97E-4659-BC08-D085F49D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f53f4cee6a344c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阅读教材印刷页188—192，圈出“数据收集、统计图、趋势描述、周期规律、合作研究”，分别用一句话记录它们解决什么问题。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小组探究：围绕“控制变量、解释地区差异并评价结论”设计一次观察、操作或推理，记录现象、猜想和验证依据。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围绕“用数据和图表描述白昼时长变化规律”说明理由；同伴只追问条件和依据。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FBD6B76-EE17-4AEB-BBCB-F563EA75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62018DE-2211-4034-B7FC-332D0C5C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235D277-D32F-4CAB-9130-DB173D5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4756D7F-F5C0-479D-98D0-B9D2C254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7F455D0-5722-4A19-BA34-A3E97B7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8FBBCD-F8DE-4F44-AE1D-C1652E2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01fa2f6fa2473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概念一：数据收集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数据收集：按教材明确其定义、条件、表示、性质或步骤。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8B70C86-6EE9-4E21-8A20-70CD556B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92F7974-1046-47E0-9E68-360305B6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4D29072-FB7F-4A38-B53C-1BFA0655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73C9461-A7F5-4EEC-AB98-45B8984D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6C94653-A7C5-455B-81B7-EF05AF2D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47A905-233C-4EEA-8E18-34F7A2BD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A26A90E-DFAD-4C1F-8E20-C666D842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23dad074df14e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概念二：统计图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统计图：按教材明确其定义、条件、表示、性质或步骤。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易错提醒：控制变量、解释地区差异并评价结论。先审条件，再使用结论。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5C7367E-DB98-4545-8F98-5111B20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C23C3B7-57F3-4606-88D6-73745D1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C02974B-FD28-4F59-9FC5-94F808C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F8F39A4-1AAA-4201-B1A2-AD856EA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6EE3B52-974F-460A-B8B9-8D049E7B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BBCF1D9-E285-41DD-A50A-AB0839F6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D68F960-B3B4-4670-B8BB-90BBDE0E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9fef77ab9440d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小组探究：围绕“控制变量、解释地区差异并评价结论”设计一次观察、操作或推理，记录现象、猜想和验证依据。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参考思路：先明确条件，再围绕“用数据和图表描述白昼时长变化规律”形成猜想，最后用定义、计算、图表或反例验证。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98E99DF-5F58-4B02-9B9C-8682FE48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7A18181-1F7C-449E-A301-F0E774C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AE88728-A1C0-43E3-8AE9-8C38FD56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786C8A9-EAD9-4052-A440-AF7F623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823F79F-8496-4BD1-824A-DC7C15B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88B788-D3B7-4EB9-A74D-12BF2FDD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88AE75F-E86B-441A-B5F8-B7337FCA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0ba25779d040c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只记“数据收集”的结论，不检查适用条件。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把“用数据和图表描述白昼时长变化规律”与相近概念或逆命题混淆。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fd40e65a2de4d3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教材例题：例题（对应综合与实践“白昼时长规律的探究”）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例题（对应综合与实践“白昼时长规律的探究”）：记录某地每月15日白昼时长，选择什么图最适合观察全年变化？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选用用数据和图表描述白昼时长变化规律；3.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教材印刷页188—192：先思考，再对照规范解答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4E58BD-12DE-480C-A886-3DADDB75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17E2140-27F7-4E35-910F-0C0123D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F1E6FE8-70A1-4C16-B561-D26DA2C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6174776-B6C1-4817-96D2-F0E02905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644D237-0DEC-4168-BE2D-07C086D7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6A7F94-BC9A-4334-81BE-14550A73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8c1791cf81846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选择“用数据和图表描述白昼时长变化规律”对应的方法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折线图；月份有顺序，折线能清楚呈现随时间的周期变化。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没有先确认“用数据和图表描述白昼时长变化规律”的条件，或只写结果不写依据。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BDAE721-473C-45F6-A4C2-5D1D907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B71AFA-0873-4DFF-A7D0-CE0C941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D1F678C-1159-4575-9169-A215B07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93534C7-7C5D-4E82-8974-81FFEF9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99F3E8A-6DA2-4B47-B9B5-D512FD8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4D8A59-47FC-4C24-86C7-FF4900B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2307492-E52E-45E6-A655-1CC60E0A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4a52eb2ec5446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基础辨析：判断“使用‘数据收集’时不需要检查条件，只要结论看起来合理即可”，并说明理由。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变式练习：把Q4的一个条件、数据或表示方式作合理改变，仍用“用数据和图表描述白昼时长变化规律”解决，并写出检验。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2821B65-B2F1-4F25-91B2-3D4117D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270638E-A654-4F67-AE55-1658E84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5FAFBEE-BD5D-41EE-8102-6DA3DB3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EFEC53C-CEFE-4887-AA20-8E8BB7E1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FD2D285-C4FF-4AAB-98D6-7EEC01D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FBFD8D-4561-49A6-8828-827A38A7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a8f2b835534dc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变式练习：把Q4的一个条件、数据或表示方式作合理改变，仍用“用数据和图表描述白昼时长变化规律”解决，并写出检验。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答案不唯一。评价要点：改变后的条件完整；方法仍属于“用数据和图表描述白昼时长变化规律”；过程正确；检验与新条件一致。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0A0F13-01B5-41C7-BD79-A3526722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C4C1908-A022-4AE2-9E9A-BF002BF7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DA57055-8649-46FE-B68D-1CF9D3DE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1916B73-55E6-4F10-B7DB-17682DD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D43E966-9CE4-448A-9955-23CEB46E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8FC4A9-BFAB-4448-A290-B3E11A55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b2f60d89964f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纠错：“研究白昼时长规律的探究时，只记结论，不必区分条件、过程和依据。”这句话对吗？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当堂检测：对白昼时长规律作结论时，应说明哪些限制？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9EA3E1-5296-4CB6-BD37-B74B816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AEBA116-083F-430A-BB17-2563B2F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5C22884-E219-4B52-85AB-905711A1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FBA415-D5AE-429F-9336-291F8BBD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4E963E-E6A0-4BBB-A232-C3801BD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086339-12F1-4096-94FC-4C685F31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df58895a020413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小结参考：本课围绕“白昼时长规律的探究”，掌握数据收集、统计图、趋势描述、周期规律、合作研究，并能运用用数据和图表描述白昼时长变化规律。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基础：完成团队方案、数据图表、成果展示与评价中的基础题并订正Q5、Q7 提升：当堂检测：对白昼时长规律作结论时，应说明哪些限制？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我能否：①准确表达数据收集；②运用用数据和图表描述白昼时长变化规律；③写清依据并检验？选择“会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6777872-881B-4D44-8B74-91FF8ED0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0F9FE01-93F9-4C33-8D7A-CC4ED504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F95B4AE-855C-444A-9A9D-F4AB9CF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4463B47-E98C-4043-8AA9-9006B6C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FEC0F4A-AA30-4515-99DC-1E5F6A5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E68D3A6-5955-496E-8F92-27A8DB0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2026-08-02T17:50:22.9380000Z</dcterms:created>
  <dcterms:modified xsi:type="dcterms:W3CDTF">2026-08-02T17:50:22.9380000Z</dcterms:modified>
</coreProperties>
</file>