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d83a4aff784ea3" /><Relationship Type="http://schemas.openxmlformats.org/officeDocument/2006/relationships/extended-properties" Target="/docProps/app.xml" Id="R1fb20928d2ab4c51" /><Relationship Type="http://schemas.openxmlformats.org/officeDocument/2006/relationships/officeDocument" Target="/ppt/presentation.xml" Id="R0e0ffb8eb99b4e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dfe6fa579f4330"/>
    <p:sldMasterId xmlns:r="http://schemas.openxmlformats.org/officeDocument/2006/relationships" id="2147483660" r:id="R7d5f614f3e604740"/>
  </p:sldMasterIdLst>
  <p:notesMasterIdLst>
    <p:notesMasterId xmlns:r="http://schemas.openxmlformats.org/officeDocument/2006/relationships" r:id="Recf8cae1e39d4113"/>
  </p:notesMasterIdLst>
  <p:sldIdLst>
    <p:sldId xmlns:r="http://schemas.openxmlformats.org/officeDocument/2006/relationships" id="256" r:id="R519e5a696a7f4646"/>
    <p:sldId xmlns:r="http://schemas.openxmlformats.org/officeDocument/2006/relationships" id="257" r:id="R766fd0decfa1425b"/>
    <p:sldId xmlns:r="http://schemas.openxmlformats.org/officeDocument/2006/relationships" id="258" r:id="Rd886afbed7724e2a"/>
    <p:sldId xmlns:r="http://schemas.openxmlformats.org/officeDocument/2006/relationships" id="259" r:id="R081600bb3823430e"/>
    <p:sldId xmlns:r="http://schemas.openxmlformats.org/officeDocument/2006/relationships" id="260" r:id="Rc274f711c86d4f20"/>
    <p:sldId xmlns:r="http://schemas.openxmlformats.org/officeDocument/2006/relationships" id="261" r:id="R92f2dabd9aa34c81"/>
    <p:sldId xmlns:r="http://schemas.openxmlformats.org/officeDocument/2006/relationships" id="262" r:id="R85860e1953fb4f67"/>
    <p:sldId xmlns:r="http://schemas.openxmlformats.org/officeDocument/2006/relationships" id="263" r:id="Rb0ba7f66405d44e0"/>
    <p:sldId xmlns:r="http://schemas.openxmlformats.org/officeDocument/2006/relationships" id="264" r:id="R437dd2dc06f0401f"/>
    <p:sldId xmlns:r="http://schemas.openxmlformats.org/officeDocument/2006/relationships" id="265" r:id="R7b27eca426f74bf4"/>
    <p:sldId xmlns:r="http://schemas.openxmlformats.org/officeDocument/2006/relationships" id="266" r:id="Rcea1ad556def4542"/>
    <p:sldId xmlns:r="http://schemas.openxmlformats.org/officeDocument/2006/relationships" id="267" r:id="R9634ee06160649a7"/>
    <p:sldId xmlns:r="http://schemas.openxmlformats.org/officeDocument/2006/relationships" id="268" r:id="R92693c9b859a424e"/>
    <p:sldId xmlns:r="http://schemas.openxmlformats.org/officeDocument/2006/relationships" id="269" r:id="Rf52d79347eba4214"/>
    <p:sldId xmlns:r="http://schemas.openxmlformats.org/officeDocument/2006/relationships" id="270" r:id="R64421ee0540144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ab0ea5527246bb" /><Relationship Type="http://schemas.openxmlformats.org/officeDocument/2006/relationships/slideMaster" Target="/ppt/slideMasters/slideMaster1.xml" Id="Re1dfe6fa579f4330" /><Relationship Type="http://schemas.openxmlformats.org/officeDocument/2006/relationships/slideMaster" Target="/ppt/slideMasters/slideMaster2.xml" Id="R7d5f614f3e604740" /><Relationship Type="http://schemas.openxmlformats.org/officeDocument/2006/relationships/notesMaster" Target="/ppt/notesMasters/notesMaster1.xml" Id="Recf8cae1e39d4113" /><Relationship Type="http://schemas.openxmlformats.org/officeDocument/2006/relationships/presProps" Target="/ppt/presProps.xml" Id="R78b790259f4a4ae7" /><Relationship Type="http://schemas.openxmlformats.org/officeDocument/2006/relationships/viewProps" Target="/ppt/viewProps.xml" Id="R9ab85100be3841a7" /><Relationship Type="http://schemas.openxmlformats.org/officeDocument/2006/relationships/tableStyles" Target="/ppt/tableStyles.xml" Id="Rb0aeda3cd0284fba" /><Relationship Type="http://schemas.openxmlformats.org/officeDocument/2006/relationships/slide" Target="/ppt/slides/slide1.xml" Id="R519e5a696a7f4646" /><Relationship Type="http://schemas.openxmlformats.org/officeDocument/2006/relationships/slide" Target="/ppt/slides/slide2.xml" Id="R766fd0decfa1425b" /><Relationship Type="http://schemas.openxmlformats.org/officeDocument/2006/relationships/slide" Target="/ppt/slides/slide3.xml" Id="Rd886afbed7724e2a" /><Relationship Type="http://schemas.openxmlformats.org/officeDocument/2006/relationships/slide" Target="/ppt/slides/slide4.xml" Id="R081600bb3823430e" /><Relationship Type="http://schemas.openxmlformats.org/officeDocument/2006/relationships/slide" Target="/ppt/slides/slide5.xml" Id="Rc274f711c86d4f20" /><Relationship Type="http://schemas.openxmlformats.org/officeDocument/2006/relationships/slide" Target="/ppt/slides/slide6.xml" Id="R92f2dabd9aa34c81" /><Relationship Type="http://schemas.openxmlformats.org/officeDocument/2006/relationships/slide" Target="/ppt/slides/slide7.xml" Id="R85860e1953fb4f67" /><Relationship Type="http://schemas.openxmlformats.org/officeDocument/2006/relationships/slide" Target="/ppt/slides/slide8.xml" Id="Rb0ba7f66405d44e0" /><Relationship Type="http://schemas.openxmlformats.org/officeDocument/2006/relationships/slide" Target="/ppt/slides/slide9.xml" Id="R437dd2dc06f0401f" /><Relationship Type="http://schemas.openxmlformats.org/officeDocument/2006/relationships/slide" Target="/ppt/slides/slide10.xml" Id="R7b27eca426f74bf4" /><Relationship Type="http://schemas.openxmlformats.org/officeDocument/2006/relationships/slide" Target="/ppt/slides/slide11.xml" Id="Rcea1ad556def4542" /><Relationship Type="http://schemas.openxmlformats.org/officeDocument/2006/relationships/slide" Target="/ppt/slides/slide12.xml" Id="R9634ee06160649a7" /><Relationship Type="http://schemas.openxmlformats.org/officeDocument/2006/relationships/slide" Target="/ppt/slides/slide13.xml" Id="R92693c9b859a424e" /><Relationship Type="http://schemas.openxmlformats.org/officeDocument/2006/relationships/slide" Target="/ppt/slides/slide14.xml" Id="Rf52d79347eba4214" /><Relationship Type="http://schemas.openxmlformats.org/officeDocument/2006/relationships/slide" Target="/ppt/slides/slide15.xml" Id="R64421ee0540144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10c9b8e7bb14b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3a793865114ae9" /><Relationship Type="http://schemas.openxmlformats.org/officeDocument/2006/relationships/notesMaster" Target="/ppt/notesMasters/notesMaster1.xml" Id="Rfd0a71b5e00b45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7567fa93b1493a" /><Relationship Type="http://schemas.openxmlformats.org/officeDocument/2006/relationships/notesMaster" Target="/ppt/notesMasters/notesMaster1.xml" Id="R11dc64da5b2548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e89e1dd4d44b99" /><Relationship Type="http://schemas.openxmlformats.org/officeDocument/2006/relationships/notesMaster" Target="/ppt/notesMasters/notesMaster1.xml" Id="R05a9d7e325a849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9161b89c5544cc" /><Relationship Type="http://schemas.openxmlformats.org/officeDocument/2006/relationships/notesMaster" Target="/ppt/notesMasters/notesMaster1.xml" Id="R9dcbd2cb778a4e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4ee41c0a4040ab" /><Relationship Type="http://schemas.openxmlformats.org/officeDocument/2006/relationships/notesMaster" Target="/ppt/notesMasters/notesMaster1.xml" Id="R42cb0107e86e4e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074580ffa148f1" /><Relationship Type="http://schemas.openxmlformats.org/officeDocument/2006/relationships/notesMaster" Target="/ppt/notesMasters/notesMaster1.xml" Id="Rab98e975ec5b46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8719eca9a54a81" /><Relationship Type="http://schemas.openxmlformats.org/officeDocument/2006/relationships/notesMaster" Target="/ppt/notesMasters/notesMaster1.xml" Id="R678d3957d83f4b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930629deea4fff" /><Relationship Type="http://schemas.openxmlformats.org/officeDocument/2006/relationships/notesMaster" Target="/ppt/notesMasters/notesMaster1.xml" Id="Radfbc80c21c44c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27b7ce483641d3" /><Relationship Type="http://schemas.openxmlformats.org/officeDocument/2006/relationships/notesMaster" Target="/ppt/notesMasters/notesMaster1.xml" Id="Rcc969c0fa6a149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b02ce5d2954e59" /><Relationship Type="http://schemas.openxmlformats.org/officeDocument/2006/relationships/notesMaster" Target="/ppt/notesMasters/notesMaster1.xml" Id="R2d8107a8b1684a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27c76b41c248b9" /><Relationship Type="http://schemas.openxmlformats.org/officeDocument/2006/relationships/notesMaster" Target="/ppt/notesMasters/notesMaster1.xml" Id="R07259d648d6343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03c74d17114655" /><Relationship Type="http://schemas.openxmlformats.org/officeDocument/2006/relationships/notesMaster" Target="/ppt/notesMasters/notesMaster1.xml" Id="Rf8ef225ccf6049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7b01f9aeaf4ea0" /><Relationship Type="http://schemas.openxmlformats.org/officeDocument/2006/relationships/notesMaster" Target="/ppt/notesMasters/notesMaster1.xml" Id="R06389f2886f04b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927ae8b0014299" /><Relationship Type="http://schemas.openxmlformats.org/officeDocument/2006/relationships/notesMaster" Target="/ppt/notesMasters/notesMaster1.xml" Id="R77e42e88fa0d45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08209d2a86840f5" /><Relationship Type="http://schemas.openxmlformats.org/officeDocument/2006/relationships/notesMaster" Target="/ppt/notesMasters/notesMaster1.xml" Id="R293ca6447f804b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从教材印刷页168—170进入《直方图的应用与解释》。说明本课在第12章 数据的收集、整理与描述中的位置。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人教版《义务教育教科书·数学七年级下册》，印刷页168—170。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形成第一个核心概念：分组数据整理。要求学生标出对象、条件、表示和作用。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形成第二个核心概念或方法：直方图解释。与前一概念对比，避免相近知识混淆。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呈现Q4，保留独立思考时间。题型对应教材印刷页168—170的例题或典型任务。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人教版《义务教育教科书·数学七年级下册》，印刷页168—170。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0cb35e2fa45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121f934d245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31f0ab8bca45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e200a1cbf45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e585dc21ab40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76836c2608451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b2575821744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79e7823d8442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12e91d80b94f2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c908f6840480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09a88efc4400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5d4ea23b744eb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39f9a0d07e4551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fee7120b1f496f" /><Relationship Type="http://schemas.openxmlformats.org/officeDocument/2006/relationships/slideLayout" Target="/ppt/slideLayouts/slideLayout1.xml" Id="Rda21eacaa4ea4a72" /><Relationship Type="http://schemas.openxmlformats.org/officeDocument/2006/relationships/slideLayout" Target="/ppt/slideLayouts/slideLayout2.xml" Id="Rc8f0ad01ad614646" /><Relationship Type="http://schemas.openxmlformats.org/officeDocument/2006/relationships/slideLayout" Target="/ppt/slideLayouts/slideLayout3.xml" Id="Rba20aa46e00f4840" /><Relationship Type="http://schemas.openxmlformats.org/officeDocument/2006/relationships/slideLayout" Target="/ppt/slideLayouts/slideLayout4.xml" Id="Rd6be2c2108ae4bb8" /><Relationship Type="http://schemas.openxmlformats.org/officeDocument/2006/relationships/slideLayout" Target="/ppt/slideLayouts/slideLayout5.xml" Id="R2b82f737a7c742d7" /><Relationship Type="http://schemas.openxmlformats.org/officeDocument/2006/relationships/slideLayout" Target="/ppt/slideLayouts/slideLayout6.xml" Id="R84231329025741ec" /><Relationship Type="http://schemas.openxmlformats.org/officeDocument/2006/relationships/slideLayout" Target="/ppt/slideLayouts/slideLayout7.xml" Id="R90f7be9def544321" /><Relationship Type="http://schemas.openxmlformats.org/officeDocument/2006/relationships/slideLayout" Target="/ppt/slideLayouts/slideLayout8.xml" Id="R84d55887b00c44fc" /><Relationship Type="http://schemas.openxmlformats.org/officeDocument/2006/relationships/slideLayout" Target="/ppt/slideLayouts/slideLayout9.xml" Id="R9acc980bd2554885" /><Relationship Type="http://schemas.openxmlformats.org/officeDocument/2006/relationships/slideLayout" Target="/ppt/slideLayouts/slideLayout10.xml" Id="Re5e326fd686a4c88" /><Relationship Type="http://schemas.openxmlformats.org/officeDocument/2006/relationships/slideLayout" Target="/ppt/slideLayouts/slideLayout11.xml" Id="R97f6c939451344c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76a6551647d42b4" /><Relationship Type="http://schemas.openxmlformats.org/officeDocument/2006/relationships/slideLayout" Target="/ppt/slideLayouts/slideLayout12.xml" Id="R60b3ea517f994634" /><Relationship Type="http://schemas.openxmlformats.org/officeDocument/2006/relationships/slideLayout" Target="/ppt/slideLayouts/slideLayout13.xml" Id="Rd59ddc5cc0544b0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21eacaa4ea4a72"/>
    <p:sldLayoutId xmlns:r="http://schemas.openxmlformats.org/officeDocument/2006/relationships" id="2147483650" r:id="Rc8f0ad01ad614646"/>
    <p:sldLayoutId xmlns:r="http://schemas.openxmlformats.org/officeDocument/2006/relationships" id="2147483651" r:id="Rba20aa46e00f4840"/>
    <p:sldLayoutId xmlns:r="http://schemas.openxmlformats.org/officeDocument/2006/relationships" id="2147483652" r:id="Rd6be2c2108ae4bb8"/>
    <p:sldLayoutId xmlns:r="http://schemas.openxmlformats.org/officeDocument/2006/relationships" id="2147483653" r:id="R2b82f737a7c742d7"/>
    <p:sldLayoutId xmlns:r="http://schemas.openxmlformats.org/officeDocument/2006/relationships" id="2147483654" r:id="R84231329025741ec"/>
    <p:sldLayoutId xmlns:r="http://schemas.openxmlformats.org/officeDocument/2006/relationships" id="2147483655" r:id="R90f7be9def544321"/>
    <p:sldLayoutId xmlns:r="http://schemas.openxmlformats.org/officeDocument/2006/relationships" id="2147483656" r:id="R84d55887b00c44fc"/>
    <p:sldLayoutId xmlns:r="http://schemas.openxmlformats.org/officeDocument/2006/relationships" id="2147483657" r:id="R9acc980bd2554885"/>
    <p:sldLayoutId xmlns:r="http://schemas.openxmlformats.org/officeDocument/2006/relationships" id="2147483658" r:id="Re5e326fd686a4c88"/>
    <p:sldLayoutId xmlns:r="http://schemas.openxmlformats.org/officeDocument/2006/relationships" id="2147483659" r:id="R97f6c939451344c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0b3ea517f994634"/>
    <p:sldLayoutId xmlns:r="http://schemas.openxmlformats.org/officeDocument/2006/relationships" id="2147483662" r:id="Rd59ddc5cc0544b0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29601c318d3450b" /><Relationship Type="http://schemas.openxmlformats.org/officeDocument/2006/relationships/image" Target="/ppt/media/image.jpeg" Id="Rf3650bae83a94eac" /><Relationship Type="http://schemas.openxmlformats.org/officeDocument/2006/relationships/notesSlide" Target="/ppt/notesSlides/notesSlide1.xml" Id="R88c61dd9779446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5877a0b11244091" /><Relationship Type="http://schemas.openxmlformats.org/officeDocument/2006/relationships/image" Target="/ppt/media/image2.jpeg" Id="R17015a8b46214777" /><Relationship Type="http://schemas.openxmlformats.org/officeDocument/2006/relationships/image" Target="/ppt/media/image.svg" Id="R890c9d8a2e214ccb" /><Relationship Type="http://schemas.openxmlformats.org/officeDocument/2006/relationships/image" Target="/ppt/media/image.jpeg" Id="R4f3abdcff9754f94" /><Relationship Type="http://schemas.openxmlformats.org/officeDocument/2006/relationships/image" Target="/ppt/media/image2.svg" Id="Reb8f88ba7fd7458d" /><Relationship Type="http://schemas.openxmlformats.org/officeDocument/2006/relationships/image" Target="/ppt/media/image3.jpeg" Id="R82578f72fbe74111" /><Relationship Type="http://schemas.openxmlformats.org/officeDocument/2006/relationships/image" Target="/ppt/media/image3.svg" Id="Rb4e656d71a83484b" /><Relationship Type="http://schemas.openxmlformats.org/officeDocument/2006/relationships/image" Target="/ppt/media/image4.jpeg" Id="Rc7787e70536b40a3" /><Relationship Type="http://schemas.openxmlformats.org/officeDocument/2006/relationships/image" Target="/ppt/media/image4.svg" Id="R96853bf235a14d22" /><Relationship Type="http://schemas.openxmlformats.org/officeDocument/2006/relationships/notesSlide" Target="/ppt/notesSlides/notesSlide2.xml" Id="R75f4f917cd7640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217c346112b44d4" /><Relationship Type="http://schemas.openxmlformats.org/officeDocument/2006/relationships/image" Target="/ppt/media/image2.jpeg" Id="R7125d3a2f18542b6" /><Relationship Type="http://schemas.openxmlformats.org/officeDocument/2006/relationships/notesSlide" Target="/ppt/notesSlides/notesSlide3.xml" Id="R6390bc398ad24b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e68ec2aad4c481c" /><Relationship Type="http://schemas.openxmlformats.org/officeDocument/2006/relationships/image" Target="/ppt/media/image2.jpeg" Id="Rb13bed41103e4515" /><Relationship Type="http://schemas.openxmlformats.org/officeDocument/2006/relationships/notesSlide" Target="/ppt/notesSlides/notesSlide4.xml" Id="R2b0d752918164d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9ed1c236aa94c32" /><Relationship Type="http://schemas.openxmlformats.org/officeDocument/2006/relationships/image" Target="/ppt/media/image2.jpeg" Id="R34acd3d6b94d4dc8" /><Relationship Type="http://schemas.openxmlformats.org/officeDocument/2006/relationships/notesSlide" Target="/ppt/notesSlides/notesSlide5.xml" Id="R30007bd6057f44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b789f5687164a62" /><Relationship Type="http://schemas.openxmlformats.org/officeDocument/2006/relationships/image" Target="/ppt/media/image2.jpeg" Id="Rb397570cc8ad4f68" /><Relationship Type="http://schemas.openxmlformats.org/officeDocument/2006/relationships/notesSlide" Target="/ppt/notesSlides/notesSlide6.xml" Id="R7342ad2415d14d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601f1de452d487c" /><Relationship Type="http://schemas.openxmlformats.org/officeDocument/2006/relationships/image" Target="/ppt/media/image2.jpeg" Id="R83a4ea1ab8414002" /><Relationship Type="http://schemas.openxmlformats.org/officeDocument/2006/relationships/notesSlide" Target="/ppt/notesSlides/notesSlide7.xml" Id="R46360c32932742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9138f9d971f4693" /><Relationship Type="http://schemas.openxmlformats.org/officeDocument/2006/relationships/image" Target="/ppt/media/image2.jpeg" Id="R26b76ade1aeb45a7" /><Relationship Type="http://schemas.openxmlformats.org/officeDocument/2006/relationships/notesSlide" Target="/ppt/notesSlides/notesSlide8.xml" Id="R0b3b433da1cf46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81c4f052bb64268" /><Relationship Type="http://schemas.openxmlformats.org/officeDocument/2006/relationships/image" Target="/ppt/media/image2.jpeg" Id="R6e693e6fc2984431" /><Relationship Type="http://schemas.openxmlformats.org/officeDocument/2006/relationships/notesSlide" Target="/ppt/notesSlides/notesSlide9.xml" Id="R0570d6f6281b45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8cd7705d26c4b50" /><Relationship Type="http://schemas.openxmlformats.org/officeDocument/2006/relationships/image" Target="/ppt/media/image2.jpeg" Id="R73972b6564094102" /><Relationship Type="http://schemas.openxmlformats.org/officeDocument/2006/relationships/notesSlide" Target="/ppt/notesSlides/notesSlide10.xml" Id="R8f90e75b3ee24d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58a334772db4dfe" /><Relationship Type="http://schemas.openxmlformats.org/officeDocument/2006/relationships/image" Target="/ppt/media/image2.jpeg" Id="Rb5db889916aa442e" /><Relationship Type="http://schemas.openxmlformats.org/officeDocument/2006/relationships/notesSlide" Target="/ppt/notesSlides/notesSlide11.xml" Id="R601b787028464f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2a50dfd47cc44be" /><Relationship Type="http://schemas.openxmlformats.org/officeDocument/2006/relationships/image" Target="/ppt/media/image2.jpeg" Id="R6928b64a79034231" /><Relationship Type="http://schemas.openxmlformats.org/officeDocument/2006/relationships/notesSlide" Target="/ppt/notesSlides/notesSlide12.xml" Id="Rba506e6e66f944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14b5bf2cc1a4655" /><Relationship Type="http://schemas.openxmlformats.org/officeDocument/2006/relationships/image" Target="/ppt/media/image2.jpeg" Id="R52275d74e2a341b8" /><Relationship Type="http://schemas.openxmlformats.org/officeDocument/2006/relationships/notesSlide" Target="/ppt/notesSlides/notesSlide13.xml" Id="R5975faecef1e48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f5935e21e914520" /><Relationship Type="http://schemas.openxmlformats.org/officeDocument/2006/relationships/image" Target="/ppt/media/image2.jpeg" Id="R0e4f2c75f75242f7" /><Relationship Type="http://schemas.openxmlformats.org/officeDocument/2006/relationships/notesSlide" Target="/ppt/notesSlides/notesSlide14.xml" Id="R23510bc0c84544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cfe556235134ad0" /><Relationship Type="http://schemas.openxmlformats.org/officeDocument/2006/relationships/image" Target="/ppt/media/image5.jpeg" Id="R52b5106d1d314bc1" /><Relationship Type="http://schemas.openxmlformats.org/officeDocument/2006/relationships/notesSlide" Target="/ppt/notesSlides/notesSlide15.xml" Id="R060f5d1491604907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3650bae83a94ea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12.2 直方图的应用与解释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第12章 数据的收集、整理与描述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教材印刷页168—170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7015a8b4621477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abdcff9754f94">
            <a:extLst>
              <a:ext uri="{96DAC541-7B7A-43D3-8B79-37D633B846F1}">
                <asvg:svgBlip xmlns:asvg="http://schemas.microsoft.com/office/drawing/2016/SVG/main" r:embed="R890c9d8a2e214cc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通过阅读、观察或操作，准确说出分组数据整理、直方图解释、用样本估计总体分布的含义、表示或基本步骤。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15a8b46214777">
            <a:extLst>
              <a:ext uri="{96DAC541-7B7A-43D3-8B79-37D633B846F1}">
                <asvg:svgBlip xmlns:asvg="http://schemas.microsoft.com/office/drawing/2016/SVG/main" r:embed="Reb8f88ba7fd7458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在Q2—Q4中运用“从直方图描述数据集中范围”，能用完整语言、式子、图形或图表说明依据。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78f72fbe74111">
            <a:extLst>
              <a:ext uri="{96DAC541-7B7A-43D3-8B79-37D633B846F1}">
                <asvg:svgBlip xmlns:asvg="http://schemas.microsoft.com/office/drawing/2016/SVG/main" r:embed="Rb4e656d71a83484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在基础与变式练习中运用“从直方图描述数据集中范围”解决同类问题，并对结果进行检验。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87e70536b40a3">
            <a:extLst>
              <a:ext uri="{96DAC541-7B7A-43D3-8B79-37D633B846F1}">
                <asvg:svgBlip xmlns:asvg="http://schemas.microsoft.com/office/drawing/2016/SVG/main" r:embed="R96853bf235a14d2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25d3a2f18542b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对应印刷页168—170。先读图、读表或读题，圈出已知和所求。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调用学生已经学习频数分布表与直方图，具备基本观察、计算、作图或整理数据的经验。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聚焦分组数据整理、直方图解释、用样本估计总体分布，不急于抄结论。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4D6F5C1-2B78-46A7-84B8-F482F5D8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175029D-EC5E-4DB5-B35E-2C18E4F4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830DC42-BADB-4B47-9BD5-9237E942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547A4E9-7745-4F38-94A0-6A4FFC3D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4E0FCD4-FCBE-420F-A4FA-8B070D81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FDBE0CA-7F60-44D7-9B84-A8F81F81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959156D-E2FA-47DF-941D-C58CBD1A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4F4D2AA-756E-474B-9391-99065269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46D89B3-4372-4893-A6DB-8FB0C3D3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38F0403-2986-48F0-9856-38E64688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6FF7A49-B127-4575-82E6-5042694B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34634A8-998F-4D9B-8B78-D782EFCD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17F41E9-6C1F-431F-AA7D-10B5E5E2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DECD1E0-BE21-4AC9-8ED7-8854B6BD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8CD7E63-F955-462A-AFEC-3BE52948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122CF07-EDD7-4AC1-AC84-AAE63335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33326B6-A3B2-4E0A-A0C1-EC9BFECF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326DBA1-070F-4B75-8B20-C8350330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A51B544-6CD7-4597-805F-B3BDEED5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C365282-E08B-4C51-A4C7-46D9BB8F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D53253F-61F9-40AA-A418-DCCE9F90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25D70DF-7ECB-45EF-9D0C-B5B91EF2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73F8DA9-F120-4413-8DA3-ADEEFA97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ED352F2-2B6A-4D4D-A9D9-04BD63E6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13bed41103e451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旧知回顾：回顾“频数分布表与直方图”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回顾“频数分布表与直方图”：写出一条与本课有关的定义、性质或计算规则。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参考要点：正确表述“频数分布表与直方图”的核心含义，并说明它与“分组数据整理”的联系。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8A3A422-BB4A-44D0-92F2-018B5EB1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2C88FA1-FE4D-4564-AA18-6028CD9D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56FCCF0-620D-4B70-89BB-25BFD2C0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2FCCDA1-9549-452B-A10D-B753C4AB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15ABBA7-972B-43F3-A2E5-E35A4410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B0E3305-BB6D-4FA4-B8F1-E94298AF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5CB087E-FCF6-46DB-AB94-3A31F780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4acd3d6b94d4dc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阅读教材印刷页168—170，圈出“分组数据整理、直方图解释、用样本估计总体分布”，分别用一句话记录它们解决什么问题。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小组探究：围绕“由样本分布作合理而有限的推断”设计一次观察、操作或推理，记录现象、猜想和验证依据。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围绕“从直方图描述数据集中范围”说明理由；同伴只追问条件和依据。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4712F1E-E661-4FBD-BCF3-163862FA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95CB062-FBD4-4640-83C1-9D850494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6F262D8-83E2-4E59-88E4-63FBDB8C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4863509-0690-4C5A-9143-00C0F7CB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EA7C036-4DD7-44A7-BBCB-5903D3A4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D5C2932-0D0E-4CEE-A7BB-A625E177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397570cc8ad4f6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概念一：分组数据整理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分组数据整理：按教材明确其定义、条件、表示、性质或步骤。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AA340E5-3BA7-4E02-9206-9BB21804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90CBD1F-C0D4-4E2E-BA9B-06644C5E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FCE0131-49A8-4509-9297-49EB3325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2A2BAEE-F96D-463B-88E2-2577D16E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F68F260-DE19-4620-98C2-8D6E3B2D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6618BEE-B4AF-40F8-9308-5D776DBB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D3E5006-57E5-46F2-9690-9783E62F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3a4ea1ab841400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概念二：直方图解释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直方图解释：按教材明确其定义、条件、表示、性质或步骤。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易错提醒：由样本分布作合理而有限的推断。先审条件，再使用结论。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E943447-2FA0-43B5-B009-64A16446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D78FD41-C7E8-46AE-BD4D-1E582C32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2AEB002-B78E-4B09-AFAC-3827EBE5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F97D045-B8B6-4FBD-AC9E-3C9A8176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1E96FD1-2BA5-4577-9236-6EDBDF3E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B7F0455-91C4-4906-8CAC-DFB94376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7595877-DCA1-4CA3-87E7-14C8C6DC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6b76ade1aeb45a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小组探究：围绕“由样本分布作合理而有限的推断”设计一次观察、操作或推理，记录现象、猜想和验证依据。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参考思路：先明确条件，再围绕“从直方图描述数据集中范围”形成猜想，最后用定义、计算、图表或反例验证。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D8AA58F-71B1-42D3-B962-5107A3AB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9D15157-E67B-4EBC-9B8C-F75FB747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642CF15-1B14-47F3-B2D4-A1E6357C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4D61452-D5D3-466C-9FF5-76C03E22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0501D79-8CF8-4118-BA62-900CDA66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19A93A0-FA96-49F6-9312-5DF74998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E4768A1-A01C-4CB5-ADE1-B1A3F987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e693e6fc298443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只记“分组数据整理”的结论，不检查适用条件。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把“从直方图描述数据集中范围”与相近概念或逆命题混淆。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3972b656409410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教材例题：例题（对应教材12.2例3）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例题（对应教材12.2例3）：某样本身高直方图中150≤x&lt;160有12人、160≤x&lt;170有20人，哪组频数更大？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选用从直方图描述数据集中范围；3.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教材印刷页168—170：先思考，再对照规范解答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CFB6324-D271-4C9D-94EB-5AD39734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339B009-CCC2-4D42-B0C8-5F3AAB84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DFD2AC4-9F60-4421-9DCD-44A74D2D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C93714B-8E17-411F-9B13-949E1988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9B6BED5-EB66-402C-952A-91C414A2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CA67D98-875A-4B2D-A388-BF86C5B4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5db889916aa442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选择“从直方图描述数据集中范围”对应的方法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160≤x&lt;170组更大，频数20，比前一组多8人。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没有先确认“从直方图描述数据集中范围”的条件，或只写结果不写依据。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0346B6D-4EAA-4A8E-B1E2-A140F151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AD34C11-5EA7-400A-983A-DC411000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A002537-8B70-48DF-832F-2D0D3FB3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301D5C2-0F70-42A0-B238-9C280650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F905BE3-CDFC-465E-8953-F7DF6402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3674465-EA85-4BC4-BEDF-D32B12CD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D5B30B4-D71D-4E71-AA79-BCB6BCA4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928b64a7903423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基础辨析：判断“使用‘分组数据整理’时不需要检查条件，只要结论看起来合理即可”，并说明理由。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变式练习：把Q4的一个条件、数据或表示方式作合理改变，仍用“从直方图描述数据集中范围”解决，并写出检验。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8E16454-6DEC-4BDC-9302-DF1FE3A1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6C9ADD1-B108-4B48-8137-502868B0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36FA9B0-D08B-4236-BAF0-30CE27D6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A79F8CC-1314-4CE0-804F-5E98322F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0E618EF-FF59-4D7A-95E0-E46C151B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43EA684-97E0-471C-BC57-5EAAE2C6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2275d74e2a341b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变式练习：把Q4的一个条件、数据或表示方式作合理改变，仍用“从直方图描述数据集中范围”解决，并写出检验。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答案不唯一。评价要点：改变后的条件完整；方法仍属于“从直方图描述数据集中范围”；过程正确；检验与新条件一致。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A83B90C-9E6D-4458-96A4-B5AEF797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B530429-15B8-4CA9-BE00-CD52E714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3592A21-D0A6-4107-AE54-3B5A0DBD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B9BF755-8481-4865-B318-9881B3FB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5310897-BB16-4DA7-AA04-7BD0D661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B3133EE-17E6-4B2B-83AA-A96D4F37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e4f2c75f75242f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纠错：“研究直方图的应用与解释时，只记结论，不必区分条件、过程和依据。”这句话对吗？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当堂检测：利用样本直方图估计总体时要保留什么限制？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EC5B297-3149-42DA-85C0-1D1266E3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0D917BF-E621-4D62-80E0-C25D067E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A47A497-0DE6-4E9C-943E-3E2CD797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6DE9B95-FBB1-4F17-A573-D7152841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30BFB3F-30D8-4E4E-BA1D-BE3B1B35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B35355E-236D-4D17-86F5-DBAEFAB7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2b5106d1d314bc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小结参考：本课围绕“直方图的应用与解释”，掌握分组数据整理、直方图解释、用样本估计总体分布，并能运用从直方图描述数据集中范围。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基础：完成教材第169—170页练习中的基础题并订正Q5、Q7 提升：当堂检测：利用样本直方图估计总体时要保留什么限制？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我能否：①准确表达分组数据整理；②运用从直方图描述数据集中范围；③写清依据并检验？选择“会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9A4F9C2-D64F-4F19-829D-CC712FFD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CF817A4-7408-4E6E-B1EE-7EADF2BC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779" y="3026712"/>
            <a:ext cx="476726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7C89D49-CEA8-41A6-A253-03CD9BDD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2825344"/>
            <a:ext cx="476726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A6D6ABC-148D-4940-824E-9BCF790A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944673"/>
            <a:ext cx="476726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3563174-CBC2-4A3D-ADA6-DD7ED342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55" y="2735847"/>
            <a:ext cx="476726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8A4CC61-C66F-4407-B101-13585A89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57085" y="3362325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2026-08-02T17:50:17.5480000Z</dcterms:created>
  <dcterms:modified xsi:type="dcterms:W3CDTF">2026-08-02T17:50:17.5480000Z</dcterms:modified>
</coreProperties>
</file>