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e3859e109b49e2" /><Relationship Type="http://schemas.openxmlformats.org/officeDocument/2006/relationships/extended-properties" Target="/docProps/app.xml" Id="R1cc0f4609a5446a3" /><Relationship Type="http://schemas.openxmlformats.org/officeDocument/2006/relationships/officeDocument" Target="/ppt/presentation.xml" Id="Ra5403cd5a2a64c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1216c5e1f6451b"/>
    <p:sldMasterId xmlns:r="http://schemas.openxmlformats.org/officeDocument/2006/relationships" id="2147483660" r:id="R5032ec5664874b45"/>
  </p:sldMasterIdLst>
  <p:notesMasterIdLst>
    <p:notesMasterId xmlns:r="http://schemas.openxmlformats.org/officeDocument/2006/relationships" r:id="R7520fda580664234"/>
  </p:notesMasterIdLst>
  <p:sldIdLst>
    <p:sldId xmlns:r="http://schemas.openxmlformats.org/officeDocument/2006/relationships" id="256" r:id="Rd764b876ee0f45ba"/>
    <p:sldId xmlns:r="http://schemas.openxmlformats.org/officeDocument/2006/relationships" id="257" r:id="Reff2a75cb41049c0"/>
    <p:sldId xmlns:r="http://schemas.openxmlformats.org/officeDocument/2006/relationships" id="258" r:id="R3fb14288a9d84b29"/>
    <p:sldId xmlns:r="http://schemas.openxmlformats.org/officeDocument/2006/relationships" id="259" r:id="Rba859d6c97584d5f"/>
    <p:sldId xmlns:r="http://schemas.openxmlformats.org/officeDocument/2006/relationships" id="260" r:id="Rbb025051e85b4c0f"/>
    <p:sldId xmlns:r="http://schemas.openxmlformats.org/officeDocument/2006/relationships" id="261" r:id="R562c5dbeb9cc431d"/>
    <p:sldId xmlns:r="http://schemas.openxmlformats.org/officeDocument/2006/relationships" id="262" r:id="R738980fea4714124"/>
    <p:sldId xmlns:r="http://schemas.openxmlformats.org/officeDocument/2006/relationships" id="263" r:id="R15d78c72f22d491a"/>
    <p:sldId xmlns:r="http://schemas.openxmlformats.org/officeDocument/2006/relationships" id="264" r:id="Rd46e3054c5c14eb1"/>
    <p:sldId xmlns:r="http://schemas.openxmlformats.org/officeDocument/2006/relationships" id="265" r:id="R6e0bcc53818943fa"/>
    <p:sldId xmlns:r="http://schemas.openxmlformats.org/officeDocument/2006/relationships" id="266" r:id="Re06717d1502a4297"/>
    <p:sldId xmlns:r="http://schemas.openxmlformats.org/officeDocument/2006/relationships" id="267" r:id="R5c121caf252a4803"/>
    <p:sldId xmlns:r="http://schemas.openxmlformats.org/officeDocument/2006/relationships" id="268" r:id="Rec3d9e2515274a6c"/>
    <p:sldId xmlns:r="http://schemas.openxmlformats.org/officeDocument/2006/relationships" id="269" r:id="R5ca96d27447e4807"/>
    <p:sldId xmlns:r="http://schemas.openxmlformats.org/officeDocument/2006/relationships" id="270" r:id="R69f1d0bc95c841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6701c6c0654ce1" /><Relationship Type="http://schemas.openxmlformats.org/officeDocument/2006/relationships/slideMaster" Target="/ppt/slideMasters/slideMaster1.xml" Id="Rdd1216c5e1f6451b" /><Relationship Type="http://schemas.openxmlformats.org/officeDocument/2006/relationships/slideMaster" Target="/ppt/slideMasters/slideMaster2.xml" Id="R5032ec5664874b45" /><Relationship Type="http://schemas.openxmlformats.org/officeDocument/2006/relationships/notesMaster" Target="/ppt/notesMasters/notesMaster1.xml" Id="R7520fda580664234" /><Relationship Type="http://schemas.openxmlformats.org/officeDocument/2006/relationships/presProps" Target="/ppt/presProps.xml" Id="Rf51c4237487d4f18" /><Relationship Type="http://schemas.openxmlformats.org/officeDocument/2006/relationships/viewProps" Target="/ppt/viewProps.xml" Id="Rccf13ee389a44bc6" /><Relationship Type="http://schemas.openxmlformats.org/officeDocument/2006/relationships/tableStyles" Target="/ppt/tableStyles.xml" Id="Rf8b8a172073a4ca9" /><Relationship Type="http://schemas.openxmlformats.org/officeDocument/2006/relationships/slide" Target="/ppt/slides/slide1.xml" Id="Rd764b876ee0f45ba" /><Relationship Type="http://schemas.openxmlformats.org/officeDocument/2006/relationships/slide" Target="/ppt/slides/slide2.xml" Id="Reff2a75cb41049c0" /><Relationship Type="http://schemas.openxmlformats.org/officeDocument/2006/relationships/slide" Target="/ppt/slides/slide3.xml" Id="R3fb14288a9d84b29" /><Relationship Type="http://schemas.openxmlformats.org/officeDocument/2006/relationships/slide" Target="/ppt/slides/slide4.xml" Id="Rba859d6c97584d5f" /><Relationship Type="http://schemas.openxmlformats.org/officeDocument/2006/relationships/slide" Target="/ppt/slides/slide5.xml" Id="Rbb025051e85b4c0f" /><Relationship Type="http://schemas.openxmlformats.org/officeDocument/2006/relationships/slide" Target="/ppt/slides/slide6.xml" Id="R562c5dbeb9cc431d" /><Relationship Type="http://schemas.openxmlformats.org/officeDocument/2006/relationships/slide" Target="/ppt/slides/slide7.xml" Id="R738980fea4714124" /><Relationship Type="http://schemas.openxmlformats.org/officeDocument/2006/relationships/slide" Target="/ppt/slides/slide8.xml" Id="R15d78c72f22d491a" /><Relationship Type="http://schemas.openxmlformats.org/officeDocument/2006/relationships/slide" Target="/ppt/slides/slide9.xml" Id="Rd46e3054c5c14eb1" /><Relationship Type="http://schemas.openxmlformats.org/officeDocument/2006/relationships/slide" Target="/ppt/slides/slide10.xml" Id="R6e0bcc53818943fa" /><Relationship Type="http://schemas.openxmlformats.org/officeDocument/2006/relationships/slide" Target="/ppt/slides/slide11.xml" Id="Re06717d1502a4297" /><Relationship Type="http://schemas.openxmlformats.org/officeDocument/2006/relationships/slide" Target="/ppt/slides/slide12.xml" Id="R5c121caf252a4803" /><Relationship Type="http://schemas.openxmlformats.org/officeDocument/2006/relationships/slide" Target="/ppt/slides/slide13.xml" Id="Rec3d9e2515274a6c" /><Relationship Type="http://schemas.openxmlformats.org/officeDocument/2006/relationships/slide" Target="/ppt/slides/slide14.xml" Id="R5ca96d27447e4807" /><Relationship Type="http://schemas.openxmlformats.org/officeDocument/2006/relationships/slide" Target="/ppt/slides/slide15.xml" Id="R69f1d0bc95c841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3dc15a9a89f046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0d4866ce794807" /><Relationship Type="http://schemas.openxmlformats.org/officeDocument/2006/relationships/notesMaster" Target="/ppt/notesMasters/notesMaster1.xml" Id="Rda7a8ce5a1cc49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af8bff0115461d" /><Relationship Type="http://schemas.openxmlformats.org/officeDocument/2006/relationships/notesMaster" Target="/ppt/notesMasters/notesMaster1.xml" Id="R657e532d6f514d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99731bb4aa4569" /><Relationship Type="http://schemas.openxmlformats.org/officeDocument/2006/relationships/notesMaster" Target="/ppt/notesMasters/notesMaster1.xml" Id="Rb8d2c60dddcf4d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59c1100c524192" /><Relationship Type="http://schemas.openxmlformats.org/officeDocument/2006/relationships/notesMaster" Target="/ppt/notesMasters/notesMaster1.xml" Id="R28d19017728b44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9dc4380275486c" /><Relationship Type="http://schemas.openxmlformats.org/officeDocument/2006/relationships/notesMaster" Target="/ppt/notesMasters/notesMaster1.xml" Id="R920e14c0559747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8982e0ad204901" /><Relationship Type="http://schemas.openxmlformats.org/officeDocument/2006/relationships/notesMaster" Target="/ppt/notesMasters/notesMaster1.xml" Id="Rce4e4acb76e441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637e20d068f492d" /><Relationship Type="http://schemas.openxmlformats.org/officeDocument/2006/relationships/notesMaster" Target="/ppt/notesMasters/notesMaster1.xml" Id="R2934ae7495fa47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a47b2607913486b" /><Relationship Type="http://schemas.openxmlformats.org/officeDocument/2006/relationships/notesMaster" Target="/ppt/notesMasters/notesMaster1.xml" Id="R7ae9cbd52b8f4e1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99526e4c187485e" /><Relationship Type="http://schemas.openxmlformats.org/officeDocument/2006/relationships/notesMaster" Target="/ppt/notesMasters/notesMaster1.xml" Id="Rc1f983bd0efc4e1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e6320094a3f435e" /><Relationship Type="http://schemas.openxmlformats.org/officeDocument/2006/relationships/notesMaster" Target="/ppt/notesMasters/notesMaster1.xml" Id="R2d23835564ea4ef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d0893c881a440c0" /><Relationship Type="http://schemas.openxmlformats.org/officeDocument/2006/relationships/notesMaster" Target="/ppt/notesMasters/notesMaster1.xml" Id="Rebc803a8575947a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7e542ba732749df" /><Relationship Type="http://schemas.openxmlformats.org/officeDocument/2006/relationships/notesMaster" Target="/ppt/notesMasters/notesMaster1.xml" Id="Rdde56f773e9b40d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7c71333c1d74595" /><Relationship Type="http://schemas.openxmlformats.org/officeDocument/2006/relationships/notesMaster" Target="/ppt/notesMasters/notesMaster1.xml" Id="R8d411ed92e4441e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f766b4f74b44b75" /><Relationship Type="http://schemas.openxmlformats.org/officeDocument/2006/relationships/notesMaster" Target="/ppt/notesMasters/notesMaster1.xml" Id="Re89d3523079b48a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eabe05374584b2c" /><Relationship Type="http://schemas.openxmlformats.org/officeDocument/2006/relationships/notesMaster" Target="/ppt/notesMasters/notesMaster1.xml" Id="R920c83087ddc43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从教材印刷页150—153进入《全面调查与数据整理》。说明本课在第12章 数据的收集、整理与描述中的位置。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人教版《义务教育教科书·数学七年级下册》，印刷页150—153。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形成第一个核心概念：统计调查步骤。要求学生标出对象、条件、表示和作用。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形成第二个核心概念或方法：全面调查。与前一概念对比，避免相近知识混淆。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呈现Q4，保留独立思考时间。题型对应教材印刷页150—153的例题或典型任务。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人教版《义务教育教科书·数学七年级下册》，印刷页150—153。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e5fcb36d1d43a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db7cea928540d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a5cd4791ba4e3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d909f8040f49c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3cb1f7d60b4c4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013a574f5047f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72cf5431ae415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bc16ce13d641b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579ddbe4bc432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cad4f84aca40d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ca2b8f011c42bf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683f69e82bf4518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85fbb30d2c0492f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f9aedcd4c54491" /><Relationship Type="http://schemas.openxmlformats.org/officeDocument/2006/relationships/slideLayout" Target="/ppt/slideLayouts/slideLayout1.xml" Id="R3346ff45f7d04d92" /><Relationship Type="http://schemas.openxmlformats.org/officeDocument/2006/relationships/slideLayout" Target="/ppt/slideLayouts/slideLayout2.xml" Id="Rb7167d68f2fc4d26" /><Relationship Type="http://schemas.openxmlformats.org/officeDocument/2006/relationships/slideLayout" Target="/ppt/slideLayouts/slideLayout3.xml" Id="Rd89cc9993d814977" /><Relationship Type="http://schemas.openxmlformats.org/officeDocument/2006/relationships/slideLayout" Target="/ppt/slideLayouts/slideLayout4.xml" Id="R13399e0900ee48f4" /><Relationship Type="http://schemas.openxmlformats.org/officeDocument/2006/relationships/slideLayout" Target="/ppt/slideLayouts/slideLayout5.xml" Id="Rc714148960cf4954" /><Relationship Type="http://schemas.openxmlformats.org/officeDocument/2006/relationships/slideLayout" Target="/ppt/slideLayouts/slideLayout6.xml" Id="Rcf2b6262de234952" /><Relationship Type="http://schemas.openxmlformats.org/officeDocument/2006/relationships/slideLayout" Target="/ppt/slideLayouts/slideLayout7.xml" Id="R11e620d45d354348" /><Relationship Type="http://schemas.openxmlformats.org/officeDocument/2006/relationships/slideLayout" Target="/ppt/slideLayouts/slideLayout8.xml" Id="R797bcacb452c41d3" /><Relationship Type="http://schemas.openxmlformats.org/officeDocument/2006/relationships/slideLayout" Target="/ppt/slideLayouts/slideLayout9.xml" Id="R8cd5d667039a4af4" /><Relationship Type="http://schemas.openxmlformats.org/officeDocument/2006/relationships/slideLayout" Target="/ppt/slideLayouts/slideLayout10.xml" Id="R03f5f386fe8f46a0" /><Relationship Type="http://schemas.openxmlformats.org/officeDocument/2006/relationships/slideLayout" Target="/ppt/slideLayouts/slideLayout11.xml" Id="Rc512eeb04c4b401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c74a6580058444d4" /><Relationship Type="http://schemas.openxmlformats.org/officeDocument/2006/relationships/slideLayout" Target="/ppt/slideLayouts/slideLayout12.xml" Id="Ra5c369bb41e34267" /><Relationship Type="http://schemas.openxmlformats.org/officeDocument/2006/relationships/slideLayout" Target="/ppt/slideLayouts/slideLayout13.xml" Id="R6bbbb8a001ec4d18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46ff45f7d04d92"/>
    <p:sldLayoutId xmlns:r="http://schemas.openxmlformats.org/officeDocument/2006/relationships" id="2147483650" r:id="Rb7167d68f2fc4d26"/>
    <p:sldLayoutId xmlns:r="http://schemas.openxmlformats.org/officeDocument/2006/relationships" id="2147483651" r:id="Rd89cc9993d814977"/>
    <p:sldLayoutId xmlns:r="http://schemas.openxmlformats.org/officeDocument/2006/relationships" id="2147483652" r:id="R13399e0900ee48f4"/>
    <p:sldLayoutId xmlns:r="http://schemas.openxmlformats.org/officeDocument/2006/relationships" id="2147483653" r:id="Rc714148960cf4954"/>
    <p:sldLayoutId xmlns:r="http://schemas.openxmlformats.org/officeDocument/2006/relationships" id="2147483654" r:id="Rcf2b6262de234952"/>
    <p:sldLayoutId xmlns:r="http://schemas.openxmlformats.org/officeDocument/2006/relationships" id="2147483655" r:id="R11e620d45d354348"/>
    <p:sldLayoutId xmlns:r="http://schemas.openxmlformats.org/officeDocument/2006/relationships" id="2147483656" r:id="R797bcacb452c41d3"/>
    <p:sldLayoutId xmlns:r="http://schemas.openxmlformats.org/officeDocument/2006/relationships" id="2147483657" r:id="R8cd5d667039a4af4"/>
    <p:sldLayoutId xmlns:r="http://schemas.openxmlformats.org/officeDocument/2006/relationships" id="2147483658" r:id="R03f5f386fe8f46a0"/>
    <p:sldLayoutId xmlns:r="http://schemas.openxmlformats.org/officeDocument/2006/relationships" id="2147483659" r:id="Rc512eeb04c4b4018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a5c369bb41e34267"/>
    <p:sldLayoutId xmlns:r="http://schemas.openxmlformats.org/officeDocument/2006/relationships" id="2147483662" r:id="R6bbbb8a001ec4d18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654a62fea4c47db" /><Relationship Type="http://schemas.openxmlformats.org/officeDocument/2006/relationships/image" Target="/ppt/media/image.jpeg" Id="R9169776a8f3a4045" /><Relationship Type="http://schemas.openxmlformats.org/officeDocument/2006/relationships/notesSlide" Target="/ppt/notesSlides/notesSlide1.xml" Id="Rf427c6b5978f4c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4dee1f59381425b" /><Relationship Type="http://schemas.openxmlformats.org/officeDocument/2006/relationships/image" Target="/ppt/media/image2.jpeg" Id="Ra569afd0af5b400f" /><Relationship Type="http://schemas.openxmlformats.org/officeDocument/2006/relationships/image" Target="/ppt/media/image.svg" Id="R277ccf3c144a490d" /><Relationship Type="http://schemas.openxmlformats.org/officeDocument/2006/relationships/image" Target="/ppt/media/image.jpeg" Id="R513cf4d3a32e49e9" /><Relationship Type="http://schemas.openxmlformats.org/officeDocument/2006/relationships/image" Target="/ppt/media/image2.svg" Id="Rd745fae8ea564795" /><Relationship Type="http://schemas.openxmlformats.org/officeDocument/2006/relationships/image" Target="/ppt/media/image3.jpeg" Id="R8b361427434f4742" /><Relationship Type="http://schemas.openxmlformats.org/officeDocument/2006/relationships/image" Target="/ppt/media/image3.svg" Id="R8a7ca9725a2944b9" /><Relationship Type="http://schemas.openxmlformats.org/officeDocument/2006/relationships/image" Target="/ppt/media/image4.jpeg" Id="R143d5e9ecd474453" /><Relationship Type="http://schemas.openxmlformats.org/officeDocument/2006/relationships/image" Target="/ppt/media/image4.svg" Id="R3d657437c24f4004" /><Relationship Type="http://schemas.openxmlformats.org/officeDocument/2006/relationships/notesSlide" Target="/ppt/notesSlides/notesSlide2.xml" Id="R05ad281ccd9a49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4cb5f735be14ee4" /><Relationship Type="http://schemas.openxmlformats.org/officeDocument/2006/relationships/image" Target="/ppt/media/image2.jpeg" Id="Re0dfb24d2b5644ff" /><Relationship Type="http://schemas.openxmlformats.org/officeDocument/2006/relationships/notesSlide" Target="/ppt/notesSlides/notesSlide3.xml" Id="R6486b9482b7445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e9ccf59b87d4ba3" /><Relationship Type="http://schemas.openxmlformats.org/officeDocument/2006/relationships/image" Target="/ppt/media/image2.jpeg" Id="R97861d3821f1413a" /><Relationship Type="http://schemas.openxmlformats.org/officeDocument/2006/relationships/notesSlide" Target="/ppt/notesSlides/notesSlide4.xml" Id="R123b6332ac2c45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2b6a8601bf846ac" /><Relationship Type="http://schemas.openxmlformats.org/officeDocument/2006/relationships/image" Target="/ppt/media/image2.jpeg" Id="R3da22f6ad52e4682" /><Relationship Type="http://schemas.openxmlformats.org/officeDocument/2006/relationships/notesSlide" Target="/ppt/notesSlides/notesSlide5.xml" Id="R09af4233a91346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231a93b1c184f47" /><Relationship Type="http://schemas.openxmlformats.org/officeDocument/2006/relationships/image" Target="/ppt/media/image2.jpeg" Id="R44562913aa4348f1" /><Relationship Type="http://schemas.openxmlformats.org/officeDocument/2006/relationships/notesSlide" Target="/ppt/notesSlides/notesSlide6.xml" Id="Rf9abfccc86ea45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ff9acfade9f4221" /><Relationship Type="http://schemas.openxmlformats.org/officeDocument/2006/relationships/image" Target="/ppt/media/image2.jpeg" Id="R2f5407df33d04cd0" /><Relationship Type="http://schemas.openxmlformats.org/officeDocument/2006/relationships/notesSlide" Target="/ppt/notesSlides/notesSlide7.xml" Id="R03c584a319224b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5a983cb11744792" /><Relationship Type="http://schemas.openxmlformats.org/officeDocument/2006/relationships/image" Target="/ppt/media/image2.jpeg" Id="Re422c55300194ffb" /><Relationship Type="http://schemas.openxmlformats.org/officeDocument/2006/relationships/notesSlide" Target="/ppt/notesSlides/notesSlide8.xml" Id="R4d3207a054754c3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a98e8c0755e43e6" /><Relationship Type="http://schemas.openxmlformats.org/officeDocument/2006/relationships/image" Target="/ppt/media/image2.jpeg" Id="Rcf0b51da44764fd0" /><Relationship Type="http://schemas.openxmlformats.org/officeDocument/2006/relationships/notesSlide" Target="/ppt/notesSlides/notesSlide9.xml" Id="Rd2efea59152d414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f3008639bd34218" /><Relationship Type="http://schemas.openxmlformats.org/officeDocument/2006/relationships/image" Target="/ppt/media/image2.jpeg" Id="R7f0a16d8b6504809" /><Relationship Type="http://schemas.openxmlformats.org/officeDocument/2006/relationships/notesSlide" Target="/ppt/notesSlides/notesSlide10.xml" Id="Rac544a839093490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7841bff36a94d8e" /><Relationship Type="http://schemas.openxmlformats.org/officeDocument/2006/relationships/image" Target="/ppt/media/image2.jpeg" Id="R7039398e9f5a46ab" /><Relationship Type="http://schemas.openxmlformats.org/officeDocument/2006/relationships/notesSlide" Target="/ppt/notesSlides/notesSlide11.xml" Id="R5d95a5bc82d24ff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41e405dcb5145fb" /><Relationship Type="http://schemas.openxmlformats.org/officeDocument/2006/relationships/image" Target="/ppt/media/image2.jpeg" Id="R9abccb924fbe43dc" /><Relationship Type="http://schemas.openxmlformats.org/officeDocument/2006/relationships/notesSlide" Target="/ppt/notesSlides/notesSlide12.xml" Id="Rceddaecbdd36453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abc91a2151340f6" /><Relationship Type="http://schemas.openxmlformats.org/officeDocument/2006/relationships/image" Target="/ppt/media/image2.jpeg" Id="R8161656a309c40a4" /><Relationship Type="http://schemas.openxmlformats.org/officeDocument/2006/relationships/notesSlide" Target="/ppt/notesSlides/notesSlide13.xml" Id="R00c096064299418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0751036475949de" /><Relationship Type="http://schemas.openxmlformats.org/officeDocument/2006/relationships/image" Target="/ppt/media/image2.jpeg" Id="Rf4b2df1707834717" /><Relationship Type="http://schemas.openxmlformats.org/officeDocument/2006/relationships/notesSlide" Target="/ppt/notesSlides/notesSlide14.xml" Id="R96660775aebd45e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66c314fd9314fac" /><Relationship Type="http://schemas.openxmlformats.org/officeDocument/2006/relationships/image" Target="/ppt/media/image5.jpeg" Id="R186bfd1ac20b4ac9" /><Relationship Type="http://schemas.openxmlformats.org/officeDocument/2006/relationships/notesSlide" Target="/ppt/notesSlides/notesSlide15.xml" Id="R239e85c783264471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169776a8f3a404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12.1 全面调查与数据整理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第12章 数据的收集、整理与描述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教材印刷页150—153 · 新授课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569afd0af5b400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3cf4d3a32e49e9">
            <a:extLst>
              <a:ext uri="{96DAC541-7B7A-43D3-8B79-37D633B846F1}">
                <asvg:svgBlip xmlns:asvg="http://schemas.microsoft.com/office/drawing/2016/SVG/main" r:embed="R277ccf3c144a490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通过阅读、观察或操作，准确说出统计调查步骤、全面调查、划记法、频数与百分比、条形图和扇形图的含义、表示或基本步骤。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69afd0af5b400f">
            <a:extLst>
              <a:ext uri="{96DAC541-7B7A-43D3-8B79-37D633B846F1}">
                <asvg:svgBlip xmlns:asvg="http://schemas.microsoft.com/office/drawing/2016/SVG/main" r:embed="Rd745fae8ea56479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在Q2—Q4中运用“经历收集、整理、描述和分析数据全过程”，能用完整语言、式子、图形或图表说明依据。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361427434f4742">
            <a:extLst>
              <a:ext uri="{96DAC541-7B7A-43D3-8B79-37D633B846F1}">
                <asvg:svgBlip xmlns:asvg="http://schemas.microsoft.com/office/drawing/2016/SVG/main" r:embed="R8a7ca9725a2944b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在基础与变式练习中运用“经历收集、整理、描述和分析数据全过程”解决同类问题，并对结果进行检验。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3d5e9ecd474453">
            <a:extLst>
              <a:ext uri="{96DAC541-7B7A-43D3-8B79-37D633B846F1}">
                <asvg:svgBlip xmlns:asvg="http://schemas.microsoft.com/office/drawing/2016/SVG/main" r:embed="R3d657437c24f400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0dfb24d2b5644f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对应印刷页150—153。先读图、读表或读题，圈出已知和所求。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调用学生已经学习百分数、简单统计表和统计图，具备基本观察、计算、作图或整理数据的经验。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聚焦统计调查步骤、全面调查、划记法、频数与百分比、条形图和扇形图，不急于抄结论。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44659B1-31FF-4F57-A654-6C6DD3F5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6ABE809-2CCB-448F-A8F0-84923C29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656" y="2662904"/>
            <a:ext cx="223517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00AD0A72-CBF5-4D7C-9010-3456286D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090" y="2424246"/>
            <a:ext cx="223517" cy="6364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BF59222-CCE0-4919-9EEE-D5DE873F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525" y="2565673"/>
            <a:ext cx="223517" cy="494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1137057-4449-49F5-9482-21F6E1FA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2318175"/>
            <a:ext cx="223517" cy="7424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C1676B5-AF08-41FE-8DDB-62D56E78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15057" y="3060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1DAB6B7D-C7F9-4EF1-AAE4-904AD115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3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9D7F9438-775A-43B5-8CEF-98B14E42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624" y="2662904"/>
            <a:ext cx="223517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D729603-FCC1-42F3-B300-6CDAA683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059" y="2424246"/>
            <a:ext cx="223517" cy="6364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9921D9A7-4EF0-48E4-81FC-3FC2C7E6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493" y="2565673"/>
            <a:ext cx="223517" cy="494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4D8A5BD-D5FB-4C53-9970-06EBCA00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928" y="2318175"/>
            <a:ext cx="223517" cy="7424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1B604F0-AB23-4EF6-B744-643DAB6D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576026" y="3060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8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457E05AF-3E5B-4EE3-B330-D3337710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9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88BE92C7-FF2B-41B9-B339-72D69024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656" y="5139404"/>
            <a:ext cx="223517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28D9418-C7B6-4F88-9184-2E78F9B8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090" y="4900746"/>
            <a:ext cx="223517" cy="6364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643D644-30E2-4C2D-9149-ADFA9E2C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525" y="5042173"/>
            <a:ext cx="223517" cy="494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EE21B575-B088-4397-A08C-810E9D7E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4794675"/>
            <a:ext cx="223517" cy="7424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826F008-52F5-491B-8EFF-A654D5B5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15057" y="5537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FD380E7-FB1A-41DE-90C1-855FD174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3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3127DE2D-6E52-4177-99D7-B9E6E004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624" y="5139404"/>
            <a:ext cx="223517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964743ED-EF8B-450C-813E-F13948AB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059" y="4900746"/>
            <a:ext cx="223517" cy="6364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0BFBD644-F2C4-4B81-8127-074D9018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493" y="5042173"/>
            <a:ext cx="223517" cy="494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808AC315-3C80-4EC7-A8D3-D3C6024E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928" y="4794675"/>
            <a:ext cx="223517" cy="7424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94E8CBA-E0BF-42C1-8E79-FA477A21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576026" y="5537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7861d3821f1413a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旧知回顾：回顾“百分数”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回顾“百分数”：写出一条与本课有关的定义、性质或计算规则。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参考要点：正确表述“百分数”的核心含义，并说明它与“统计调查步骤”的联系。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960B029-B28B-4C35-B112-FEE339E0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8BA9B096-537D-4691-89F4-8C79FF9A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676" y="4112609"/>
            <a:ext cx="508159" cy="10689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7021CB42-DE12-4374-8A3A-727C6E19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013" y="3471215"/>
            <a:ext cx="508159" cy="1710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337945E-A288-449B-B600-98DC7EDC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851300"/>
            <a:ext cx="508159" cy="133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E552D655-7B45-437D-B70F-596EEDA4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3186151"/>
            <a:ext cx="508159" cy="19954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FF05E82-6406-4D80-85CE-62D6462A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84695" y="518160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C8E1DBF6-6872-4E40-B636-36D02A29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293" y="2478405"/>
            <a:ext cx="14782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da22f6ad52e4682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阅读教材印刷页150—153，圈出“统计调查步骤、全面调查、划记法、频数与百分比、条形图和扇形图”，分别用一句话记录它们解决什么问题。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小组探究：围绕“根据调查目的设计合理问题和表格”设计一次观察、操作或推理，记录现象、猜想和验证依据。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围绕“经历收集、整理、描述和分析数据全过程”说明理由；同伴只追问条件和依据。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7C979F0-DBD2-4B3B-9111-B548D973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ACBEFB25-B04D-4D2D-ABA7-2262761F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514" y="4916376"/>
            <a:ext cx="455771" cy="3604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32B1902-E3D0-4E2C-BA4C-60C6305F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888" y="4700092"/>
            <a:ext cx="455771" cy="5767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E4B90CCF-B54B-40D9-AC74-EBCC27C8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828261"/>
            <a:ext cx="455771" cy="448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28A4F118-AC14-4F31-8972-6CDCDEE0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635" y="4603966"/>
            <a:ext cx="455771" cy="6728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4C9EE00-5093-4BB5-8EEF-FC88CB2C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345" y="5276850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4562913aa4348f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概念一：统计调查步骤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统计调查步骤：按教材明确其定义、条件、表示、性质或步骤。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115B8FB3-EDC5-43D7-9FDB-7014322D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DD9C844A-85C0-434C-8BC2-CF7C1F56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676" y="4112609"/>
            <a:ext cx="508159" cy="10689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A8E631ED-8774-4BD0-B24D-D667C846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013" y="3471215"/>
            <a:ext cx="508159" cy="1710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D54321E7-A308-4F83-94E5-EC548097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851300"/>
            <a:ext cx="508159" cy="133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7BB561F3-FA15-4EAA-8AC1-65DA594C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3186151"/>
            <a:ext cx="508159" cy="19954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AFA8434-5548-4F21-9061-AFCB7F5B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84695" y="518160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4229C62C-AFEF-4060-935E-BC161D4B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293" y="2478405"/>
            <a:ext cx="14782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f5407df33d04cd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概念二：全面调查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全面调查：按教材明确其定义、条件、表示、性质或步骤。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易错提醒：根据调查目的设计合理问题和表格。先审条件，再使用结论。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390A190-D008-452B-81CC-D73B8E9A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5092688B-6896-424D-AF08-2184B326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676" y="4112609"/>
            <a:ext cx="508159" cy="10689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BE990BE8-DCBD-4F39-9300-FF0DD2C7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013" y="3471215"/>
            <a:ext cx="508159" cy="1710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D1B26BA6-781A-4F4A-971B-32CB49A9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851300"/>
            <a:ext cx="508159" cy="133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EC86347D-7176-46A7-A155-70586527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3186151"/>
            <a:ext cx="508159" cy="19954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C317BD5-B48F-467F-8ADB-F2C3359B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84695" y="518160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4AC0A042-EFC5-4737-9351-1D650836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293" y="2478405"/>
            <a:ext cx="14782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422c55300194ff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小组探究：围绕“根据调查目的设计合理问题和表格”设计一次观察、操作或推理，记录现象、猜想和验证依据。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参考思路：先明确条件，再围绕“经历收集、整理、描述和分析数据全过程”形成猜想，最后用定义、计算、图表或反例验证。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B5754CB-A56E-4220-BB74-0F1B0094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8071AA67-CCBE-4139-B521-590E1313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249" y="3331369"/>
            <a:ext cx="434816" cy="6215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C37999C4-894E-48E5-B3B5-CFFA0BAD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238" y="2958465"/>
            <a:ext cx="434816" cy="994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5342FB06-DB9E-4D19-A1F1-C14C1CF0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226" y="3179445"/>
            <a:ext cx="434816" cy="773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CEC12C0E-6D38-467A-9AD8-A282D79F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215" y="2792730"/>
            <a:ext cx="434816" cy="1160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4A8DF06-29A0-472B-B2A1-7571F2B0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507605" y="3952875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5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41D07E2D-13AA-443B-BF4E-DEC5FFB1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2158" y="2381250"/>
            <a:ext cx="1264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f0b51da44764fd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只记“统计调查步骤”的结论，不检查适用条件。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把“经历收集、整理、描述和分析数据全过程”与相近概念或逆命题混淆。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f0a16d8b650480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教材例题：例题（对应教材12.1课外活动调查）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例题（对应教材12.1课外活动调查）：调查40名学生最喜欢的球类，篮球16人。篮球的频数和百分比分别是多少？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选用经历收集、整理、描述和分析数据全过程；3.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教材印刷页150—153：先思考，再对照规范解答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B228B4B6-57B5-4772-AFCB-336D91E8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0430675-5934-47F7-B9F1-43476822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514" y="4916376"/>
            <a:ext cx="455771" cy="3604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86F82BC3-559D-4CCB-9923-F63F67A5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888" y="4700092"/>
            <a:ext cx="455771" cy="5767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E2CD08B3-C9E9-4E5D-B81D-28F8C089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828261"/>
            <a:ext cx="455771" cy="448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D368BB79-C8E3-43F3-B626-B490093A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635" y="4603966"/>
            <a:ext cx="455771" cy="6728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E33DEDA-F00C-4B62-8EB4-0829A639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345" y="5276850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039398e9f5a46a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选择“经历收集、整理、描述和分析数据全过程”对应的方法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频数16，百分比16÷40×100%=40%。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没有先确认“经历收集、整理、描述和分析数据全过程”的条件，或只写结果不写依据。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CD158E98-7691-4145-8118-B0A0DEE2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098C4503-9081-4576-9336-F165FC15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249" y="3331369"/>
            <a:ext cx="434816" cy="6215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E71439E9-1A2D-436D-8157-EE030560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238" y="2958465"/>
            <a:ext cx="434816" cy="994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A660AD15-07A2-4549-815C-7B080DD0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226" y="3179445"/>
            <a:ext cx="434816" cy="773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4E5193F1-96F5-4CF7-9468-FA524422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215" y="2792730"/>
            <a:ext cx="434816" cy="1160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7993FA9-D12F-47E1-AA3A-CD7FBAB1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507605" y="3952875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5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1DAE13A-A2C4-4319-A6B8-C440FACB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2158" y="2381250"/>
            <a:ext cx="1264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abccb924fbe43d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基础辨析：判断“使用‘统计调查步骤’时不需要检查条件，只要结论看起来合理即可”，并说明理由。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变式练习：把Q4的一个条件、数据或表示方式作合理改变，仍用“经历收集、整理、描述和分析数据全过程”解决，并写出检验。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EBCF230-D23E-41E9-9034-12F4C84D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82963C07-5E0B-4C8F-9BF3-6AB961DD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366" y="5217462"/>
            <a:ext cx="424339" cy="335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B5CFFCB7-8CAB-4949-A533-EC1CBC16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163" y="5016094"/>
            <a:ext cx="424339" cy="5369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97560A2B-57F9-47E7-BDF6-07D92F86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959" y="5135423"/>
            <a:ext cx="424339" cy="417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0AAB539C-AEC0-4187-B753-65EC0070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3755" y="4926597"/>
            <a:ext cx="424339" cy="626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78340C3-F409-416F-9C52-F75BCA2B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13485" y="5553075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161656a309c40a4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变式练习：把Q4的一个条件、数据或表示方式作合理改变，仍用“经历收集、整理、描述和分析数据全过程”解决，并写出检验。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答案不唯一。评价要点：改变后的条件完整；方法仍属于“经历收集、整理、描述和分析数据全过程”；过程正确；检验与新条件一致。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1174817C-C291-4147-A2B0-4781F334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4CE5496F-AB0A-4C97-82DD-76804842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514" y="4916376"/>
            <a:ext cx="455771" cy="3604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2BC059F6-41A3-4B1F-8BEA-6C9FE78D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888" y="4700092"/>
            <a:ext cx="455771" cy="5767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9DA2986B-E761-4153-A65D-F7998CBD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828261"/>
            <a:ext cx="455771" cy="448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C8F92954-446D-4347-B500-76126974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635" y="4603966"/>
            <a:ext cx="455771" cy="6728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91A4756-AB27-4A06-98DB-5AFC2A4B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345" y="5276850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4b2df170783471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纠错：“研究全面调查与数据整理时，只记结论，不必区分条件、过程和依据。”这句话对吗？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当堂检测：全面调查的一般步骤是什么？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04B4D012-EB2B-434D-BB70-AF3B56A7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8C2571BA-ED13-408B-8139-0FBD7EC6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366" y="5217462"/>
            <a:ext cx="424339" cy="335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A9398C87-D5E9-40D9-BE63-D54646E1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163" y="5016094"/>
            <a:ext cx="424339" cy="5369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B4970419-6630-40CE-931E-416937EE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959" y="5135423"/>
            <a:ext cx="424339" cy="417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2F8E000D-F4D6-402E-A4B9-0EFF1B4B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3755" y="4926597"/>
            <a:ext cx="424339" cy="626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A653E8B-E6F6-4B31-8185-E13ED385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13485" y="5553075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86bfd1ac20b4ac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小结参考：本课围绕“全面调查与数据整理”，掌握统计调查步骤、全面调查、划记法、频数与百分比、条形图和扇形图，并能运用经历收集、整理、描述和分析数据全过程。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基础：完成教材第153页练习中的基础题并订正Q5、Q7 提升：当堂检测：全面调查的一般步骤是什么？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我能否：①准确表达统计调查步骤；②运用经历收集、整理、描述和分析数据全过程；③写清依据并检验？选择“会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AF47E58E-AEEA-4950-9AB5-369791FF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ABAA7E5C-1EF2-4A5D-B00C-CF02A62D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3779" y="3026712"/>
            <a:ext cx="476726" cy="335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98E176F0-D1D6-466A-A9EE-C9D4E45B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538" y="2825344"/>
            <a:ext cx="476726" cy="5369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CCB2817-10CE-4B5F-AC7C-C77B1F91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7296" y="2944673"/>
            <a:ext cx="476726" cy="417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82BA4270-1C17-4BFE-93D2-ADCA8DB2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4055" y="2735847"/>
            <a:ext cx="476726" cy="626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5347573-4A4E-4CEA-9A92-4BD5D961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157085" y="3362325"/>
            <a:ext cx="31203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2026-08-02T17:50:11.6310000Z</dcterms:created>
  <dcterms:modified xsi:type="dcterms:W3CDTF">2026-08-02T17:50:11.6310000Z</dcterms:modified>
</coreProperties>
</file>