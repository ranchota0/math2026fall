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fb1ab50dc4ddd" /><Relationship Type="http://schemas.openxmlformats.org/officeDocument/2006/relationships/extended-properties" Target="/docProps/app.xml" Id="R1a0f75c2703946d7" /><Relationship Type="http://schemas.openxmlformats.org/officeDocument/2006/relationships/officeDocument" Target="/ppt/presentation.xml" Id="Re8054afab6d9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855087e994acd"/>
    <p:sldMasterId xmlns:r="http://schemas.openxmlformats.org/officeDocument/2006/relationships" id="2147483660" r:id="Rd0fa3b5b12b44747"/>
  </p:sldMasterIdLst>
  <p:notesMasterIdLst>
    <p:notesMasterId xmlns:r="http://schemas.openxmlformats.org/officeDocument/2006/relationships" r:id="R18c6cb87e26d4b55"/>
  </p:notesMasterIdLst>
  <p:sldIdLst>
    <p:sldId xmlns:r="http://schemas.openxmlformats.org/officeDocument/2006/relationships" id="256" r:id="Rb08631e3c78d4d51"/>
    <p:sldId xmlns:r="http://schemas.openxmlformats.org/officeDocument/2006/relationships" id="257" r:id="Ra2fb29d164b64654"/>
    <p:sldId xmlns:r="http://schemas.openxmlformats.org/officeDocument/2006/relationships" id="258" r:id="R6c3db0dcd3f64c77"/>
    <p:sldId xmlns:r="http://schemas.openxmlformats.org/officeDocument/2006/relationships" id="259" r:id="R4c1b0b408b1d41e0"/>
    <p:sldId xmlns:r="http://schemas.openxmlformats.org/officeDocument/2006/relationships" id="260" r:id="R784542568141469a"/>
    <p:sldId xmlns:r="http://schemas.openxmlformats.org/officeDocument/2006/relationships" id="261" r:id="R77524dc28b584da9"/>
    <p:sldId xmlns:r="http://schemas.openxmlformats.org/officeDocument/2006/relationships" id="262" r:id="R57c35a78b19e4625"/>
    <p:sldId xmlns:r="http://schemas.openxmlformats.org/officeDocument/2006/relationships" id="263" r:id="Ra926ff477bf14792"/>
    <p:sldId xmlns:r="http://schemas.openxmlformats.org/officeDocument/2006/relationships" id="264" r:id="R768af29bcf1d47d5"/>
    <p:sldId xmlns:r="http://schemas.openxmlformats.org/officeDocument/2006/relationships" id="265" r:id="R6a8da718407e490a"/>
    <p:sldId xmlns:r="http://schemas.openxmlformats.org/officeDocument/2006/relationships" id="266" r:id="R3f551fbdf267444b"/>
    <p:sldId xmlns:r="http://schemas.openxmlformats.org/officeDocument/2006/relationships" id="267" r:id="Ra2b8dd67756e464f"/>
    <p:sldId xmlns:r="http://schemas.openxmlformats.org/officeDocument/2006/relationships" id="268" r:id="Rdae33b84982e4fd2"/>
    <p:sldId xmlns:r="http://schemas.openxmlformats.org/officeDocument/2006/relationships" id="269" r:id="R133e8b50103d498e"/>
    <p:sldId xmlns:r="http://schemas.openxmlformats.org/officeDocument/2006/relationships" id="270" r:id="R890a374a2608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f858049424492" /><Relationship Type="http://schemas.openxmlformats.org/officeDocument/2006/relationships/slideMaster" Target="/ppt/slideMasters/slideMaster1.xml" Id="Rdb2855087e994acd" /><Relationship Type="http://schemas.openxmlformats.org/officeDocument/2006/relationships/slideMaster" Target="/ppt/slideMasters/slideMaster2.xml" Id="Rd0fa3b5b12b44747" /><Relationship Type="http://schemas.openxmlformats.org/officeDocument/2006/relationships/notesMaster" Target="/ppt/notesMasters/notesMaster1.xml" Id="R18c6cb87e26d4b55" /><Relationship Type="http://schemas.openxmlformats.org/officeDocument/2006/relationships/presProps" Target="/ppt/presProps.xml" Id="R5b8ab253bf2e496c" /><Relationship Type="http://schemas.openxmlformats.org/officeDocument/2006/relationships/viewProps" Target="/ppt/viewProps.xml" Id="R9ae36cc5792a4796" /><Relationship Type="http://schemas.openxmlformats.org/officeDocument/2006/relationships/tableStyles" Target="/ppt/tableStyles.xml" Id="Rc7f5cb51bffa4b89" /><Relationship Type="http://schemas.openxmlformats.org/officeDocument/2006/relationships/slide" Target="/ppt/slides/slide1.xml" Id="Rb08631e3c78d4d51" /><Relationship Type="http://schemas.openxmlformats.org/officeDocument/2006/relationships/slide" Target="/ppt/slides/slide2.xml" Id="Ra2fb29d164b64654" /><Relationship Type="http://schemas.openxmlformats.org/officeDocument/2006/relationships/slide" Target="/ppt/slides/slide3.xml" Id="R6c3db0dcd3f64c77" /><Relationship Type="http://schemas.openxmlformats.org/officeDocument/2006/relationships/slide" Target="/ppt/slides/slide4.xml" Id="R4c1b0b408b1d41e0" /><Relationship Type="http://schemas.openxmlformats.org/officeDocument/2006/relationships/slide" Target="/ppt/slides/slide5.xml" Id="R784542568141469a" /><Relationship Type="http://schemas.openxmlformats.org/officeDocument/2006/relationships/slide" Target="/ppt/slides/slide6.xml" Id="R77524dc28b584da9" /><Relationship Type="http://schemas.openxmlformats.org/officeDocument/2006/relationships/slide" Target="/ppt/slides/slide7.xml" Id="R57c35a78b19e4625" /><Relationship Type="http://schemas.openxmlformats.org/officeDocument/2006/relationships/slide" Target="/ppt/slides/slide8.xml" Id="Ra926ff477bf14792" /><Relationship Type="http://schemas.openxmlformats.org/officeDocument/2006/relationships/slide" Target="/ppt/slides/slide9.xml" Id="R768af29bcf1d47d5" /><Relationship Type="http://schemas.openxmlformats.org/officeDocument/2006/relationships/slide" Target="/ppt/slides/slide10.xml" Id="R6a8da718407e490a" /><Relationship Type="http://schemas.openxmlformats.org/officeDocument/2006/relationships/slide" Target="/ppt/slides/slide11.xml" Id="R3f551fbdf267444b" /><Relationship Type="http://schemas.openxmlformats.org/officeDocument/2006/relationships/slide" Target="/ppt/slides/slide12.xml" Id="Ra2b8dd67756e464f" /><Relationship Type="http://schemas.openxmlformats.org/officeDocument/2006/relationships/slide" Target="/ppt/slides/slide13.xml" Id="Rdae33b84982e4fd2" /><Relationship Type="http://schemas.openxmlformats.org/officeDocument/2006/relationships/slide" Target="/ppt/slides/slide14.xml" Id="R133e8b50103d498e" /><Relationship Type="http://schemas.openxmlformats.org/officeDocument/2006/relationships/slide" Target="/ppt/slides/slide15.xml" Id="R890a374a2608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2828d2c82f6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c79f043174e6a" /><Relationship Type="http://schemas.openxmlformats.org/officeDocument/2006/relationships/notesMaster" Target="/ppt/notesMasters/notesMaster1.xml" Id="Ree516ed6d8c8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d0c824ed1246f2" /><Relationship Type="http://schemas.openxmlformats.org/officeDocument/2006/relationships/notesMaster" Target="/ppt/notesMasters/notesMaster1.xml" Id="R07ac3a57107f40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e6af56af14b00" /><Relationship Type="http://schemas.openxmlformats.org/officeDocument/2006/relationships/notesMaster" Target="/ppt/notesMasters/notesMaster1.xml" Id="R54fe583527e8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fcd239140e48b1" /><Relationship Type="http://schemas.openxmlformats.org/officeDocument/2006/relationships/notesMaster" Target="/ppt/notesMasters/notesMaster1.xml" Id="R4d068ff73676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43b5c80aa42d1" /><Relationship Type="http://schemas.openxmlformats.org/officeDocument/2006/relationships/notesMaster" Target="/ppt/notesMasters/notesMaster1.xml" Id="R6008a69dee6f4c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2ec9b3f9c479e" /><Relationship Type="http://schemas.openxmlformats.org/officeDocument/2006/relationships/notesMaster" Target="/ppt/notesMasters/notesMaster1.xml" Id="Rb95855086725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6a07c2dbbe43a1" /><Relationship Type="http://schemas.openxmlformats.org/officeDocument/2006/relationships/notesMaster" Target="/ppt/notesMasters/notesMaster1.xml" Id="Rc7956ea4a41f43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a2f81a5114fff" /><Relationship Type="http://schemas.openxmlformats.org/officeDocument/2006/relationships/notesMaster" Target="/ppt/notesMasters/notesMaster1.xml" Id="Rea0234c64f434b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81526dd9384ceb" /><Relationship Type="http://schemas.openxmlformats.org/officeDocument/2006/relationships/notesMaster" Target="/ppt/notesMasters/notesMaster1.xml" Id="Re4ce3965630f43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201e982d3e47c2" /><Relationship Type="http://schemas.openxmlformats.org/officeDocument/2006/relationships/notesMaster" Target="/ppt/notesMasters/notesMaster1.xml" Id="R7c8e313d5103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212294f09140a5" /><Relationship Type="http://schemas.openxmlformats.org/officeDocument/2006/relationships/notesMaster" Target="/ppt/notesMasters/notesMaster1.xml" Id="R1344f30503ad41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7d4d93a74548b3" /><Relationship Type="http://schemas.openxmlformats.org/officeDocument/2006/relationships/notesMaster" Target="/ppt/notesMasters/notesMaster1.xml" Id="R0f8fceb7286a47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2a552803d84e1b" /><Relationship Type="http://schemas.openxmlformats.org/officeDocument/2006/relationships/notesMaster" Target="/ppt/notesMasters/notesMaster1.xml" Id="Ra41fca462d114e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43526199e34734" /><Relationship Type="http://schemas.openxmlformats.org/officeDocument/2006/relationships/notesMaster" Target="/ppt/notesMasters/notesMaster1.xml" Id="Rdadae0e3f3af4a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a7bdb863944f5f" /><Relationship Type="http://schemas.openxmlformats.org/officeDocument/2006/relationships/notesMaster" Target="/ppt/notesMasters/notesMaster1.xml" Id="Rd2f1a65ce433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从教材印刷页165—167进入《频数分布表与直方图》。说明本课在第12章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人教版《义务教育教科书·数学七年级下册》，印刷页165—167。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形成第一个核心概念：极差。要求学生标出对象、条件、表示和作用。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形成第二个核心概念或方法：组距与组数。与前一概念对比，避免相近知识混淆。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呈现Q4，保留独立思考时间。题型对应教材印刷页165—167的例题或典型任务。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人教版《义务教育教科书·数学七年级下册》，印刷页165—167。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06f02805540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be3354f9946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c45dada1a4b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78c567d8f41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fcbd6f49848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b156b13544e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157c479fd47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bb2436ae94a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0a274845c42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2c4f5d15e4b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ed4a3d7a64e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fa8ee4c7aa450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4cd5a21e5342c9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1df1794c54572" /><Relationship Type="http://schemas.openxmlformats.org/officeDocument/2006/relationships/slideLayout" Target="/ppt/slideLayouts/slideLayout1.xml" Id="R925e896ab0374303" /><Relationship Type="http://schemas.openxmlformats.org/officeDocument/2006/relationships/slideLayout" Target="/ppt/slideLayouts/slideLayout2.xml" Id="R7bfc7708821f48cc" /><Relationship Type="http://schemas.openxmlformats.org/officeDocument/2006/relationships/slideLayout" Target="/ppt/slideLayouts/slideLayout3.xml" Id="R16c828d5b7414921" /><Relationship Type="http://schemas.openxmlformats.org/officeDocument/2006/relationships/slideLayout" Target="/ppt/slideLayouts/slideLayout4.xml" Id="Ra6b81c45bc9f49f4" /><Relationship Type="http://schemas.openxmlformats.org/officeDocument/2006/relationships/slideLayout" Target="/ppt/slideLayouts/slideLayout5.xml" Id="Reeb1b5f9ac94499d" /><Relationship Type="http://schemas.openxmlformats.org/officeDocument/2006/relationships/slideLayout" Target="/ppt/slideLayouts/slideLayout6.xml" Id="R5484cdca81994885" /><Relationship Type="http://schemas.openxmlformats.org/officeDocument/2006/relationships/slideLayout" Target="/ppt/slideLayouts/slideLayout7.xml" Id="R5c88afbe8bdd473e" /><Relationship Type="http://schemas.openxmlformats.org/officeDocument/2006/relationships/slideLayout" Target="/ppt/slideLayouts/slideLayout8.xml" Id="R79fa88eda4494b64" /><Relationship Type="http://schemas.openxmlformats.org/officeDocument/2006/relationships/slideLayout" Target="/ppt/slideLayouts/slideLayout9.xml" Id="R4b56ef374f3247a8" /><Relationship Type="http://schemas.openxmlformats.org/officeDocument/2006/relationships/slideLayout" Target="/ppt/slideLayouts/slideLayout10.xml" Id="R826e492d0c944d73" /><Relationship Type="http://schemas.openxmlformats.org/officeDocument/2006/relationships/slideLayout" Target="/ppt/slideLayouts/slideLayout11.xml" Id="Rf346372e850142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4895a6011b34d49" /><Relationship Type="http://schemas.openxmlformats.org/officeDocument/2006/relationships/slideLayout" Target="/ppt/slideLayouts/slideLayout12.xml" Id="R6cffa03206eb4a30" /><Relationship Type="http://schemas.openxmlformats.org/officeDocument/2006/relationships/slideLayout" Target="/ppt/slideLayouts/slideLayout13.xml" Id="R22a1ca4059d44e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e896ab0374303"/>
    <p:sldLayoutId xmlns:r="http://schemas.openxmlformats.org/officeDocument/2006/relationships" id="2147483650" r:id="R7bfc7708821f48cc"/>
    <p:sldLayoutId xmlns:r="http://schemas.openxmlformats.org/officeDocument/2006/relationships" id="2147483651" r:id="R16c828d5b7414921"/>
    <p:sldLayoutId xmlns:r="http://schemas.openxmlformats.org/officeDocument/2006/relationships" id="2147483652" r:id="Ra6b81c45bc9f49f4"/>
    <p:sldLayoutId xmlns:r="http://schemas.openxmlformats.org/officeDocument/2006/relationships" id="2147483653" r:id="Reeb1b5f9ac94499d"/>
    <p:sldLayoutId xmlns:r="http://schemas.openxmlformats.org/officeDocument/2006/relationships" id="2147483654" r:id="R5484cdca81994885"/>
    <p:sldLayoutId xmlns:r="http://schemas.openxmlformats.org/officeDocument/2006/relationships" id="2147483655" r:id="R5c88afbe8bdd473e"/>
    <p:sldLayoutId xmlns:r="http://schemas.openxmlformats.org/officeDocument/2006/relationships" id="2147483656" r:id="R79fa88eda4494b64"/>
    <p:sldLayoutId xmlns:r="http://schemas.openxmlformats.org/officeDocument/2006/relationships" id="2147483657" r:id="R4b56ef374f3247a8"/>
    <p:sldLayoutId xmlns:r="http://schemas.openxmlformats.org/officeDocument/2006/relationships" id="2147483658" r:id="R826e492d0c944d73"/>
    <p:sldLayoutId xmlns:r="http://schemas.openxmlformats.org/officeDocument/2006/relationships" id="2147483659" r:id="Rf346372e8501423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cffa03206eb4a30"/>
    <p:sldLayoutId xmlns:r="http://schemas.openxmlformats.org/officeDocument/2006/relationships" id="2147483662" r:id="R22a1ca4059d44e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613fb63476a435c" /><Relationship Type="http://schemas.openxmlformats.org/officeDocument/2006/relationships/image" Target="/ppt/media/image.jpeg" Id="R75262c69be27495f" /><Relationship Type="http://schemas.openxmlformats.org/officeDocument/2006/relationships/notesSlide" Target="/ppt/notesSlides/notesSlide1.xml" Id="R746421437d75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93014387614cff" /><Relationship Type="http://schemas.openxmlformats.org/officeDocument/2006/relationships/image" Target="/ppt/media/image2.jpeg" Id="R4c54c9a260474b91" /><Relationship Type="http://schemas.openxmlformats.org/officeDocument/2006/relationships/image" Target="/ppt/media/image.svg" Id="R5c235029b5ff411b" /><Relationship Type="http://schemas.openxmlformats.org/officeDocument/2006/relationships/image" Target="/ppt/media/image.jpeg" Id="Rd475d21522f24222" /><Relationship Type="http://schemas.openxmlformats.org/officeDocument/2006/relationships/image" Target="/ppt/media/image2.svg" Id="R312485df042e4fad" /><Relationship Type="http://schemas.openxmlformats.org/officeDocument/2006/relationships/image" Target="/ppt/media/image3.jpeg" Id="R7787f0525178445d" /><Relationship Type="http://schemas.openxmlformats.org/officeDocument/2006/relationships/image" Target="/ppt/media/image3.svg" Id="R4f4f6accae6d4fea" /><Relationship Type="http://schemas.openxmlformats.org/officeDocument/2006/relationships/image" Target="/ppt/media/image4.jpeg" Id="R230c31d409124862" /><Relationship Type="http://schemas.openxmlformats.org/officeDocument/2006/relationships/image" Target="/ppt/media/image4.svg" Id="R1e2d5fd056ea4f6e" /><Relationship Type="http://schemas.openxmlformats.org/officeDocument/2006/relationships/notesSlide" Target="/ppt/notesSlides/notesSlide2.xml" Id="R168a62cca402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68bd57b0984534" /><Relationship Type="http://schemas.openxmlformats.org/officeDocument/2006/relationships/image" Target="/ppt/media/image2.jpeg" Id="R6c7428bef2394d1b" /><Relationship Type="http://schemas.openxmlformats.org/officeDocument/2006/relationships/notesSlide" Target="/ppt/notesSlides/notesSlide3.xml" Id="R7dd5f8c7f703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d5fa4f9c7047ec" /><Relationship Type="http://schemas.openxmlformats.org/officeDocument/2006/relationships/image" Target="/ppt/media/image2.jpeg" Id="R5ed32f6fc46941c8" /><Relationship Type="http://schemas.openxmlformats.org/officeDocument/2006/relationships/notesSlide" Target="/ppt/notesSlides/notesSlide4.xml" Id="R172454b2636e49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399fbd0d0a409d" /><Relationship Type="http://schemas.openxmlformats.org/officeDocument/2006/relationships/image" Target="/ppt/media/image2.jpeg" Id="Rc51017ff97384e0f" /><Relationship Type="http://schemas.openxmlformats.org/officeDocument/2006/relationships/notesSlide" Target="/ppt/notesSlides/notesSlide5.xml" Id="R7fbe796c96e64d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9a8e9bc5fe4951" /><Relationship Type="http://schemas.openxmlformats.org/officeDocument/2006/relationships/image" Target="/ppt/media/image2.jpeg" Id="R517f53294a3a4ad5" /><Relationship Type="http://schemas.openxmlformats.org/officeDocument/2006/relationships/notesSlide" Target="/ppt/notesSlides/notesSlide6.xml" Id="R6bd84f5dd85644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0680a47bee4b48" /><Relationship Type="http://schemas.openxmlformats.org/officeDocument/2006/relationships/image" Target="/ppt/media/image2.jpeg" Id="R111cdfc2023a4b95" /><Relationship Type="http://schemas.openxmlformats.org/officeDocument/2006/relationships/notesSlide" Target="/ppt/notesSlides/notesSlide7.xml" Id="Rc5fed5780ee0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c88cf5a8ba4ee5" /><Relationship Type="http://schemas.openxmlformats.org/officeDocument/2006/relationships/image" Target="/ppt/media/image2.jpeg" Id="R8ba4be0f7d5946f1" /><Relationship Type="http://schemas.openxmlformats.org/officeDocument/2006/relationships/notesSlide" Target="/ppt/notesSlides/notesSlide8.xml" Id="R384a4620f797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e24ec4327e4759" /><Relationship Type="http://schemas.openxmlformats.org/officeDocument/2006/relationships/image" Target="/ppt/media/image2.jpeg" Id="Rcf347f8836284d14" /><Relationship Type="http://schemas.openxmlformats.org/officeDocument/2006/relationships/notesSlide" Target="/ppt/notesSlides/notesSlide9.xml" Id="R201a49fc390947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ee9264504b435a" /><Relationship Type="http://schemas.openxmlformats.org/officeDocument/2006/relationships/image" Target="/ppt/media/image2.jpeg" Id="R7e1d822672d4490c" /><Relationship Type="http://schemas.openxmlformats.org/officeDocument/2006/relationships/notesSlide" Target="/ppt/notesSlides/notesSlide10.xml" Id="R19edbd2ae63a4b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ce05ed39fc46c3" /><Relationship Type="http://schemas.openxmlformats.org/officeDocument/2006/relationships/image" Target="/ppt/media/image2.jpeg" Id="Ra3daff1c3ee04d01" /><Relationship Type="http://schemas.openxmlformats.org/officeDocument/2006/relationships/notesSlide" Target="/ppt/notesSlides/notesSlide11.xml" Id="R448cb5225f4e4a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bac68404204689" /><Relationship Type="http://schemas.openxmlformats.org/officeDocument/2006/relationships/image" Target="/ppt/media/image2.jpeg" Id="R31948e16db8c49c0" /><Relationship Type="http://schemas.openxmlformats.org/officeDocument/2006/relationships/notesSlide" Target="/ppt/notesSlides/notesSlide12.xml" Id="R4b9634aee571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12fb18611445c9" /><Relationship Type="http://schemas.openxmlformats.org/officeDocument/2006/relationships/image" Target="/ppt/media/image2.jpeg" Id="R296fb97d7001439a" /><Relationship Type="http://schemas.openxmlformats.org/officeDocument/2006/relationships/notesSlide" Target="/ppt/notesSlides/notesSlide13.xml" Id="Rc0702a8cd48345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cf3ec0bfb6432f" /><Relationship Type="http://schemas.openxmlformats.org/officeDocument/2006/relationships/image" Target="/ppt/media/image2.jpeg" Id="Rf4c2c9a08c704e3a" /><Relationship Type="http://schemas.openxmlformats.org/officeDocument/2006/relationships/notesSlide" Target="/ppt/notesSlides/notesSlide14.xml" Id="R6d27a06ec96947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eea4c527154e2c" /><Relationship Type="http://schemas.openxmlformats.org/officeDocument/2006/relationships/image" Target="/ppt/media/image5.jpeg" Id="Rb7141411b1a54e8e" /><Relationship Type="http://schemas.openxmlformats.org/officeDocument/2006/relationships/notesSlide" Target="/ppt/notesSlides/notesSlide15.xml" Id="Rd5c0d28dd23a427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5262c69be27495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频数分布表与直方图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教材印刷页165—167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54c9a260474b9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d21522f24222">
            <a:extLst>
              <a:ext uri="{96DAC541-7B7A-43D3-8B79-37D633B846F1}">
                <asvg:svgBlip xmlns:asvg="http://schemas.microsoft.com/office/drawing/2016/SVG/main" r:embed="R5c235029b5ff41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通过阅读、观察或操作，准确说出极差、组距与组数、频数分布表、频数分布直方图的含义、表示或基本步骤。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4c9a260474b91">
            <a:extLst>
              <a:ext uri="{96DAC541-7B7A-43D3-8B79-37D633B846F1}">
                <asvg:svgBlip xmlns:asvg="http://schemas.microsoft.com/office/drawing/2016/SVG/main" r:embed="R312485df042e4f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在Q2—Q4中运用“按步骤整理分组数据并绘制直方图”，能用完整语言、式子、图形或图表说明依据。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7f0525178445d">
            <a:extLst>
              <a:ext uri="{96DAC541-7B7A-43D3-8B79-37D633B846F1}">
                <asvg:svgBlip xmlns:asvg="http://schemas.microsoft.com/office/drawing/2016/SVG/main" r:embed="R4f4f6accae6d4f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在基础与变式练习中运用“按步骤整理分组数据并绘制直方图”解决同类问题，并对结果进行检验。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c31d409124862">
            <a:extLst>
              <a:ext uri="{96DAC541-7B7A-43D3-8B79-37D633B846F1}">
                <asvg:svgBlip xmlns:asvg="http://schemas.microsoft.com/office/drawing/2016/SVG/main" r:embed="R1e2d5fd056ea4f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c7428bef2394d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对应印刷页165—167。先读图、读表或读题，圈出已知和所求。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调用学生已经学习数据整理、条形图，具备基本观察、计算、作图或整理数据的经验。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聚焦极差、组距与组数、频数分布表、频数分布直方图，不急于抄结论。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B8B480-175D-42B9-B1BB-05211CB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8D3AC56-E599-4CA8-B125-95ACB44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9CA74E6-B6CA-46B8-984B-8FAAADF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3B243F8-BEF2-42F4-82DA-0631D3D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D75142D-BD00-4AE3-B05A-968ECB29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0DAD0D-01F1-4E4F-AA77-F741692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B207656-6E6E-4105-BF96-7AA03F2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1007BA2-450B-4A66-B4B9-0B3004D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86FC2A3-BFAE-4169-9F9B-54C09126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DE9F0F1-BB37-402D-A289-A1CA0545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EF02332-18E3-49AD-A62E-7A6E0426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604F34-DBAA-4AF8-A625-BB3C4ED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C3EBA5-E472-4B1E-87C6-CC397976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254BED5-4935-45F5-B132-BDA3FEE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14BF672-5FD5-4627-AC1B-7F7EBB0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546E7C7-866E-4D82-A4FD-258E72F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A976110-FC58-4315-BFFF-0F1C8D3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0AFC78-4B29-4E42-A576-05321FB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9FFEF68-E7AB-4179-AA49-E6E2C57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1405F41-E23A-40C5-AE5C-65A5F55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84ECD9C-4BEF-4120-8EDA-1B963FD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5C0683-B3DC-4902-B51A-051EB273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756037B-54DF-446A-BCBC-FF7ED4F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A56A69-7632-4AD6-8B84-B1D679C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d32f6fc46941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旧知回顾：回顾“数据整理”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回顾“数据整理”：写出一条与本课有关的定义、性质或计算规则。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参考要点：正确表述“数据整理”的核心含义，并说明它与“极差”的联系。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8F88B78-BC3B-49F6-B829-72FDD45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09BFBC5-B70C-4F73-9EB4-6174882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8C3D5C-A514-42F2-BF92-B69CFCDB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2E975F7-F5E9-4B9A-976F-99F80D0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D7ACA58-AF8E-4032-BF02-69EA1F4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A6ABC5-9B87-47B8-AE29-115019C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D9B602-4941-415B-8F96-D935DBA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51017ff97384e0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阅读教材印刷页165—167，圈出“极差、组距与组数、频数分布表、频数分布直方图”，分别用一句话记录它们解决什么问题。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小组探究：围绕“分组边界与左闭右开区间”设计一次观察、操作或推理，记录现象、猜想和验证依据。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围绕“按步骤整理分组数据并绘制直方图”说明理由；同伴只追问条件和依据。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69E67B6-B70A-44D9-9858-888089DE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E22E113-8C3F-43D3-A71B-92940EA5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42A3724-CB75-43AE-82D5-F59C87E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7C935F7-786A-485F-92B9-8071CBF4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7097F4C-6EC2-4B76-8D5D-85558CCF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17C5BD3-B1EB-4472-978B-302DB9F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17f53294a3a4a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概念一：极差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极差：按教材明确其定义、条件、表示、性质或步骤。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4A0121B-FD16-4C15-B501-EED83BD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D738BCD-72EF-4274-A27F-B2C73042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D92317-96DC-45E4-8737-C13C0297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8FDE408-DD90-4CD6-A5F0-860B1BD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D5984BD-FD92-431F-BD0F-44D694C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241237-3426-48B2-972A-80A335D4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2B8A4D2-E844-4E60-903B-9C59DFB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1cdfc2023a4b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概念二：组距与组数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组距与组数：按教材明确其定义、条件、表示、性质或步骤。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易错提醒：分组边界与左闭右开区间。先审条件，再使用结论。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10E7B2-9E63-473C-89F5-C005B72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2D7F992-7C10-4B6C-9308-04C6C439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724DE10-E982-4AB6-B1AB-90E9388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8AD78B6-F1B7-48A8-A1E5-2600500D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3BAA7EB-D6F9-482A-BEF3-9CC8F84F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98B011-D4E9-4E8E-8969-4950CB48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4F84B44-0C64-47AE-8AE5-7CE25A6A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ba4be0f7d5946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小组探究：围绕“分组边界与左闭右开区间”设计一次观察、操作或推理，记录现象、猜想和验证依据。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参考思路：先明确条件，再围绕“按步骤整理分组数据并绘制直方图”形成猜想，最后用定义、计算、图表或反例验证。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8D030A1-DD74-4C05-A40D-4FFBEE9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200979-2A36-478A-80CC-C518038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587B6A-3CBD-430A-A3E7-34251B9D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456CA8B-C9F1-4B99-A8EB-4062A00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7C6FAB8-0B01-43C0-AF13-7AE02ED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789611-573A-48E1-B2F2-E492931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5830048-9166-424C-A9C1-D4403CE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347f8836284d1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只记“极差”的结论，不检查适用条件。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把“按步骤整理分组数据并绘制直方图”与相近概念或逆命题混淆。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1d822672d4490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教材例题：例题（对应教材仪仗队身高数据）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例题（对应教材仪仗队身高数据）：数据最大值98、最小值53，取组距10，至少分几组？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选用按步骤整理分组数据并绘制直方图；3.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教材印刷页165—167：先思考，再对照规范解答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FFD4504-70FD-4253-9133-C920B77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144A5F-7405-4872-8411-14E74CA2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8783BE-2236-4A4A-8803-FBA26D7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2B594D0-CE7F-43F5-8782-892CBD4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24A4881-9C3D-49D8-BE78-839F5325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7D2F51-6A23-45AE-92B6-BE322C8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3daff1c3ee04d0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选择“按步骤整理分组数据并绘制直方图”对应的方法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极差45，45÷10=4.5，所以至少分5组。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没有先确认“按步骤整理分组数据并绘制直方图”的条件，或只写结果不写依据。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1B0D0D-2B0C-4FCA-8B96-E4112619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CA0756D-7281-41A5-8D1A-955B54C3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A07054-C637-47B7-BAE7-8CC5A0CA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6E4F44E-AB73-48C7-A158-4B2E857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1D2ACDF-78DB-4AE0-B111-85CACD38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080BED-FC7B-4102-A108-40490C4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6BCF88D-B088-4C98-9CD1-F71A58E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948e16db8c49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基础辨析：判断“使用‘极差’时不需要检查条件，只要结论看起来合理即可”，并说明理由。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变式练习：把Q4的一个条件、数据或表示方式作合理改变，仍用“按步骤整理分组数据并绘制直方图”解决，并写出检验。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C8FE117-83B0-4D6F-A42E-B6DDA9D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5C1B70D-27C8-485A-B09E-0A8E816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42C547B-1BCD-4123-A7CA-79F00F3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95BF503-3CF1-4822-AEF7-432C173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60E381B-18BE-41DE-B20C-78D6A94D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7FCB264-9FD2-4853-9584-DC31FC78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6fb97d7001439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变式练习：把Q4的一个条件、数据或表示方式作合理改变，仍用“按步骤整理分组数据并绘制直方图”解决，并写出检验。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答案不唯一。评价要点：改变后的条件完整；方法仍属于“按步骤整理分组数据并绘制直方图”；过程正确；检验与新条件一致。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1933FE-4743-4C49-9819-496B1808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7D0B255-E396-45C0-BCC8-1C97F18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9C98103-D188-415F-859F-7834C06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E93B6A5-3975-4CE6-9E46-3346440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6E77514-B299-48B3-869C-AE71F1B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0836D3-C396-49BC-ACA2-164FD13D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c2c9a08c704e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纠错：“研究频数分布表与直方图时，只记结论，不必区分条件、过程和依据。”这句话对吗？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当堂检测：频数分布直方图中小长方形的横轴、纵轴分别表示什么？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2254CC8-B44E-457C-BCEA-AD40C02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64737C0-0AA0-44A2-8848-0B4024B9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B4BC77-96EA-46E4-A02F-A2B4D40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C904C98-0BA6-4955-A91F-23F9EAF9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3C3DB97-2129-49C0-AC2A-5D28DFA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0579D33-4E61-4431-BEA2-AF971E4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7141411b1a54e8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小结参考：本课围绕“频数分布表与直方图”，掌握极差、组距与组数、频数分布表、频数分布直方图，并能运用按步骤整理分组数据并绘制直方图。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基础：完成教材第167页练习中的基础题并订正Q5、Q7 提升：当堂检测：频数分布直方图中小长方形的横轴、纵轴分别表示什么？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我能否：①准确表达极差；②运用按步骤整理分组数据并绘制直方图；③写清依据并检验？选择“会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8E6172E-0B88-4AB6-BE45-1AEBA82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F5F056-4B5C-49C9-BF29-6807FD6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A904402-8411-4D1C-BF74-1C0AC32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C9EE6F5-D71D-436E-96B5-0D54C41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89C5277-D3F1-4502-9FDA-18061650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9E1078-91E9-4931-B514-7AE0A24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2026-08-02T17:50:16.0670000Z</dcterms:created>
  <dcterms:modified xsi:type="dcterms:W3CDTF">2026-08-02T17:50:16.0670000Z</dcterms:modified>
</coreProperties>
</file>