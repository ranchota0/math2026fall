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b8df7ee0ce4458" /><Relationship Type="http://schemas.openxmlformats.org/officeDocument/2006/relationships/extended-properties" Target="/docProps/app.xml" Id="Rd399adea6c4c44b3" /><Relationship Type="http://schemas.openxmlformats.org/officeDocument/2006/relationships/officeDocument" Target="/ppt/presentation.xml" Id="R66afa984bbc449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1507e6d178429c"/>
    <p:sldMasterId xmlns:r="http://schemas.openxmlformats.org/officeDocument/2006/relationships" id="2147483660" r:id="R40fa01f832244905"/>
  </p:sldMasterIdLst>
  <p:notesMasterIdLst>
    <p:notesMasterId xmlns:r="http://schemas.openxmlformats.org/officeDocument/2006/relationships" r:id="R643f5377f4294bca"/>
  </p:notesMasterIdLst>
  <p:sldIdLst>
    <p:sldId xmlns:r="http://schemas.openxmlformats.org/officeDocument/2006/relationships" id="256" r:id="R28734784e45b459a"/>
    <p:sldId xmlns:r="http://schemas.openxmlformats.org/officeDocument/2006/relationships" id="257" r:id="R486fb7a2e7ac4c76"/>
    <p:sldId xmlns:r="http://schemas.openxmlformats.org/officeDocument/2006/relationships" id="258" r:id="R9950bf7047f54268"/>
    <p:sldId xmlns:r="http://schemas.openxmlformats.org/officeDocument/2006/relationships" id="259" r:id="Rda4391f14ef74487"/>
    <p:sldId xmlns:r="http://schemas.openxmlformats.org/officeDocument/2006/relationships" id="260" r:id="R73798b8311754394"/>
    <p:sldId xmlns:r="http://schemas.openxmlformats.org/officeDocument/2006/relationships" id="261" r:id="Rf6f751764ec44f11"/>
    <p:sldId xmlns:r="http://schemas.openxmlformats.org/officeDocument/2006/relationships" id="262" r:id="R6f4c62c77f1b456f"/>
    <p:sldId xmlns:r="http://schemas.openxmlformats.org/officeDocument/2006/relationships" id="263" r:id="R2aa24fa29d8c4f92"/>
    <p:sldId xmlns:r="http://schemas.openxmlformats.org/officeDocument/2006/relationships" id="264" r:id="R1cd86c93a43e46f2"/>
    <p:sldId xmlns:r="http://schemas.openxmlformats.org/officeDocument/2006/relationships" id="265" r:id="Rd344792c8ed04340"/>
    <p:sldId xmlns:r="http://schemas.openxmlformats.org/officeDocument/2006/relationships" id="266" r:id="R89b05ecb95ee4e68"/>
    <p:sldId xmlns:r="http://schemas.openxmlformats.org/officeDocument/2006/relationships" id="267" r:id="R7783639ba1f54a45"/>
    <p:sldId xmlns:r="http://schemas.openxmlformats.org/officeDocument/2006/relationships" id="268" r:id="R86df3a7db0fc4382"/>
    <p:sldId xmlns:r="http://schemas.openxmlformats.org/officeDocument/2006/relationships" id="269" r:id="Re67e66d649094da1"/>
    <p:sldId xmlns:r="http://schemas.openxmlformats.org/officeDocument/2006/relationships" id="270" r:id="Rc41b7a48a58647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84853fecea4918" /><Relationship Type="http://schemas.openxmlformats.org/officeDocument/2006/relationships/slideMaster" Target="/ppt/slideMasters/slideMaster1.xml" Id="Rd71507e6d178429c" /><Relationship Type="http://schemas.openxmlformats.org/officeDocument/2006/relationships/slideMaster" Target="/ppt/slideMasters/slideMaster2.xml" Id="R40fa01f832244905" /><Relationship Type="http://schemas.openxmlformats.org/officeDocument/2006/relationships/notesMaster" Target="/ppt/notesMasters/notesMaster1.xml" Id="R643f5377f4294bca" /><Relationship Type="http://schemas.openxmlformats.org/officeDocument/2006/relationships/presProps" Target="/ppt/presProps.xml" Id="Rbcb62bbe98ad4f95" /><Relationship Type="http://schemas.openxmlformats.org/officeDocument/2006/relationships/viewProps" Target="/ppt/viewProps.xml" Id="Rf736b56085624022" /><Relationship Type="http://schemas.openxmlformats.org/officeDocument/2006/relationships/tableStyles" Target="/ppt/tableStyles.xml" Id="Re6029236af8f4711" /><Relationship Type="http://schemas.openxmlformats.org/officeDocument/2006/relationships/slide" Target="/ppt/slides/slide1.xml" Id="R28734784e45b459a" /><Relationship Type="http://schemas.openxmlformats.org/officeDocument/2006/relationships/slide" Target="/ppt/slides/slide2.xml" Id="R486fb7a2e7ac4c76" /><Relationship Type="http://schemas.openxmlformats.org/officeDocument/2006/relationships/slide" Target="/ppt/slides/slide3.xml" Id="R9950bf7047f54268" /><Relationship Type="http://schemas.openxmlformats.org/officeDocument/2006/relationships/slide" Target="/ppt/slides/slide4.xml" Id="Rda4391f14ef74487" /><Relationship Type="http://schemas.openxmlformats.org/officeDocument/2006/relationships/slide" Target="/ppt/slides/slide5.xml" Id="R73798b8311754394" /><Relationship Type="http://schemas.openxmlformats.org/officeDocument/2006/relationships/slide" Target="/ppt/slides/slide6.xml" Id="Rf6f751764ec44f11" /><Relationship Type="http://schemas.openxmlformats.org/officeDocument/2006/relationships/slide" Target="/ppt/slides/slide7.xml" Id="R6f4c62c77f1b456f" /><Relationship Type="http://schemas.openxmlformats.org/officeDocument/2006/relationships/slide" Target="/ppt/slides/slide8.xml" Id="R2aa24fa29d8c4f92" /><Relationship Type="http://schemas.openxmlformats.org/officeDocument/2006/relationships/slide" Target="/ppt/slides/slide9.xml" Id="R1cd86c93a43e46f2" /><Relationship Type="http://schemas.openxmlformats.org/officeDocument/2006/relationships/slide" Target="/ppt/slides/slide10.xml" Id="Rd344792c8ed04340" /><Relationship Type="http://schemas.openxmlformats.org/officeDocument/2006/relationships/slide" Target="/ppt/slides/slide11.xml" Id="R89b05ecb95ee4e68" /><Relationship Type="http://schemas.openxmlformats.org/officeDocument/2006/relationships/slide" Target="/ppt/slides/slide12.xml" Id="R7783639ba1f54a45" /><Relationship Type="http://schemas.openxmlformats.org/officeDocument/2006/relationships/slide" Target="/ppt/slides/slide13.xml" Id="R86df3a7db0fc4382" /><Relationship Type="http://schemas.openxmlformats.org/officeDocument/2006/relationships/slide" Target="/ppt/slides/slide14.xml" Id="Re67e66d649094da1" /><Relationship Type="http://schemas.openxmlformats.org/officeDocument/2006/relationships/slide" Target="/ppt/slides/slide15.xml" Id="Rc41b7a48a58647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efb7e6fd0ee647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c53049606f4b00" /><Relationship Type="http://schemas.openxmlformats.org/officeDocument/2006/relationships/notesMaster" Target="/ppt/notesMasters/notesMaster1.xml" Id="R16cb208f81be4d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007448eb1f43a1" /><Relationship Type="http://schemas.openxmlformats.org/officeDocument/2006/relationships/notesMaster" Target="/ppt/notesMasters/notesMaster1.xml" Id="R96c3039ee1df42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64e05097a64d37" /><Relationship Type="http://schemas.openxmlformats.org/officeDocument/2006/relationships/notesMaster" Target="/ppt/notesMasters/notesMaster1.xml" Id="R7435fedfc8d948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6f6b67bd33490d" /><Relationship Type="http://schemas.openxmlformats.org/officeDocument/2006/relationships/notesMaster" Target="/ppt/notesMasters/notesMaster1.xml" Id="R5b2c8e8f32c141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5d345f32f94f9e" /><Relationship Type="http://schemas.openxmlformats.org/officeDocument/2006/relationships/notesMaster" Target="/ppt/notesMasters/notesMaster1.xml" Id="Ra3754f19c58141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fcce77690a448e" /><Relationship Type="http://schemas.openxmlformats.org/officeDocument/2006/relationships/notesMaster" Target="/ppt/notesMasters/notesMaster1.xml" Id="R6c4ff6e0ab9c4e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378b54b360475a" /><Relationship Type="http://schemas.openxmlformats.org/officeDocument/2006/relationships/notesMaster" Target="/ppt/notesMasters/notesMaster1.xml" Id="R4bcd83446b7447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70e2a67f604ab4" /><Relationship Type="http://schemas.openxmlformats.org/officeDocument/2006/relationships/notesMaster" Target="/ppt/notesMasters/notesMaster1.xml" Id="Re9bd5b943c9544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8c6f8b780e4196" /><Relationship Type="http://schemas.openxmlformats.org/officeDocument/2006/relationships/notesMaster" Target="/ppt/notesMasters/notesMaster1.xml" Id="R5278c3417e2345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50213cc762406b" /><Relationship Type="http://schemas.openxmlformats.org/officeDocument/2006/relationships/notesMaster" Target="/ppt/notesMasters/notesMaster1.xml" Id="Re32bf2cf4b9544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6c777ff0634096" /><Relationship Type="http://schemas.openxmlformats.org/officeDocument/2006/relationships/notesMaster" Target="/ppt/notesMasters/notesMaster1.xml" Id="R4faca25a8daa4d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0e6fb2bdf54f7e" /><Relationship Type="http://schemas.openxmlformats.org/officeDocument/2006/relationships/notesMaster" Target="/ppt/notesMasters/notesMaster1.xml" Id="Rcaccd70fb1cd42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17238f486142ea" /><Relationship Type="http://schemas.openxmlformats.org/officeDocument/2006/relationships/notesMaster" Target="/ppt/notesMasters/notesMaster1.xml" Id="R01a236bd4fbe499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db1abeccda4401" /><Relationship Type="http://schemas.openxmlformats.org/officeDocument/2006/relationships/notesMaster" Target="/ppt/notesMasters/notesMaster1.xml" Id="R6aef5a9cf47048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ea51198f1594ea5" /><Relationship Type="http://schemas.openxmlformats.org/officeDocument/2006/relationships/notesMaster" Target="/ppt/notesMasters/notesMaster1.xml" Id="R1b364a217b804d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从教材印刷页183—187进入《数据的收集、整理与描述章末复习》。说明本课在第12章 数据的收集、整理与描述中的位置。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人教版《义务教育教科书·数学七年级下册》，印刷页183—187。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形成第一个核心概念：统计调查。要求学生标出对象、条件、表示和作用。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形成第二个核心概念或方法：抽样。与前一概念对比，避免相近知识混淆。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呈现Q4，保留独立思考时间。题型对应教材印刷页183—187的例题或典型任务。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人教版《义务教育教科书·数学七年级下册》，印刷页183—187。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cd7793f09411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d49207af2e44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331313acc241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7f57abef145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e57f2e52e64e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0c65933c9d490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eb5e126364c4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8ea125f18a4ba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a7e87727147d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10b79e861d413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ce9672e0c42a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a681d99494a4f2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c1f9986d2ae42fa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8fe1501d5e4839" /><Relationship Type="http://schemas.openxmlformats.org/officeDocument/2006/relationships/slideLayout" Target="/ppt/slideLayouts/slideLayout1.xml" Id="Rf182e170643e421b" /><Relationship Type="http://schemas.openxmlformats.org/officeDocument/2006/relationships/slideLayout" Target="/ppt/slideLayouts/slideLayout2.xml" Id="R6cf34acb417e40de" /><Relationship Type="http://schemas.openxmlformats.org/officeDocument/2006/relationships/slideLayout" Target="/ppt/slideLayouts/slideLayout3.xml" Id="R9cc01e75d0204ff4" /><Relationship Type="http://schemas.openxmlformats.org/officeDocument/2006/relationships/slideLayout" Target="/ppt/slideLayouts/slideLayout4.xml" Id="R69190dbb9151468c" /><Relationship Type="http://schemas.openxmlformats.org/officeDocument/2006/relationships/slideLayout" Target="/ppt/slideLayouts/slideLayout5.xml" Id="R870facececfb4cfa" /><Relationship Type="http://schemas.openxmlformats.org/officeDocument/2006/relationships/slideLayout" Target="/ppt/slideLayouts/slideLayout6.xml" Id="R053eb2576db24183" /><Relationship Type="http://schemas.openxmlformats.org/officeDocument/2006/relationships/slideLayout" Target="/ppt/slideLayouts/slideLayout7.xml" Id="R609d93a57c2b4801" /><Relationship Type="http://schemas.openxmlformats.org/officeDocument/2006/relationships/slideLayout" Target="/ppt/slideLayouts/slideLayout8.xml" Id="Raca404b6dd024b33" /><Relationship Type="http://schemas.openxmlformats.org/officeDocument/2006/relationships/slideLayout" Target="/ppt/slideLayouts/slideLayout9.xml" Id="Ra334b935b0a6470b" /><Relationship Type="http://schemas.openxmlformats.org/officeDocument/2006/relationships/slideLayout" Target="/ppt/slideLayouts/slideLayout10.xml" Id="R25c4e4aeb8674ee5" /><Relationship Type="http://schemas.openxmlformats.org/officeDocument/2006/relationships/slideLayout" Target="/ppt/slideLayouts/slideLayout11.xml" Id="R0f6b11f4cc38428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69d738358164f69" /><Relationship Type="http://schemas.openxmlformats.org/officeDocument/2006/relationships/slideLayout" Target="/ppt/slideLayouts/slideLayout12.xml" Id="R152459444814448c" /><Relationship Type="http://schemas.openxmlformats.org/officeDocument/2006/relationships/slideLayout" Target="/ppt/slideLayouts/slideLayout13.xml" Id="R38f34ab4cad5415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82e170643e421b"/>
    <p:sldLayoutId xmlns:r="http://schemas.openxmlformats.org/officeDocument/2006/relationships" id="2147483650" r:id="R6cf34acb417e40de"/>
    <p:sldLayoutId xmlns:r="http://schemas.openxmlformats.org/officeDocument/2006/relationships" id="2147483651" r:id="R9cc01e75d0204ff4"/>
    <p:sldLayoutId xmlns:r="http://schemas.openxmlformats.org/officeDocument/2006/relationships" id="2147483652" r:id="R69190dbb9151468c"/>
    <p:sldLayoutId xmlns:r="http://schemas.openxmlformats.org/officeDocument/2006/relationships" id="2147483653" r:id="R870facececfb4cfa"/>
    <p:sldLayoutId xmlns:r="http://schemas.openxmlformats.org/officeDocument/2006/relationships" id="2147483654" r:id="R053eb2576db24183"/>
    <p:sldLayoutId xmlns:r="http://schemas.openxmlformats.org/officeDocument/2006/relationships" id="2147483655" r:id="R609d93a57c2b4801"/>
    <p:sldLayoutId xmlns:r="http://schemas.openxmlformats.org/officeDocument/2006/relationships" id="2147483656" r:id="Raca404b6dd024b33"/>
    <p:sldLayoutId xmlns:r="http://schemas.openxmlformats.org/officeDocument/2006/relationships" id="2147483657" r:id="Ra334b935b0a6470b"/>
    <p:sldLayoutId xmlns:r="http://schemas.openxmlformats.org/officeDocument/2006/relationships" id="2147483658" r:id="R25c4e4aeb8674ee5"/>
    <p:sldLayoutId xmlns:r="http://schemas.openxmlformats.org/officeDocument/2006/relationships" id="2147483659" r:id="R0f6b11f4cc38428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152459444814448c"/>
    <p:sldLayoutId xmlns:r="http://schemas.openxmlformats.org/officeDocument/2006/relationships" id="2147483662" r:id="R38f34ab4cad5415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8a251affdfe4998" /><Relationship Type="http://schemas.openxmlformats.org/officeDocument/2006/relationships/image" Target="/ppt/media/image.jpeg" Id="Rdff1dbbc08784925" /><Relationship Type="http://schemas.openxmlformats.org/officeDocument/2006/relationships/notesSlide" Target="/ppt/notesSlides/notesSlide1.xml" Id="Re1d754d106bb44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dcb868a4b0a44ef" /><Relationship Type="http://schemas.openxmlformats.org/officeDocument/2006/relationships/image" Target="/ppt/media/image2.jpeg" Id="R19d757b8b68541e5" /><Relationship Type="http://schemas.openxmlformats.org/officeDocument/2006/relationships/image" Target="/ppt/media/image.svg" Id="R155c385311c3494f" /><Relationship Type="http://schemas.openxmlformats.org/officeDocument/2006/relationships/image" Target="/ppt/media/image.jpeg" Id="R9e8036cf77c74dc8" /><Relationship Type="http://schemas.openxmlformats.org/officeDocument/2006/relationships/image" Target="/ppt/media/image2.svg" Id="R59bd2d3c0bd04d77" /><Relationship Type="http://schemas.openxmlformats.org/officeDocument/2006/relationships/image" Target="/ppt/media/image3.jpeg" Id="Rd34c88a279d14d85" /><Relationship Type="http://schemas.openxmlformats.org/officeDocument/2006/relationships/image" Target="/ppt/media/image3.svg" Id="R16c3970f0dac40db" /><Relationship Type="http://schemas.openxmlformats.org/officeDocument/2006/relationships/image" Target="/ppt/media/image4.jpeg" Id="R64588aa88386489c" /><Relationship Type="http://schemas.openxmlformats.org/officeDocument/2006/relationships/image" Target="/ppt/media/image4.svg" Id="R540dccbe75414f33" /><Relationship Type="http://schemas.openxmlformats.org/officeDocument/2006/relationships/notesSlide" Target="/ppt/notesSlides/notesSlide2.xml" Id="Rd9b62acf4a694d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fd2026f304841a5" /><Relationship Type="http://schemas.openxmlformats.org/officeDocument/2006/relationships/image" Target="/ppt/media/image2.jpeg" Id="R82188053c47f4d73" /><Relationship Type="http://schemas.openxmlformats.org/officeDocument/2006/relationships/notesSlide" Target="/ppt/notesSlides/notesSlide3.xml" Id="Rd8b735d496114c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4aa367e40cb43da" /><Relationship Type="http://schemas.openxmlformats.org/officeDocument/2006/relationships/image" Target="/ppt/media/image2.jpeg" Id="R7f3879fedb6740b7" /><Relationship Type="http://schemas.openxmlformats.org/officeDocument/2006/relationships/notesSlide" Target="/ppt/notesSlides/notesSlide4.xml" Id="R6c4eb4e1ee4248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3d61b4b614c4478" /><Relationship Type="http://schemas.openxmlformats.org/officeDocument/2006/relationships/image" Target="/ppt/media/image2.jpeg" Id="Raac9e56094e64905" /><Relationship Type="http://schemas.openxmlformats.org/officeDocument/2006/relationships/notesSlide" Target="/ppt/notesSlides/notesSlide5.xml" Id="R67e2e00d628940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32c1ebe729a46e9" /><Relationship Type="http://schemas.openxmlformats.org/officeDocument/2006/relationships/image" Target="/ppt/media/image2.jpeg" Id="R62c601816e2f4f83" /><Relationship Type="http://schemas.openxmlformats.org/officeDocument/2006/relationships/notesSlide" Target="/ppt/notesSlides/notesSlide6.xml" Id="R21558082625843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d59b3590cb2477f" /><Relationship Type="http://schemas.openxmlformats.org/officeDocument/2006/relationships/image" Target="/ppt/media/image2.jpeg" Id="R37b1b891f9674fff" /><Relationship Type="http://schemas.openxmlformats.org/officeDocument/2006/relationships/notesSlide" Target="/ppt/notesSlides/notesSlide7.xml" Id="Rc3a5a7bde66848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e4b35f3401f400e" /><Relationship Type="http://schemas.openxmlformats.org/officeDocument/2006/relationships/image" Target="/ppt/media/image2.jpeg" Id="R53d4d5b5cf554cbe" /><Relationship Type="http://schemas.openxmlformats.org/officeDocument/2006/relationships/notesSlide" Target="/ppt/notesSlides/notesSlide8.xml" Id="R7120fd56d98c4a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33311e0eee24337" /><Relationship Type="http://schemas.openxmlformats.org/officeDocument/2006/relationships/image" Target="/ppt/media/image2.jpeg" Id="Ra1d559ce4065426e" /><Relationship Type="http://schemas.openxmlformats.org/officeDocument/2006/relationships/notesSlide" Target="/ppt/notesSlides/notesSlide9.xml" Id="Rc535fa613e954a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93d4daa785f487f" /><Relationship Type="http://schemas.openxmlformats.org/officeDocument/2006/relationships/image" Target="/ppt/media/image2.jpeg" Id="R7491067211c84535" /><Relationship Type="http://schemas.openxmlformats.org/officeDocument/2006/relationships/notesSlide" Target="/ppt/notesSlides/notesSlide10.xml" Id="Rc039104652de46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5888b5e05394a11" /><Relationship Type="http://schemas.openxmlformats.org/officeDocument/2006/relationships/image" Target="/ppt/media/image2.jpeg" Id="R9d4412c5a3484ea3" /><Relationship Type="http://schemas.openxmlformats.org/officeDocument/2006/relationships/notesSlide" Target="/ppt/notesSlides/notesSlide11.xml" Id="Ra7d11d35cceb4e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fdf16fdc35746dd" /><Relationship Type="http://schemas.openxmlformats.org/officeDocument/2006/relationships/image" Target="/ppt/media/image2.jpeg" Id="R92a7d257ab8d48c5" /><Relationship Type="http://schemas.openxmlformats.org/officeDocument/2006/relationships/notesSlide" Target="/ppt/notesSlides/notesSlide12.xml" Id="R93ed5149eb2e4a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926b22331c442a7" /><Relationship Type="http://schemas.openxmlformats.org/officeDocument/2006/relationships/image" Target="/ppt/media/image2.jpeg" Id="R8d1feac7da9c41de" /><Relationship Type="http://schemas.openxmlformats.org/officeDocument/2006/relationships/notesSlide" Target="/ppt/notesSlides/notesSlide13.xml" Id="R3015cc56042946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f7a7997dfe34e14" /><Relationship Type="http://schemas.openxmlformats.org/officeDocument/2006/relationships/image" Target="/ppt/media/image2.jpeg" Id="R5f15d07861b54aa5" /><Relationship Type="http://schemas.openxmlformats.org/officeDocument/2006/relationships/notesSlide" Target="/ppt/notesSlides/notesSlide14.xml" Id="R81259c47f1264ca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b6823904d9e45c8" /><Relationship Type="http://schemas.openxmlformats.org/officeDocument/2006/relationships/image" Target="/ppt/media/image5.jpeg" Id="R0cecd136512146a9" /><Relationship Type="http://schemas.openxmlformats.org/officeDocument/2006/relationships/notesSlide" Target="/ppt/notesSlides/notesSlide15.xml" Id="Rac3afaefeefb4bec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ff1dbbc0878492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小结与复习题12 数据的收集、整理与描述章末复习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第12章 数据的收集、整理与描述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教材印刷页183—187 · 复习课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9d757b8b68541e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036cf77c74dc8">
            <a:extLst>
              <a:ext uri="{96DAC541-7B7A-43D3-8B79-37D633B846F1}">
                <asvg:svgBlip xmlns:asvg="http://schemas.microsoft.com/office/drawing/2016/SVG/main" r:embed="R155c385311c3494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通过阅读、观察或操作，准确说出统计调查、抽样、统计表与统计图、直方图、趋势图的含义、表示或基本步骤。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757b8b68541e5">
            <a:extLst>
              <a:ext uri="{96DAC541-7B7A-43D3-8B79-37D633B846F1}">
                <asvg:svgBlip xmlns:asvg="http://schemas.microsoft.com/office/drawing/2016/SVG/main" r:embed="R59bd2d3c0bd04d7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在Q2—Q4中运用“构建“收集—整理—描述—分析”统计流程”，能用完整语言、式子、图形或图表说明依据。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c88a279d14d85">
            <a:extLst>
              <a:ext uri="{96DAC541-7B7A-43D3-8B79-37D633B846F1}">
                <asvg:svgBlip xmlns:asvg="http://schemas.microsoft.com/office/drawing/2016/SVG/main" r:embed="R16c3970f0dac40d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在基础与变式练习中运用“构建“收集—整理—描述—分析”统计流程”解决同类问题，并对结果进行检验。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88aa88386489c">
            <a:extLst>
              <a:ext uri="{96DAC541-7B7A-43D3-8B79-37D633B846F1}">
                <asvg:svgBlip xmlns:asvg="http://schemas.microsoft.com/office/drawing/2016/SVG/main" r:embed="R540dccbe75414f3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2188053c47f4d7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对应印刷页183—187。先读图、读表或读题，圈出已知和所求。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调用学生已经学习第十二章全部内容，具备基本观察、计算、作图或整理数据的经验。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聚焦统计调查、抽样、统计表与统计图、直方图、趋势图，不急于抄结论。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ED30440-8245-493E-9CD7-17A0FF9F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73B0398-65AF-4155-8968-7032F447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5FA1D33-77B8-495E-96B8-91A7A9B7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0446552-B0BA-45DF-A5B9-10872A1C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295411A-4707-49DE-A3EF-2537A451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80D8643-B571-4E86-BD23-FFAFB4F6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90281CE-9812-4D9D-A47A-A71D72BB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C2B18A3-DCC3-4BA9-93B7-95FCD04A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331D0D8-80D7-479E-B7B4-8C5EFA1F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F3471CA-56E6-4016-A408-DF88316E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4FE346B-8C97-4FF4-B863-3F339141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170CB86-E341-4774-AE0D-B9815305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7398F7A-96F9-45DC-B8EE-7066D4EF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4A9D063-AAE9-4AE3-A4DA-DC43242A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727C3BF-8954-49DB-A329-CF37D1BB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86E8949-F9FC-495C-BC34-690E5ACB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04B1661-2F43-426A-996F-1D6F1A50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83EB750-D99A-4505-BB83-6E2E0C70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7908894-32FC-4EC3-89D6-A754BE38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A8E6ED2-C4C2-46A9-8839-A5737734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4D364F8-01E8-434E-B122-B1CC1D63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B8E19EB-A80F-4CD6-A8F4-804D9B11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B4D0248-13B3-48EC-93F2-82FFA73F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F9EEDEC-DCFD-4139-B538-A3C34963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f3879fedb6740b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旧知回顾：回顾“第十二章全部内容”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回顾“第十二章全部内容”：写出一条与本课有关的定义、性质或计算规则。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参考要点：正确表述“第十二章全部内容”的核心含义，并说明它与“统计调查”的联系。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FA59033-00CD-4665-96F8-328E1328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BA49201-5056-4CC2-8AA1-28A8E2F4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3AD91ED-D6D5-49AF-836B-70557696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20C87C9-C451-429E-9484-E4F5F17F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3129817-2C07-4760-BD74-D54F5C3D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93DD334-8E52-4634-B263-BC6207C4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9C0D6EA-5639-417E-B077-5D5A07D1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ac9e56094e6490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阅读教材印刷页183—187，圈出“统计调查、抽样、统计表与统计图、直方图、趋势图”，分别用一句话记录它们解决什么问题。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小组探究：围绕“针对实际目的选择方法并作合理推断”设计一次观察、操作或推理，记录现象、猜想和验证依据。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围绕“构建“收集—整理—描述—分析”统计流程”说明理由；同伴只追问条件和依据。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9B93BB3-DF84-4572-9799-BBD5F598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8D1DAE6-5DF2-4BE6-B0A9-3D99A3DC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1E06C06-AB80-4CF3-AA8B-5D3DF67A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0F2D95E-9572-4354-A1F6-7956B665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93A32F1-EBBF-417D-AA04-981B3AB7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738212C-08F2-476C-B48B-5ABB0D38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2c601816e2f4f8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概念一：统计调查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统计调查：按教材明确其定义、条件、表示、性质或步骤。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B0B66E5-461F-45A3-AFA3-2CFBA80D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3759180-F23B-4D65-A538-AB0A33F4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41399F0-2C25-435B-A6C6-0E54FA5F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1830B64-95B4-488D-A60B-E4930291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A56FE2E-6F41-41C0-B250-BDAF57FD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8AD4BDB-CC69-445E-99F2-6E724D5E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DDF179B-3874-4055-942D-85FB2CC2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7b1b891f9674ff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概念二：抽样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抽样：按教材明确其定义、条件、表示、性质或步骤。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易错提醒：针对实际目的选择方法并作合理推断。先审条件，再使用结论。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90C28A5-2AB7-49DF-9004-40F0BDCE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902647B-27C6-459B-9CF2-CE1AF9BF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74DBBB8-4132-41DC-A41F-390FB137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CA7BE6C-4AE8-4E24-A03F-3EC268EF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6A55D89-DD22-4EAE-AB33-FDDB5316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624CAF6-75D0-4810-8F26-74B80C9E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1D674AF-F3E3-436F-AA96-D77BADF1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3d4d5b5cf554cb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小组探究：围绕“针对实际目的选择方法并作合理推断”设计一次观察、操作或推理，记录现象、猜想和验证依据。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参考思路：先明确条件，再围绕“构建“收集—整理—描述—分析”统计流程”形成猜想，最后用定义、计算、图表或反例验证。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28D6AF3-4383-4A6D-B46B-C78DAAEA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A7B340E-3EDD-442A-923A-7BF9448D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A144386-D3DB-4117-B6AE-80A0DA3B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4DA2B86-6915-4271-B498-F0D9A377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2978BD7-273C-409B-8860-3BDF6497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BA0E3ED-879C-49E6-850A-6816BF0D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4240E6A-FE22-40EC-B79C-B1C39333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1d559ce4065426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只记“统计调查”的结论，不检查适用条件。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把“构建“收集—整理—描述—分析”统计流程”与相近概念或逆命题混淆。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491067211c8453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教材例题：例题（对应教材小结典型问题）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例题（对应教材小结典型问题）：40人中某组频数为10，求频率；若画扇形图，求圆心角。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选用构建“收集—整理—描述—分析”统计流程；3.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教材印刷页183—187：先思考，再对照规范解答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F6AD850-373A-4440-9D0F-AF8B4201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AA9562F-8364-4772-8925-18A567C8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84ACD69-F531-41DE-8E4C-7EECF98B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2AFB399-4276-4CE9-AABC-8A30B3B7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C7C0097-3C94-4A81-B380-800D2FD2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7300D71-F80A-4A77-A19E-02AF03F1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d4412c5a3484ea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选择“构建“收集—整理—描述—分析”统计流程”对应的方法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频率10÷40=0.25；圆心角360°×0.25=90°。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没有先确认“构建“收集—整理—描述—分析”统计流程”的条件，或只写结果不写依据。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51C6BC5-FFDB-4C53-9D78-1E185D4B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4DE5B1E-B3BC-4648-9A71-7E47E55F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9688DC7-39A9-41F6-95E0-7CB84AC6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2795302-9994-4623-932D-FFF5EF4B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27EFC80-47BF-4DEB-AAB8-92547DBF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EBEA724-0C2A-4A51-8D41-AB72029E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1AA6D65-2BA0-4C8D-A4C6-C547CC0C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2a7d257ab8d48c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基础辨析：判断“使用‘统计调查’时不需要检查条件，只要结论看起来合理即可”，并说明理由。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变式练习：把Q4的一个条件、数据或表示方式作合理改变，仍用“构建“收集—整理—描述—分析”统计流程”解决，并写出检验。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6169CCC-7555-45C7-995F-27B583F7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AC71D9F-DBE6-4A3A-8F50-820D5A42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2FCB802-9D94-494E-9F44-8E84E47B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F57F372-96AA-41AD-9E9C-5CD723ED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DEAA504-1D36-4913-8FCA-704B7A71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A6F06FE-4F30-4E1C-8755-CC1E2261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d1feac7da9c41d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变式练习：把Q4的一个条件、数据或表示方式作合理改变，仍用“构建“收集—整理—描述—分析”统计流程”解决，并写出检验。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答案不唯一。评价要点：改变后的条件完整；方法仍属于“构建“收集—整理—描述—分析”统计流程”；过程正确；检验与新条件一致。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70DD892-5A86-4C06-BD86-E3507A33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6320963-A8C1-49B8-B92F-24928AC8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64DB259-BB56-43A4-B348-34BFCD00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80B901E-E4EF-47C6-B16D-51E2A568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D2F5C3B-7F94-46D6-8CF2-47837A85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481E6E3-C0B4-4422-BE3C-C24BFD17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f15d07861b54aa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纠错：“研究数据的收集、整理与描述章末复习时，只记结论，不必区分条件、过程和依据。”这句话对吗？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当堂检测：概括统计调查从数据到结论的完整链条。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8151574-92E3-4CE1-9F1B-3663062D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F0C6548-F86D-4E31-A900-AC1DF5F4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953900A-E6FD-475D-8EC0-0B58A8B4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23E6686-22FC-4B2C-829F-6E07E13B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56086B4-1152-425C-8F21-4C4F0B2F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1CA0C66-5038-47D8-900C-AA1BD998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cecd136512146a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小结参考：本课围绕“数据的收集、整理与描述章末复习”，掌握统计调查、抽样、统计表与统计图、直方图、趋势图，并能运用构建“收集—整理—描述—分析”统计流程。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基础：完成教材复习题12中的基础题并订正Q5、Q7 提升：当堂检测：概括统计调查从数据到结论的完整链条。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我能否：①准确表达统计调查；②运用构建“收集—整理—描述—分析”统计流程；③写清依据并检验？选择“会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B547557-3646-4427-9DC4-6CCEA75D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C433519-4E2A-47CF-B79F-18A793CE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3779" y="3026712"/>
            <a:ext cx="476726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D058DC9-BB56-4BF6-947F-F14F5F2A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2825344"/>
            <a:ext cx="476726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85348FC-CB7B-4F62-B4C2-EF87FFE5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944673"/>
            <a:ext cx="476726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37FA4A4-8539-49FA-84ED-827DB973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055" y="2735847"/>
            <a:ext cx="476726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645AC70-FDEA-4A8D-991C-DB73B9C5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57085" y="3362325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2026-08-02T17:50:21.6970000Z</dcterms:created>
  <dcterms:modified xsi:type="dcterms:W3CDTF">2026-08-02T17:50:21.6970000Z</dcterms:modified>
</coreProperties>
</file>