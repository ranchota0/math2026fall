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aae64683c8494f" /><Relationship Type="http://schemas.openxmlformats.org/officeDocument/2006/relationships/extended-properties" Target="/docProps/app.xml" Id="R4db46412ff2b4ad5" /><Relationship Type="http://schemas.openxmlformats.org/officeDocument/2006/relationships/officeDocument" Target="/ppt/presentation.xml" Id="R4e257ba9d8cb43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6d90f6edc540f1"/>
    <p:sldMasterId xmlns:r="http://schemas.openxmlformats.org/officeDocument/2006/relationships" id="2147483660" r:id="Ra8ae640b0c724776"/>
  </p:sldMasterIdLst>
  <p:notesMasterIdLst>
    <p:notesMasterId xmlns:r="http://schemas.openxmlformats.org/officeDocument/2006/relationships" r:id="Rf671d13ee56447fd"/>
  </p:notesMasterIdLst>
  <p:sldIdLst>
    <p:sldId xmlns:r="http://schemas.openxmlformats.org/officeDocument/2006/relationships" id="256" r:id="R72c3c0f2d9f44f14"/>
    <p:sldId xmlns:r="http://schemas.openxmlformats.org/officeDocument/2006/relationships" id="257" r:id="Rb07551e030f04ed2"/>
    <p:sldId xmlns:r="http://schemas.openxmlformats.org/officeDocument/2006/relationships" id="258" r:id="R3804ce835cb14c41"/>
    <p:sldId xmlns:r="http://schemas.openxmlformats.org/officeDocument/2006/relationships" id="259" r:id="Rec27ec5db1624c79"/>
    <p:sldId xmlns:r="http://schemas.openxmlformats.org/officeDocument/2006/relationships" id="260" r:id="R0571f2b9d02a4c1e"/>
    <p:sldId xmlns:r="http://schemas.openxmlformats.org/officeDocument/2006/relationships" id="261" r:id="Rb2e7909844cd4894"/>
    <p:sldId xmlns:r="http://schemas.openxmlformats.org/officeDocument/2006/relationships" id="262" r:id="Ra3232ad78b174981"/>
    <p:sldId xmlns:r="http://schemas.openxmlformats.org/officeDocument/2006/relationships" id="263" r:id="R9d0fcacd3e3b4432"/>
    <p:sldId xmlns:r="http://schemas.openxmlformats.org/officeDocument/2006/relationships" id="264" r:id="Rd29fa9fcd9b24acd"/>
    <p:sldId xmlns:r="http://schemas.openxmlformats.org/officeDocument/2006/relationships" id="265" r:id="R67d3a6b1fb244727"/>
    <p:sldId xmlns:r="http://schemas.openxmlformats.org/officeDocument/2006/relationships" id="266" r:id="R6b2e6c16ad5c4ace"/>
    <p:sldId xmlns:r="http://schemas.openxmlformats.org/officeDocument/2006/relationships" id="267" r:id="Rd5823dc15bcb4b08"/>
    <p:sldId xmlns:r="http://schemas.openxmlformats.org/officeDocument/2006/relationships" id="268" r:id="R02e4b2832d354ccc"/>
    <p:sldId xmlns:r="http://schemas.openxmlformats.org/officeDocument/2006/relationships" id="269" r:id="R7f0c1614d633434d"/>
    <p:sldId xmlns:r="http://schemas.openxmlformats.org/officeDocument/2006/relationships" id="270" r:id="R816a6277accc4f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0df013c2eb41e8" /><Relationship Type="http://schemas.openxmlformats.org/officeDocument/2006/relationships/slideMaster" Target="/ppt/slideMasters/slideMaster1.xml" Id="R146d90f6edc540f1" /><Relationship Type="http://schemas.openxmlformats.org/officeDocument/2006/relationships/slideMaster" Target="/ppt/slideMasters/slideMaster2.xml" Id="Ra8ae640b0c724776" /><Relationship Type="http://schemas.openxmlformats.org/officeDocument/2006/relationships/notesMaster" Target="/ppt/notesMasters/notesMaster1.xml" Id="Rf671d13ee56447fd" /><Relationship Type="http://schemas.openxmlformats.org/officeDocument/2006/relationships/presProps" Target="/ppt/presProps.xml" Id="Re0020ee2edc14943" /><Relationship Type="http://schemas.openxmlformats.org/officeDocument/2006/relationships/viewProps" Target="/ppt/viewProps.xml" Id="R750b5741c9c44c9d" /><Relationship Type="http://schemas.openxmlformats.org/officeDocument/2006/relationships/tableStyles" Target="/ppt/tableStyles.xml" Id="R8a626eb93e644ae2" /><Relationship Type="http://schemas.openxmlformats.org/officeDocument/2006/relationships/slide" Target="/ppt/slides/slide1.xml" Id="R72c3c0f2d9f44f14" /><Relationship Type="http://schemas.openxmlformats.org/officeDocument/2006/relationships/slide" Target="/ppt/slides/slide2.xml" Id="Rb07551e030f04ed2" /><Relationship Type="http://schemas.openxmlformats.org/officeDocument/2006/relationships/slide" Target="/ppt/slides/slide3.xml" Id="R3804ce835cb14c41" /><Relationship Type="http://schemas.openxmlformats.org/officeDocument/2006/relationships/slide" Target="/ppt/slides/slide4.xml" Id="Rec27ec5db1624c79" /><Relationship Type="http://schemas.openxmlformats.org/officeDocument/2006/relationships/slide" Target="/ppt/slides/slide5.xml" Id="R0571f2b9d02a4c1e" /><Relationship Type="http://schemas.openxmlformats.org/officeDocument/2006/relationships/slide" Target="/ppt/slides/slide6.xml" Id="Rb2e7909844cd4894" /><Relationship Type="http://schemas.openxmlformats.org/officeDocument/2006/relationships/slide" Target="/ppt/slides/slide7.xml" Id="Ra3232ad78b174981" /><Relationship Type="http://schemas.openxmlformats.org/officeDocument/2006/relationships/slide" Target="/ppt/slides/slide8.xml" Id="R9d0fcacd3e3b4432" /><Relationship Type="http://schemas.openxmlformats.org/officeDocument/2006/relationships/slide" Target="/ppt/slides/slide9.xml" Id="Rd29fa9fcd9b24acd" /><Relationship Type="http://schemas.openxmlformats.org/officeDocument/2006/relationships/slide" Target="/ppt/slides/slide10.xml" Id="R67d3a6b1fb244727" /><Relationship Type="http://schemas.openxmlformats.org/officeDocument/2006/relationships/slide" Target="/ppt/slides/slide11.xml" Id="R6b2e6c16ad5c4ace" /><Relationship Type="http://schemas.openxmlformats.org/officeDocument/2006/relationships/slide" Target="/ppt/slides/slide12.xml" Id="Rd5823dc15bcb4b08" /><Relationship Type="http://schemas.openxmlformats.org/officeDocument/2006/relationships/slide" Target="/ppt/slides/slide13.xml" Id="R02e4b2832d354ccc" /><Relationship Type="http://schemas.openxmlformats.org/officeDocument/2006/relationships/slide" Target="/ppt/slides/slide14.xml" Id="R7f0c1614d633434d" /><Relationship Type="http://schemas.openxmlformats.org/officeDocument/2006/relationships/slide" Target="/ppt/slides/slide15.xml" Id="R816a6277accc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645d2dced0b4d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e132b38c454b16" /><Relationship Type="http://schemas.openxmlformats.org/officeDocument/2006/relationships/notesMaster" Target="/ppt/notesMasters/notesMaster1.xml" Id="Rf6a6964b863045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68a2f1116549ed" /><Relationship Type="http://schemas.openxmlformats.org/officeDocument/2006/relationships/notesMaster" Target="/ppt/notesMasters/notesMaster1.xml" Id="R4c64fca9f0ff4c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f57e5b943e4968" /><Relationship Type="http://schemas.openxmlformats.org/officeDocument/2006/relationships/notesMaster" Target="/ppt/notesMasters/notesMaster1.xml" Id="Reb079ce88d454b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b9729e22374018" /><Relationship Type="http://schemas.openxmlformats.org/officeDocument/2006/relationships/notesMaster" Target="/ppt/notesMasters/notesMaster1.xml" Id="R5d76d87473cc4e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cedb7b894548c0" /><Relationship Type="http://schemas.openxmlformats.org/officeDocument/2006/relationships/notesMaster" Target="/ppt/notesMasters/notesMaster1.xml" Id="R7adacfa73c5343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3b4cfab6c54dad" /><Relationship Type="http://schemas.openxmlformats.org/officeDocument/2006/relationships/notesMaster" Target="/ppt/notesMasters/notesMaster1.xml" Id="R4010eeabd68b42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4ffeaee2a94ae7" /><Relationship Type="http://schemas.openxmlformats.org/officeDocument/2006/relationships/notesMaster" Target="/ppt/notesMasters/notesMaster1.xml" Id="Rb0658785b2d94a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37eaacca52419b" /><Relationship Type="http://schemas.openxmlformats.org/officeDocument/2006/relationships/notesMaster" Target="/ppt/notesMasters/notesMaster1.xml" Id="R0b0c3bf960bf47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8cf6247d17459e" /><Relationship Type="http://schemas.openxmlformats.org/officeDocument/2006/relationships/notesMaster" Target="/ppt/notesMasters/notesMaster1.xml" Id="R418e137c2c3e4f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5be6642d094fd3" /><Relationship Type="http://schemas.openxmlformats.org/officeDocument/2006/relationships/notesMaster" Target="/ppt/notesMasters/notesMaster1.xml" Id="Raf8977d73eb347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22107d3a0f4764" /><Relationship Type="http://schemas.openxmlformats.org/officeDocument/2006/relationships/notesMaster" Target="/ppt/notesMasters/notesMaster1.xml" Id="R2d40621410c448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1c926499054df1" /><Relationship Type="http://schemas.openxmlformats.org/officeDocument/2006/relationships/notesMaster" Target="/ppt/notesMasters/notesMaster1.xml" Id="Rbb0fb73374e144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5057626cb442e2" /><Relationship Type="http://schemas.openxmlformats.org/officeDocument/2006/relationships/notesMaster" Target="/ppt/notesMasters/notesMaster1.xml" Id="Re34e4c2ae82f46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c4c4122d9b4580" /><Relationship Type="http://schemas.openxmlformats.org/officeDocument/2006/relationships/notesMaster" Target="/ppt/notesMasters/notesMaster1.xml" Id="Raf0b3f43315440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5630c127294c1f" /><Relationship Type="http://schemas.openxmlformats.org/officeDocument/2006/relationships/notesMaster" Target="/ppt/notesMasters/notesMaster1.xml" Id="R424b1d65b39e41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从教材印刷页87—90进入《二元一次方程组的概念》。说明本课在第10章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人教版《义务教育教科书·数学七年级下册》，印刷页87—90。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形成第一个核心概念：二元一次方程。要求学生标出对象、条件、表示和作用。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形成第二个核心概念或方法：二元一次方程组。与前一概念对比，避免相近知识混淆。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呈现Q4，保留独立思考时间。题型对应教材印刷页87—90的例题或典型任务。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人教版《义务教育教科书·数学七年级下册》，印刷页87—90。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a0d5020fa4c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90b209ae042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8f4f275ab42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511a2adba41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a876780e44f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d9c98dcdd4d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017807e124ac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f1187bc6545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4a2c3a49146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9b1a5c86b41b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99b74ea5f46c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53a7f757b2418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408fd5b15d4db9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b162a245064fdc" /><Relationship Type="http://schemas.openxmlformats.org/officeDocument/2006/relationships/slideLayout" Target="/ppt/slideLayouts/slideLayout1.xml" Id="R297aea13305642f4" /><Relationship Type="http://schemas.openxmlformats.org/officeDocument/2006/relationships/slideLayout" Target="/ppt/slideLayouts/slideLayout2.xml" Id="R55476318c06941f7" /><Relationship Type="http://schemas.openxmlformats.org/officeDocument/2006/relationships/slideLayout" Target="/ppt/slideLayouts/slideLayout3.xml" Id="R2ba12d90f615446c" /><Relationship Type="http://schemas.openxmlformats.org/officeDocument/2006/relationships/slideLayout" Target="/ppt/slideLayouts/slideLayout4.xml" Id="Rf51abe4ab96642d2" /><Relationship Type="http://schemas.openxmlformats.org/officeDocument/2006/relationships/slideLayout" Target="/ppt/slideLayouts/slideLayout5.xml" Id="Ra0a8e6d4d75349e9" /><Relationship Type="http://schemas.openxmlformats.org/officeDocument/2006/relationships/slideLayout" Target="/ppt/slideLayouts/slideLayout6.xml" Id="R52280bb47ba14640" /><Relationship Type="http://schemas.openxmlformats.org/officeDocument/2006/relationships/slideLayout" Target="/ppt/slideLayouts/slideLayout7.xml" Id="Re17ee719e35e4e34" /><Relationship Type="http://schemas.openxmlformats.org/officeDocument/2006/relationships/slideLayout" Target="/ppt/slideLayouts/slideLayout8.xml" Id="R7dcc29d86f074b57" /><Relationship Type="http://schemas.openxmlformats.org/officeDocument/2006/relationships/slideLayout" Target="/ppt/slideLayouts/slideLayout9.xml" Id="R5bcdb731d8be4197" /><Relationship Type="http://schemas.openxmlformats.org/officeDocument/2006/relationships/slideLayout" Target="/ppt/slideLayouts/slideLayout10.xml" Id="Re92c18765d084a28" /><Relationship Type="http://schemas.openxmlformats.org/officeDocument/2006/relationships/slideLayout" Target="/ppt/slideLayouts/slideLayout11.xml" Id="R60ada32e7348417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fb7d2bebbcf4019" /><Relationship Type="http://schemas.openxmlformats.org/officeDocument/2006/relationships/slideLayout" Target="/ppt/slideLayouts/slideLayout12.xml" Id="Rf7b73eac77c54d5a" /><Relationship Type="http://schemas.openxmlformats.org/officeDocument/2006/relationships/slideLayout" Target="/ppt/slideLayouts/slideLayout13.xml" Id="Ra7dfe580344c4df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7aea13305642f4"/>
    <p:sldLayoutId xmlns:r="http://schemas.openxmlformats.org/officeDocument/2006/relationships" id="2147483650" r:id="R55476318c06941f7"/>
    <p:sldLayoutId xmlns:r="http://schemas.openxmlformats.org/officeDocument/2006/relationships" id="2147483651" r:id="R2ba12d90f615446c"/>
    <p:sldLayoutId xmlns:r="http://schemas.openxmlformats.org/officeDocument/2006/relationships" id="2147483652" r:id="Rf51abe4ab96642d2"/>
    <p:sldLayoutId xmlns:r="http://schemas.openxmlformats.org/officeDocument/2006/relationships" id="2147483653" r:id="Ra0a8e6d4d75349e9"/>
    <p:sldLayoutId xmlns:r="http://schemas.openxmlformats.org/officeDocument/2006/relationships" id="2147483654" r:id="R52280bb47ba14640"/>
    <p:sldLayoutId xmlns:r="http://schemas.openxmlformats.org/officeDocument/2006/relationships" id="2147483655" r:id="Re17ee719e35e4e34"/>
    <p:sldLayoutId xmlns:r="http://schemas.openxmlformats.org/officeDocument/2006/relationships" id="2147483656" r:id="R7dcc29d86f074b57"/>
    <p:sldLayoutId xmlns:r="http://schemas.openxmlformats.org/officeDocument/2006/relationships" id="2147483657" r:id="R5bcdb731d8be4197"/>
    <p:sldLayoutId xmlns:r="http://schemas.openxmlformats.org/officeDocument/2006/relationships" id="2147483658" r:id="Re92c18765d084a28"/>
    <p:sldLayoutId xmlns:r="http://schemas.openxmlformats.org/officeDocument/2006/relationships" id="2147483659" r:id="R60ada32e7348417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7b73eac77c54d5a"/>
    <p:sldLayoutId xmlns:r="http://schemas.openxmlformats.org/officeDocument/2006/relationships" id="2147483662" r:id="Ra7dfe580344c4df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20628fd88344362" /><Relationship Type="http://schemas.openxmlformats.org/officeDocument/2006/relationships/image" Target="/ppt/media/image.jpeg" Id="R6e7ad4f207ab4546" /><Relationship Type="http://schemas.openxmlformats.org/officeDocument/2006/relationships/notesSlide" Target="/ppt/notesSlides/notesSlide1.xml" Id="R1425b7bc341849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d1f2b874584341" /><Relationship Type="http://schemas.openxmlformats.org/officeDocument/2006/relationships/image" Target="/ppt/media/image2.jpeg" Id="R40cd7e8e9f6e4cb1" /><Relationship Type="http://schemas.openxmlformats.org/officeDocument/2006/relationships/image" Target="/ppt/media/image.svg" Id="R54b12bbf007d44bb" /><Relationship Type="http://schemas.openxmlformats.org/officeDocument/2006/relationships/image" Target="/ppt/media/image.jpeg" Id="R19c9ab62c3f24dfd" /><Relationship Type="http://schemas.openxmlformats.org/officeDocument/2006/relationships/image" Target="/ppt/media/image2.svg" Id="R9a7e879ed9104dec" /><Relationship Type="http://schemas.openxmlformats.org/officeDocument/2006/relationships/image" Target="/ppt/media/image3.jpeg" Id="R63b39f5d4b8f4a9b" /><Relationship Type="http://schemas.openxmlformats.org/officeDocument/2006/relationships/image" Target="/ppt/media/image3.svg" Id="Rc24d89f057d44fd7" /><Relationship Type="http://schemas.openxmlformats.org/officeDocument/2006/relationships/image" Target="/ppt/media/image4.jpeg" Id="Rd99b63b4c9254b67" /><Relationship Type="http://schemas.openxmlformats.org/officeDocument/2006/relationships/image" Target="/ppt/media/image4.svg" Id="R26428263009b4a38" /><Relationship Type="http://schemas.openxmlformats.org/officeDocument/2006/relationships/notesSlide" Target="/ppt/notesSlides/notesSlide2.xml" Id="R888bdde95f7b44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d7585fb93104766" /><Relationship Type="http://schemas.openxmlformats.org/officeDocument/2006/relationships/image" Target="/ppt/media/image2.jpeg" Id="R732487b70bce4c11" /><Relationship Type="http://schemas.openxmlformats.org/officeDocument/2006/relationships/notesSlide" Target="/ppt/notesSlides/notesSlide3.xml" Id="Rd6f5126b5c9f49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8f272eff884831" /><Relationship Type="http://schemas.openxmlformats.org/officeDocument/2006/relationships/image" Target="/ppt/media/image2.jpeg" Id="R8d0a88c2371f4fe5" /><Relationship Type="http://schemas.openxmlformats.org/officeDocument/2006/relationships/notesSlide" Target="/ppt/notesSlides/notesSlide4.xml" Id="Re1fa248f434543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83660e6c4d44534" /><Relationship Type="http://schemas.openxmlformats.org/officeDocument/2006/relationships/image" Target="/ppt/media/image2.jpeg" Id="R4fdfbd20f57b4c1b" /><Relationship Type="http://schemas.openxmlformats.org/officeDocument/2006/relationships/notesSlide" Target="/ppt/notesSlides/notesSlide5.xml" Id="Ra8c9fee6663548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ae122511f840f3" /><Relationship Type="http://schemas.openxmlformats.org/officeDocument/2006/relationships/image" Target="/ppt/media/image2.jpeg" Id="R3bc713f96f874a7d" /><Relationship Type="http://schemas.openxmlformats.org/officeDocument/2006/relationships/notesSlide" Target="/ppt/notesSlides/notesSlide6.xml" Id="R01bdfb4bfd484c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df7dca2b6d54030" /><Relationship Type="http://schemas.openxmlformats.org/officeDocument/2006/relationships/image" Target="/ppt/media/image2.jpeg" Id="R5641a3be530248f2" /><Relationship Type="http://schemas.openxmlformats.org/officeDocument/2006/relationships/notesSlide" Target="/ppt/notesSlides/notesSlide7.xml" Id="R9d361d751b53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64b08bbf6049a4" /><Relationship Type="http://schemas.openxmlformats.org/officeDocument/2006/relationships/image" Target="/ppt/media/image2.jpeg" Id="R4462ebaa60f147bf" /><Relationship Type="http://schemas.openxmlformats.org/officeDocument/2006/relationships/notesSlide" Target="/ppt/notesSlides/notesSlide8.xml" Id="R8dc53843597a40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19690fedfd4ea3" /><Relationship Type="http://schemas.openxmlformats.org/officeDocument/2006/relationships/image" Target="/ppt/media/image2.jpeg" Id="R090fc4aa381a4bd9" /><Relationship Type="http://schemas.openxmlformats.org/officeDocument/2006/relationships/notesSlide" Target="/ppt/notesSlides/notesSlide9.xml" Id="R32f6740584d240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7669bc04b244a1" /><Relationship Type="http://schemas.openxmlformats.org/officeDocument/2006/relationships/image" Target="/ppt/media/image2.jpeg" Id="R0b62522188234053" /><Relationship Type="http://schemas.openxmlformats.org/officeDocument/2006/relationships/notesSlide" Target="/ppt/notesSlides/notesSlide10.xml" Id="R00c4b412eaaf4c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13f3d6213641b2" /><Relationship Type="http://schemas.openxmlformats.org/officeDocument/2006/relationships/image" Target="/ppt/media/image2.jpeg" Id="R2c4e33996ed74c97" /><Relationship Type="http://schemas.openxmlformats.org/officeDocument/2006/relationships/notesSlide" Target="/ppt/notesSlides/notesSlide11.xml" Id="Rb47da64b41004c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42404ca73d45e0" /><Relationship Type="http://schemas.openxmlformats.org/officeDocument/2006/relationships/image" Target="/ppt/media/image2.jpeg" Id="R9dd24d47f91e45d9" /><Relationship Type="http://schemas.openxmlformats.org/officeDocument/2006/relationships/notesSlide" Target="/ppt/notesSlides/notesSlide12.xml" Id="R56c62a27892349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f4169be1584d81" /><Relationship Type="http://schemas.openxmlformats.org/officeDocument/2006/relationships/image" Target="/ppt/media/image2.jpeg" Id="Red930dd057974b95" /><Relationship Type="http://schemas.openxmlformats.org/officeDocument/2006/relationships/notesSlide" Target="/ppt/notesSlides/notesSlide13.xml" Id="R7828add6698740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0e18cd557b3472a" /><Relationship Type="http://schemas.openxmlformats.org/officeDocument/2006/relationships/image" Target="/ppt/media/image2.jpeg" Id="R4c9fa864c4314f21" /><Relationship Type="http://schemas.openxmlformats.org/officeDocument/2006/relationships/notesSlide" Target="/ppt/notesSlides/notesSlide14.xml" Id="R7b8bb274525045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39d1aed3ae4a38" /><Relationship Type="http://schemas.openxmlformats.org/officeDocument/2006/relationships/image" Target="/ppt/media/image5.jpeg" Id="R4f12f694a09949d1" /><Relationship Type="http://schemas.openxmlformats.org/officeDocument/2006/relationships/notesSlide" Target="/ppt/notesSlides/notesSlide15.xml" Id="R26cdb599c4da41d9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e7ad4f207ab454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10.1 二元一次方程组的概念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教材印刷页87—90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0cd7e8e9f6e4cb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9ab62c3f24dfd">
            <a:extLst>
              <a:ext uri="{96DAC541-7B7A-43D3-8B79-37D633B846F1}">
                <asvg:svgBlip xmlns:asvg="http://schemas.microsoft.com/office/drawing/2016/SVG/main" r:embed="R54b12bbf007d44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通过阅读、观察或操作，准确说出二元一次方程、二元一次方程组、方程组的解的含义、表示或基本步骤。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d7e8e9f6e4cb1">
            <a:extLst>
              <a:ext uri="{96DAC541-7B7A-43D3-8B79-37D633B846F1}">
                <asvg:svgBlip xmlns:asvg="http://schemas.microsoft.com/office/drawing/2016/SVG/main" r:embed="R9a7e879ed9104d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在Q2—Q4中运用“识别二元一次方程组并检验解”，能用完整语言、式子、图形或图表说明依据。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39f5d4b8f4a9b">
            <a:extLst>
              <a:ext uri="{96DAC541-7B7A-43D3-8B79-37D633B846F1}">
                <asvg:svgBlip xmlns:asvg="http://schemas.microsoft.com/office/drawing/2016/SVG/main" r:embed="Rc24d89f057d44f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在基础与变式练习中运用“识别二元一次方程组并检验解”解决同类问题，并对结果进行检验。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b63b4c9254b67">
            <a:extLst>
              <a:ext uri="{96DAC541-7B7A-43D3-8B79-37D633B846F1}">
                <asvg:svgBlip xmlns:asvg="http://schemas.microsoft.com/office/drawing/2016/SVG/main" r:embed="R26428263009b4a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2487b70bce4c1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对应印刷页87—90。先读图、读表或读题，圈出已知和所求。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调用学生已经学习一元一次方程、有序数对，具备基本观察、计算、作图或整理数据的经验。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聚焦二元一次方程、二元一次方程组、方程组的解，不急于抄结论。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CC54C8B-78DB-4F50-951E-68E80F83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E7854A8-7589-4EB4-A949-4E3BA365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09FF00A-E74E-48B3-A514-2EBAF677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0C91D8B-1365-420D-A5F0-476FD9C3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C640707-2CA6-44DA-B87F-D74CBBA6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BD37D07-00B9-457D-8603-0AC23DA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EC921C62-F3BC-4C07-932E-71260580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B673CAF-83C4-4B6D-94EA-64DD943B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098B485-8478-459E-855A-9C668303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487BD09-ABA9-4476-ABC7-9BDA7BBA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EE1655F-1853-49ED-9DA3-BA28B133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E2FC38D-A4DA-478B-85B5-87F3A779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1F17EE-AC27-4378-BDD4-E2CB3777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0AF6633-E28E-4D7C-A589-A3F4212A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B98F750C-D2CA-4146-8E3F-BE0B51F8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84FBBF5-CA9A-42C6-AFEC-54A6A87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CFC82A8-9F3E-4F61-97BF-78A06A4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D8AE59-214E-4672-A343-00E3A387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163B432-EB1B-4551-B2D2-7D3C3CF3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3167C4C-462B-42D1-A18C-F8BCF9C9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d0a88c2371f4fe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旧知回顾：回顾“一元一次方程”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回顾“一元一次方程”：写出一条与本课有关的定义、性质或计算规则。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参考要点：正确表述“一元一次方程”的核心含义，并说明它与“二元一次方程”的联系。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B07828A-3E50-4A34-91B2-1F9A8371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331D5CE-A20D-45AE-9613-346CA09C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18BA715-28BB-4A7A-AC5D-B18BCC5E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CCEC08C-C122-4BBA-8061-B4E65CB5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B4ABB2AA-6134-4B85-8B6D-6BDB0A5F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fdfbd20f57b4c1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阅读教材印刷页87—90，圈出“二元一次方程、二元一次方程组、方程组的解”，分别用一句话记录它们解决什么问题。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小组探究：围绕“理解方程组的解必须同时满足两个方程”设计一次观察、操作或推理，记录现象、猜想和验证依据。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围绕“识别二元一次方程组并检验解”说明理由；同伴只追问条件和依据。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1BE7CE8-2DFA-49A3-9986-18D89990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2D91668-03D2-4899-9836-2A82C85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724C2E-A0F5-4A6A-AB8F-FDEDC262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1FD7538-58ED-4798-9754-990821E9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A1B607B-69DB-44C2-BD2E-AF43BC12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bc713f96f874a7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概念一：二元一次方程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二元一次方程：按教材明确其定义、条件、表示、性质或步骤。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7D2F14E-8860-4817-9CDC-E6D07313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CAF90F4-0E72-46BF-9CED-3EFBEF20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6AA9E7A-8D70-4176-AD5C-39F5B734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DF41935-00AE-469C-B0C2-89688488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B02C0AA-E895-47E3-8843-90920120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641a3be530248f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概念二：二元一次方程组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二元一次方程组：按教材明确其定义、条件、表示、性质或步骤。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易错提醒：理解方程组的解必须同时满足两个方程。先审条件，再使用结论。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3FDAC62-66AD-4896-9BF8-0958D3C4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1E25AF7-AC17-4057-AA29-E6D0BCB1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B6FCF9-111B-4A18-87AB-507945FB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5A98C4F-3BF4-4A03-847D-1BB3A355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DFE26F54-74C7-45D7-AE81-C71EFF6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62ebaa60f147b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小组探究：围绕“理解方程组的解必须同时满足两个方程”设计一次观察、操作或推理，记录现象、猜想和验证依据。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参考思路：先明确条件，再围绕“识别二元一次方程组并检验解”形成猜想，最后用定义、计算、图表或反例验证。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08148B6-73DB-4C0D-A6D9-D9A0EB0B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ABA813D-5E5F-4E1B-8112-F9C49F69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5EDBFA-DAD3-4F18-A9D9-C2370FFD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0839BFD-622C-4BA9-99E1-0B594FB9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894C550-32C7-476E-B40D-46C73AFC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90fc4aa381a4bd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只记“二元一次方程”的结论，不检查适用条件。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把“识别二元一次方程组并检验解”与相近概念或逆命题混淆。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6252218823405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教材例题：例题（对应教材10.1情境与概念例）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例题（对应教材10.1情境与概念例）：判断方程2x+y=7是否为二元一次方程，并检验(2,3)是否为它的解。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选用识别二元一次方程组并检验解；3.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教材印刷页87—90：先思考，再对照规范解答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299DA5C-D44B-40DF-B39D-3416F12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3284B85-1796-473F-A3A1-E8C9F585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6F8F07-081E-4DA0-8CAE-BEC3639D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0118474-BE2B-4121-B729-4E1E2273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D4DB0495-C0CA-49EF-9686-D9D02BD9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c4e33996ed74c9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选择“识别二元一次方程组并检验解”对应的方法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是；含两个未知数且次数为1。代入得2×2+3=7，所以(2,3)是解。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没有先确认“识别二元一次方程组并检验解”的条件，或只写结果不写依据。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2C29B78-90F9-4760-A24C-57FA213E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52EF631-1C60-426E-893C-1D40C926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3A558D-552E-46E1-BCBB-FD546DC3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447EF21-22C3-4491-962C-4759A69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06BE90F-CD75-41FF-8508-603BD279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dd24d47f91e45d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基础辨析：判断“使用‘二元一次方程’时不需要检查条件，只要结论看起来合理即可”，并说明理由。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变式练习：把Q4的一个条件、数据或表示方式作合理改变，仍用“识别二元一次方程组并检验解”解决，并写出检验。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BEB48DA-51BB-470D-9A1E-B88835CA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6C26001A-02FF-4BD3-9344-B9D957E4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43D9CFA-74DF-46F4-A84B-783CB95D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BC44486-8C52-42B2-87F2-69C09897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4F7BDE4-897C-4886-A6C4-C6E7240D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930dd057974b9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变式练习：把Q4的一个条件、数据或表示方式作合理改变，仍用“识别二元一次方程组并检验解”解决，并写出检验。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答案不唯一。评价要点：改变后的条件完整；方法仍属于“识别二元一次方程组并检验解”；过程正确；检验与新条件一致。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BA94736-1FED-40C5-86B5-99E80F4A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9DE2CDD-0B1D-4608-9A32-D0F3A326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56956A-E76A-4F34-8A99-EE8AA3D7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1CA6755-2B0E-4A4F-89A2-F1635F8D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78F2B13-49A7-4D9D-BAA6-60ABA93A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9fa864c4314f2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纠错：“研究二元一次方程组的概念时，只记结论，不必区分条件、过程和依据。”这句话对吗？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当堂检测：什么叫二元一次方程组的解？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7CF30A0-3097-4EDC-8338-75979F8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774F3A2-BA53-4545-A236-E5FF3216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DB63350-B685-45EB-84E7-5C4B2F1E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71581C3-9C94-4073-B656-35D02729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6DB2DB9-F04C-49DD-8BDF-7C3940A0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f12f694a09949d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小结参考：本课围绕“二元一次方程组的概念”，掌握二元一次方程、二元一次方程组、方程组的解，并能运用识别二元一次方程组并检验解。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基础：完成教材第89—90页练习与习题10.1中的基础题并订正Q5、Q7 提升：当堂检测：什么叫二元一次方程组的解？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我能否：①准确表达二元一次方程；②运用识别二元一次方程组并检验解；③写清依据并检验？选择“会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FCE6363-8763-4160-9DB1-D3BAE457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04B5EB2-965A-4CA3-919D-A489D85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B454E25-ACCA-40BF-AAC7-9A98CBD9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85D5263-C512-488F-92CE-45785BF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CF93F6A-4919-4414-9ABF-9C73B6B2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2026-08-02T17:54:19.3240000Z</dcterms:created>
  <dcterms:modified xsi:type="dcterms:W3CDTF">2026-08-02T17:54:19.3240000Z</dcterms:modified>
</coreProperties>
</file>