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3effaf1aa45e0" /><Relationship Type="http://schemas.openxmlformats.org/officeDocument/2006/relationships/extended-properties" Target="/docProps/app.xml" Id="R006b94708e4740ee" /><Relationship Type="http://schemas.openxmlformats.org/officeDocument/2006/relationships/officeDocument" Target="/ppt/presentation.xml" Id="R9a7099c07763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81d05f2204b35"/>
    <p:sldMasterId xmlns:r="http://schemas.openxmlformats.org/officeDocument/2006/relationships" id="2147483660" r:id="R0183e6d5347f4987"/>
  </p:sldMasterIdLst>
  <p:notesMasterIdLst>
    <p:notesMasterId xmlns:r="http://schemas.openxmlformats.org/officeDocument/2006/relationships" r:id="R5638834c5c98415b"/>
  </p:notesMasterIdLst>
  <p:sldIdLst>
    <p:sldId xmlns:r="http://schemas.openxmlformats.org/officeDocument/2006/relationships" id="256" r:id="R492d9b29056e4901"/>
    <p:sldId xmlns:r="http://schemas.openxmlformats.org/officeDocument/2006/relationships" id="257" r:id="R95afe2cb6e2f49c2"/>
    <p:sldId xmlns:r="http://schemas.openxmlformats.org/officeDocument/2006/relationships" id="258" r:id="R7a442cf976ab406a"/>
    <p:sldId xmlns:r="http://schemas.openxmlformats.org/officeDocument/2006/relationships" id="259" r:id="R25b8f00c24f2498c"/>
    <p:sldId xmlns:r="http://schemas.openxmlformats.org/officeDocument/2006/relationships" id="260" r:id="Rb6351cf0456a4bf6"/>
    <p:sldId xmlns:r="http://schemas.openxmlformats.org/officeDocument/2006/relationships" id="261" r:id="R21e573bef0b84c7b"/>
    <p:sldId xmlns:r="http://schemas.openxmlformats.org/officeDocument/2006/relationships" id="262" r:id="R4fe1c6e538304cc7"/>
    <p:sldId xmlns:r="http://schemas.openxmlformats.org/officeDocument/2006/relationships" id="263" r:id="R6399ed1f8f5844a8"/>
    <p:sldId xmlns:r="http://schemas.openxmlformats.org/officeDocument/2006/relationships" id="264" r:id="R4f615314571a4a8b"/>
    <p:sldId xmlns:r="http://schemas.openxmlformats.org/officeDocument/2006/relationships" id="265" r:id="Rfa40b24e156e46bc"/>
    <p:sldId xmlns:r="http://schemas.openxmlformats.org/officeDocument/2006/relationships" id="266" r:id="Re4801c7241484ca0"/>
    <p:sldId xmlns:r="http://schemas.openxmlformats.org/officeDocument/2006/relationships" id="267" r:id="Ra80ac2b0c0324aaa"/>
    <p:sldId xmlns:r="http://schemas.openxmlformats.org/officeDocument/2006/relationships" id="268" r:id="R8c361251245c4167"/>
    <p:sldId xmlns:r="http://schemas.openxmlformats.org/officeDocument/2006/relationships" id="269" r:id="R3a8e060a72634d8b"/>
    <p:sldId xmlns:r="http://schemas.openxmlformats.org/officeDocument/2006/relationships" id="270" r:id="R355025fdcb0048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152c2b1f3b44e0" /><Relationship Type="http://schemas.openxmlformats.org/officeDocument/2006/relationships/slideMaster" Target="/ppt/slideMasters/slideMaster1.xml" Id="Rb2381d05f2204b35" /><Relationship Type="http://schemas.openxmlformats.org/officeDocument/2006/relationships/slideMaster" Target="/ppt/slideMasters/slideMaster2.xml" Id="R0183e6d5347f4987" /><Relationship Type="http://schemas.openxmlformats.org/officeDocument/2006/relationships/notesMaster" Target="/ppt/notesMasters/notesMaster1.xml" Id="R5638834c5c98415b" /><Relationship Type="http://schemas.openxmlformats.org/officeDocument/2006/relationships/presProps" Target="/ppt/presProps.xml" Id="R55ef38480a0e4986" /><Relationship Type="http://schemas.openxmlformats.org/officeDocument/2006/relationships/viewProps" Target="/ppt/viewProps.xml" Id="Rac6eed5cc2bd4a09" /><Relationship Type="http://schemas.openxmlformats.org/officeDocument/2006/relationships/tableStyles" Target="/ppt/tableStyles.xml" Id="R7e42f7d353a94f57" /><Relationship Type="http://schemas.openxmlformats.org/officeDocument/2006/relationships/slide" Target="/ppt/slides/slide1.xml" Id="R492d9b29056e4901" /><Relationship Type="http://schemas.openxmlformats.org/officeDocument/2006/relationships/slide" Target="/ppt/slides/slide2.xml" Id="R95afe2cb6e2f49c2" /><Relationship Type="http://schemas.openxmlformats.org/officeDocument/2006/relationships/slide" Target="/ppt/slides/slide3.xml" Id="R7a442cf976ab406a" /><Relationship Type="http://schemas.openxmlformats.org/officeDocument/2006/relationships/slide" Target="/ppt/slides/slide4.xml" Id="R25b8f00c24f2498c" /><Relationship Type="http://schemas.openxmlformats.org/officeDocument/2006/relationships/slide" Target="/ppt/slides/slide5.xml" Id="Rb6351cf0456a4bf6" /><Relationship Type="http://schemas.openxmlformats.org/officeDocument/2006/relationships/slide" Target="/ppt/slides/slide6.xml" Id="R21e573bef0b84c7b" /><Relationship Type="http://schemas.openxmlformats.org/officeDocument/2006/relationships/slide" Target="/ppt/slides/slide7.xml" Id="R4fe1c6e538304cc7" /><Relationship Type="http://schemas.openxmlformats.org/officeDocument/2006/relationships/slide" Target="/ppt/slides/slide8.xml" Id="R6399ed1f8f5844a8" /><Relationship Type="http://schemas.openxmlformats.org/officeDocument/2006/relationships/slide" Target="/ppt/slides/slide9.xml" Id="R4f615314571a4a8b" /><Relationship Type="http://schemas.openxmlformats.org/officeDocument/2006/relationships/slide" Target="/ppt/slides/slide10.xml" Id="Rfa40b24e156e46bc" /><Relationship Type="http://schemas.openxmlformats.org/officeDocument/2006/relationships/slide" Target="/ppt/slides/slide11.xml" Id="Re4801c7241484ca0" /><Relationship Type="http://schemas.openxmlformats.org/officeDocument/2006/relationships/slide" Target="/ppt/slides/slide12.xml" Id="Ra80ac2b0c0324aaa" /><Relationship Type="http://schemas.openxmlformats.org/officeDocument/2006/relationships/slide" Target="/ppt/slides/slide13.xml" Id="R8c361251245c4167" /><Relationship Type="http://schemas.openxmlformats.org/officeDocument/2006/relationships/slide" Target="/ppt/slides/slide14.xml" Id="R3a8e060a72634d8b" /><Relationship Type="http://schemas.openxmlformats.org/officeDocument/2006/relationships/slide" Target="/ppt/slides/slide15.xml" Id="R355025fdcb00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c567fa45af5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df1c3f847411f" /><Relationship Type="http://schemas.openxmlformats.org/officeDocument/2006/relationships/notesMaster" Target="/ppt/notesMasters/notesMaster1.xml" Id="Rd965261ee06d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69a9de5b64681" /><Relationship Type="http://schemas.openxmlformats.org/officeDocument/2006/relationships/notesMaster" Target="/ppt/notesMasters/notesMaster1.xml" Id="Rd698448c5e46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946fba6004931" /><Relationship Type="http://schemas.openxmlformats.org/officeDocument/2006/relationships/notesMaster" Target="/ppt/notesMasters/notesMaster1.xml" Id="Ra285e1fd380f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9939f845464a2a" /><Relationship Type="http://schemas.openxmlformats.org/officeDocument/2006/relationships/notesMaster" Target="/ppt/notesMasters/notesMaster1.xml" Id="R8ef12d72dbb742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32503ba0c4436d" /><Relationship Type="http://schemas.openxmlformats.org/officeDocument/2006/relationships/notesMaster" Target="/ppt/notesMasters/notesMaster1.xml" Id="Reba1fd5f717a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be532ba55c443f" /><Relationship Type="http://schemas.openxmlformats.org/officeDocument/2006/relationships/notesMaster" Target="/ppt/notesMasters/notesMaster1.xml" Id="R36b7d882b9a44e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3db814f4414a39" /><Relationship Type="http://schemas.openxmlformats.org/officeDocument/2006/relationships/notesMaster" Target="/ppt/notesMasters/notesMaster1.xml" Id="Ra349c2c7144044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d776c368a344d1" /><Relationship Type="http://schemas.openxmlformats.org/officeDocument/2006/relationships/notesMaster" Target="/ppt/notesMasters/notesMaster1.xml" Id="R3809b7c3dd3f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61aee9cbaf46d8" /><Relationship Type="http://schemas.openxmlformats.org/officeDocument/2006/relationships/notesMaster" Target="/ppt/notesMasters/notesMaster1.xml" Id="R458a634221634c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4b76643c554099" /><Relationship Type="http://schemas.openxmlformats.org/officeDocument/2006/relationships/notesMaster" Target="/ppt/notesMasters/notesMaster1.xml" Id="Rb206b7dc6f274e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c01abb68364988" /><Relationship Type="http://schemas.openxmlformats.org/officeDocument/2006/relationships/notesMaster" Target="/ppt/notesMasters/notesMaster1.xml" Id="Rcdfe481e0e2246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86c8f08b764eb5" /><Relationship Type="http://schemas.openxmlformats.org/officeDocument/2006/relationships/notesMaster" Target="/ppt/notesMasters/notesMaster1.xml" Id="R044e5b0cb18845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fd38f4b2254d56" /><Relationship Type="http://schemas.openxmlformats.org/officeDocument/2006/relationships/notesMaster" Target="/ppt/notesMasters/notesMaster1.xml" Id="R2ec55fc738684c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7d3f1e80034e82" /><Relationship Type="http://schemas.openxmlformats.org/officeDocument/2006/relationships/notesMaster" Target="/ppt/notesMasters/notesMaster1.xml" Id="Rb14d11c538294b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84b6999ce4b91" /><Relationship Type="http://schemas.openxmlformats.org/officeDocument/2006/relationships/notesMaster" Target="/ppt/notesMasters/notesMaster1.xml" Id="R89f7326c6e7749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从教材印刷页112—114进入《中国古代的多元一次方程组》。说明本课在第10章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人教版《义务教育教科书·数学七年级下册》，印刷页112—114。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形成第一个核心概念：中国古代消元思想。要求学生标出对象、条件、表示和作用。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形成第二个核心概念或方法：一次不定方程组问题。与前一概念对比，避免相近知识混淆。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呈现Q4，保留独立思考时间。题型对应教材印刷页112—114的例题或典型任务。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人教版《义务教育教科书·数学七年级下册》，印刷页112—114。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f958eff4646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7284cfde14f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ef1e851844f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0f7dd9f4e48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5902a61474b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3e4c04eef4b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82656eaae48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78e6295b744f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3a20f7f484d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c9e7f84934c2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21071ae5494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5601a8a97345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cd3365176f4988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9f23d56b942b3" /><Relationship Type="http://schemas.openxmlformats.org/officeDocument/2006/relationships/slideLayout" Target="/ppt/slideLayouts/slideLayout1.xml" Id="R8b016331438e43f5" /><Relationship Type="http://schemas.openxmlformats.org/officeDocument/2006/relationships/slideLayout" Target="/ppt/slideLayouts/slideLayout2.xml" Id="R00ffc1c051624da6" /><Relationship Type="http://schemas.openxmlformats.org/officeDocument/2006/relationships/slideLayout" Target="/ppt/slideLayouts/slideLayout3.xml" Id="R2f4543b909d84972" /><Relationship Type="http://schemas.openxmlformats.org/officeDocument/2006/relationships/slideLayout" Target="/ppt/slideLayouts/slideLayout4.xml" Id="R5e1d0617b6ad4302" /><Relationship Type="http://schemas.openxmlformats.org/officeDocument/2006/relationships/slideLayout" Target="/ppt/slideLayouts/slideLayout5.xml" Id="R41196b94bea24aa2" /><Relationship Type="http://schemas.openxmlformats.org/officeDocument/2006/relationships/slideLayout" Target="/ppt/slideLayouts/slideLayout6.xml" Id="R977def2c14b4450d" /><Relationship Type="http://schemas.openxmlformats.org/officeDocument/2006/relationships/slideLayout" Target="/ppt/slideLayouts/slideLayout7.xml" Id="R6934d1599c104bd1" /><Relationship Type="http://schemas.openxmlformats.org/officeDocument/2006/relationships/slideLayout" Target="/ppt/slideLayouts/slideLayout8.xml" Id="R3695d73f681a4524" /><Relationship Type="http://schemas.openxmlformats.org/officeDocument/2006/relationships/slideLayout" Target="/ppt/slideLayouts/slideLayout9.xml" Id="Rff5ead95c47646bb" /><Relationship Type="http://schemas.openxmlformats.org/officeDocument/2006/relationships/slideLayout" Target="/ppt/slideLayouts/slideLayout10.xml" Id="Rf2c65d25ed074dca" /><Relationship Type="http://schemas.openxmlformats.org/officeDocument/2006/relationships/slideLayout" Target="/ppt/slideLayouts/slideLayout11.xml" Id="Rd9f7af62c5b140f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0e6398e608b481e" /><Relationship Type="http://schemas.openxmlformats.org/officeDocument/2006/relationships/slideLayout" Target="/ppt/slideLayouts/slideLayout12.xml" Id="Re497c941a743473b" /><Relationship Type="http://schemas.openxmlformats.org/officeDocument/2006/relationships/slideLayout" Target="/ppt/slideLayouts/slideLayout13.xml" Id="Rf09a62750a73411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16331438e43f5"/>
    <p:sldLayoutId xmlns:r="http://schemas.openxmlformats.org/officeDocument/2006/relationships" id="2147483650" r:id="R00ffc1c051624da6"/>
    <p:sldLayoutId xmlns:r="http://schemas.openxmlformats.org/officeDocument/2006/relationships" id="2147483651" r:id="R2f4543b909d84972"/>
    <p:sldLayoutId xmlns:r="http://schemas.openxmlformats.org/officeDocument/2006/relationships" id="2147483652" r:id="R5e1d0617b6ad4302"/>
    <p:sldLayoutId xmlns:r="http://schemas.openxmlformats.org/officeDocument/2006/relationships" id="2147483653" r:id="R41196b94bea24aa2"/>
    <p:sldLayoutId xmlns:r="http://schemas.openxmlformats.org/officeDocument/2006/relationships" id="2147483654" r:id="R977def2c14b4450d"/>
    <p:sldLayoutId xmlns:r="http://schemas.openxmlformats.org/officeDocument/2006/relationships" id="2147483655" r:id="R6934d1599c104bd1"/>
    <p:sldLayoutId xmlns:r="http://schemas.openxmlformats.org/officeDocument/2006/relationships" id="2147483656" r:id="R3695d73f681a4524"/>
    <p:sldLayoutId xmlns:r="http://schemas.openxmlformats.org/officeDocument/2006/relationships" id="2147483657" r:id="Rff5ead95c47646bb"/>
    <p:sldLayoutId xmlns:r="http://schemas.openxmlformats.org/officeDocument/2006/relationships" id="2147483658" r:id="Rf2c65d25ed074dca"/>
    <p:sldLayoutId xmlns:r="http://schemas.openxmlformats.org/officeDocument/2006/relationships" id="2147483659" r:id="Rd9f7af62c5b140f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497c941a743473b"/>
    <p:sldLayoutId xmlns:r="http://schemas.openxmlformats.org/officeDocument/2006/relationships" id="2147483662" r:id="Rf09a62750a73411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d4abc6d7384cab" /><Relationship Type="http://schemas.openxmlformats.org/officeDocument/2006/relationships/image" Target="/ppt/media/image.jpeg" Id="R6c9a9a2febd14928" /><Relationship Type="http://schemas.openxmlformats.org/officeDocument/2006/relationships/notesSlide" Target="/ppt/notesSlides/notesSlide1.xml" Id="R02c5c94901bd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5ea162c09b94239" /><Relationship Type="http://schemas.openxmlformats.org/officeDocument/2006/relationships/image" Target="/ppt/media/image2.jpeg" Id="R802c8f4a727d4af9" /><Relationship Type="http://schemas.openxmlformats.org/officeDocument/2006/relationships/image" Target="/ppt/media/image.svg" Id="R407c9cef80884230" /><Relationship Type="http://schemas.openxmlformats.org/officeDocument/2006/relationships/image" Target="/ppt/media/image.jpeg" Id="R19fbbeed4c634f5e" /><Relationship Type="http://schemas.openxmlformats.org/officeDocument/2006/relationships/image" Target="/ppt/media/image2.svg" Id="R05b8b6e43aa14338" /><Relationship Type="http://schemas.openxmlformats.org/officeDocument/2006/relationships/image" Target="/ppt/media/image3.jpeg" Id="Rccb36d1848354832" /><Relationship Type="http://schemas.openxmlformats.org/officeDocument/2006/relationships/image" Target="/ppt/media/image3.svg" Id="Rcb4f8e36bab54f93" /><Relationship Type="http://schemas.openxmlformats.org/officeDocument/2006/relationships/image" Target="/ppt/media/image4.jpeg" Id="R287609173f61457f" /><Relationship Type="http://schemas.openxmlformats.org/officeDocument/2006/relationships/image" Target="/ppt/media/image4.svg" Id="R176e2342a7bc4b1e" /><Relationship Type="http://schemas.openxmlformats.org/officeDocument/2006/relationships/notesSlide" Target="/ppt/notesSlides/notesSlide2.xml" Id="R6e018fb89cf5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df0f36e5de4897" /><Relationship Type="http://schemas.openxmlformats.org/officeDocument/2006/relationships/image" Target="/ppt/media/image2.jpeg" Id="R68b463eb4a904ace" /><Relationship Type="http://schemas.openxmlformats.org/officeDocument/2006/relationships/notesSlide" Target="/ppt/notesSlides/notesSlide3.xml" Id="Ra3fdf6934cd44a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100b748c6049b3" /><Relationship Type="http://schemas.openxmlformats.org/officeDocument/2006/relationships/image" Target="/ppt/media/image2.jpeg" Id="R1cca084bd33e4ee7" /><Relationship Type="http://schemas.openxmlformats.org/officeDocument/2006/relationships/notesSlide" Target="/ppt/notesSlides/notesSlide4.xml" Id="Rb2725ebfa73744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546a3d37c54ed5" /><Relationship Type="http://schemas.openxmlformats.org/officeDocument/2006/relationships/image" Target="/ppt/media/image2.jpeg" Id="R32bb242984b84446" /><Relationship Type="http://schemas.openxmlformats.org/officeDocument/2006/relationships/notesSlide" Target="/ppt/notesSlides/notesSlide5.xml" Id="R2b91899c1d254d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7e464e2e884c7f" /><Relationship Type="http://schemas.openxmlformats.org/officeDocument/2006/relationships/image" Target="/ppt/media/image2.jpeg" Id="Rd35590fe9d29462c" /><Relationship Type="http://schemas.openxmlformats.org/officeDocument/2006/relationships/notesSlide" Target="/ppt/notesSlides/notesSlide6.xml" Id="R4bfc377f4b3645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596b0770fab4c52" /><Relationship Type="http://schemas.openxmlformats.org/officeDocument/2006/relationships/image" Target="/ppt/media/image2.jpeg" Id="Rd19a537e74e34c8c" /><Relationship Type="http://schemas.openxmlformats.org/officeDocument/2006/relationships/notesSlide" Target="/ppt/notesSlides/notesSlide7.xml" Id="R50813f47bb3b48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d06ae3f528452d" /><Relationship Type="http://schemas.openxmlformats.org/officeDocument/2006/relationships/image" Target="/ppt/media/image2.jpeg" Id="R431def36cf84433a" /><Relationship Type="http://schemas.openxmlformats.org/officeDocument/2006/relationships/notesSlide" Target="/ppt/notesSlides/notesSlide8.xml" Id="R27bdb18d135747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fc493380e74271" /><Relationship Type="http://schemas.openxmlformats.org/officeDocument/2006/relationships/image" Target="/ppt/media/image2.jpeg" Id="R5ded93d0b6094445" /><Relationship Type="http://schemas.openxmlformats.org/officeDocument/2006/relationships/notesSlide" Target="/ppt/notesSlides/notesSlide9.xml" Id="R8fa3a1e47b1649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3f36d2e9f54c94" /><Relationship Type="http://schemas.openxmlformats.org/officeDocument/2006/relationships/image" Target="/ppt/media/image2.jpeg" Id="R42c7908510124872" /><Relationship Type="http://schemas.openxmlformats.org/officeDocument/2006/relationships/notesSlide" Target="/ppt/notesSlides/notesSlide10.xml" Id="R25e6c36afb5b45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80c678642547f4" /><Relationship Type="http://schemas.openxmlformats.org/officeDocument/2006/relationships/image" Target="/ppt/media/image2.jpeg" Id="R7f9378f1e1fa4a2f" /><Relationship Type="http://schemas.openxmlformats.org/officeDocument/2006/relationships/notesSlide" Target="/ppt/notesSlides/notesSlide11.xml" Id="R2163b25975fd42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4e4abe53844b0b" /><Relationship Type="http://schemas.openxmlformats.org/officeDocument/2006/relationships/image" Target="/ppt/media/image2.jpeg" Id="Rf41ab52649014250" /><Relationship Type="http://schemas.openxmlformats.org/officeDocument/2006/relationships/notesSlide" Target="/ppt/notesSlides/notesSlide12.xml" Id="R84c56d78128848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595a9946ca497e" /><Relationship Type="http://schemas.openxmlformats.org/officeDocument/2006/relationships/image" Target="/ppt/media/image2.jpeg" Id="Rea2057f33f524857" /><Relationship Type="http://schemas.openxmlformats.org/officeDocument/2006/relationships/notesSlide" Target="/ppt/notesSlides/notesSlide13.xml" Id="R7b42b0be003e43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3adb8547944cab" /><Relationship Type="http://schemas.openxmlformats.org/officeDocument/2006/relationships/image" Target="/ppt/media/image2.jpeg" Id="R17c8351c75064317" /><Relationship Type="http://schemas.openxmlformats.org/officeDocument/2006/relationships/notesSlide" Target="/ppt/notesSlides/notesSlide14.xml" Id="R5293bee230e645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afc6f2d12f42ae" /><Relationship Type="http://schemas.openxmlformats.org/officeDocument/2006/relationships/image" Target="/ppt/media/image5.jpeg" Id="R394c0e1e7f2246fe" /><Relationship Type="http://schemas.openxmlformats.org/officeDocument/2006/relationships/notesSlide" Target="/ppt/notesSlides/notesSlide15.xml" Id="R312d4cc11c324c1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c9a9a2febd1492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图说数学史、阅读与思考 中国古代的多元一次方程组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教材印刷页112—114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02c8f4a727d4af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bbeed4c634f5e">
            <a:extLst>
              <a:ext uri="{96DAC541-7B7A-43D3-8B79-37D633B846F1}">
                <asvg:svgBlip xmlns:asvg="http://schemas.microsoft.com/office/drawing/2016/SVG/main" r:embed="R407c9cef808842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通过阅读、观察或操作，准确说出中国古代消元思想、一次不定方程组问题的含义、表示或基本步骤。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c8f4a727d4af9">
            <a:extLst>
              <a:ext uri="{96DAC541-7B7A-43D3-8B79-37D633B846F1}">
                <asvg:svgBlip xmlns:asvg="http://schemas.microsoft.com/office/drawing/2016/SVG/main" r:embed="R05b8b6e43aa143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在Q2—Q4中运用“用现代语言解释古代算法”，能用完整语言、式子、图形或图表说明依据。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36d1848354832">
            <a:extLst>
              <a:ext uri="{96DAC541-7B7A-43D3-8B79-37D633B846F1}">
                <asvg:svgBlip xmlns:asvg="http://schemas.microsoft.com/office/drawing/2016/SVG/main" r:embed="Rcb4f8e36bab54f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在基础与变式练习中运用“用现代语言解释古代算法”解决同类问题，并对结果进行检验。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609173f61457f">
            <a:extLst>
              <a:ext uri="{96DAC541-7B7A-43D3-8B79-37D633B846F1}">
                <asvg:svgBlip xmlns:asvg="http://schemas.microsoft.com/office/drawing/2016/SVG/main" r:embed="R176e2342a7bc4b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8b463eb4a904ac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对应印刷页112—114。先读图、读表或读题，圈出已知和所求。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调用学生已经学习二元与三元一次方程组，具备基本观察、计算、作图或整理数据的经验。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聚焦中国古代消元思想、一次不定方程组问题、关键方法，不急于抄结论。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DFAAE2-EE73-4698-B8AC-45008F0E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5F16C5D-6E12-4718-A91E-C18645AD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C069CF-6F3F-42E2-85CF-BF68580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C74FAB-FF4B-4B76-8EF4-CB696B8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659E210-ABC6-4A27-816D-4C63B0BA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C636CAB-B236-4E63-8DBF-C0AFDAD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E724E2F-91BD-4E58-952A-A5F6FAF8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934612A-AD3C-4128-91C9-EBCE73F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FA090AE-A2C4-45B8-A9EA-308BF68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FF1235C-1E4C-4591-B5DA-8BEE8DA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13F281E-610D-44A4-B9B1-B90ECEF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A2C5199-92CD-4038-B919-2450FCA6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9F443A-72E6-4CF9-BBBD-443C651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1F05808-74A4-4D91-B8B8-EBA8A7B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C238000-4E6A-4B80-9F6B-1BE8FCBA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2DD319E-08B4-47B2-A4E3-B1D79FC6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C259810-1EBB-45DB-885C-83B7CAFF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ACD4458-D8F1-4392-9BCB-1EF81E3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E4CE7A2-D0DC-4AF8-84B8-2AC8EE47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47BBA28-87D2-438F-B70D-648D55D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cca084bd33e4e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旧知回顾：回顾“二元与三元一次方程组”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回顾“二元与三元一次方程组”：写出一条与本课有关的定义、性质或计算规则。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参考要点：正确表述“二元与三元一次方程组”的核心含义，并说明它与“中国古代消元思想”的联系。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0E8842-0B40-41A2-B834-5735B7D0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8CB73B3-8094-4B6F-82EA-65E6E56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D4F149-CFCB-43CB-A35D-6639EE4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A5FE50A-FD5D-458C-BC73-528FE761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00323A7-F442-408B-8F75-F7DFD83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bb242984b8444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阅读教材印刷页112—114，圈出“中国古代消元思想、一次不定方程组问题”，分别用一句话记录它们解决什么问题。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小组探究：围绕“区分确定方程组与不定方程问题”设计一次观察、操作或推理，记录现象、猜想和验证依据。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围绕“用现代语言解释古代算法”说明理由；同伴只追问条件和依据。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03E84FE-9FD9-438D-A41C-1AE4B2F3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46221F6-3356-450D-B603-C2A7C80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C96AC7-773A-44F4-81F5-4FB3C087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CC5918E-B891-46DD-A8D8-B0767437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308B1C8-56E9-4BA9-B49B-D39D9CDF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5590fe9d29462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概念一：中国古代消元思想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中国古代消元思想：按教材明确其定义、条件、表示、性质或步骤。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D4290FB-6E88-47E3-85D3-4E0CA49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CA7DF4F-2968-4C86-9180-0F1F858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CBACA1-CC61-43FF-A478-7D521261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70E75F3-BBBB-48A9-844E-BC81B810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C91A5E9-6A8B-4492-B152-4A2A4FB0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9a537e74e34c8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概念二：一次不定方程组问题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一次不定方程组问题：按教材明确其定义、条件、表示、性质或步骤。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易错提醒：区分确定方程组与不定方程问题。先审条件，再使用结论。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D64F64-6C6D-49F3-9E6C-E064E04F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CAF5058-8E8B-4D58-97C8-997CCCD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8DA9D6-E78F-4C65-9F3E-EA32E34C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2381E5D-6B54-49EB-838A-3EAE5E42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82FD338-A380-4323-898F-46C52CEA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1def36cf8443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小组探究：围绕“区分确定方程组与不定方程问题”设计一次观察、操作或推理，记录现象、猜想和验证依据。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参考思路：先明确条件，再围绕“用现代语言解释古代算法”形成猜想，最后用定义、计算、图表或反例验证。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0834400-B713-45E6-8B10-804F23B3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470ACEB-E6F0-4616-9A5B-04A5AC17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C8AA31-DEE8-4B2D-B238-C3C045D3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A244451-05A8-4DF9-A42C-5FB919B4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74F852C-C7E0-4BE5-8083-5540EE19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ed93d0b609444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只记“中国古代消元思想”的结论，不检查适用条件。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把“用现代语言解释古代算法”与相近概念或逆命题混淆。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2c790851012487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教材例题：例题（对应图说数学史“解多元一次方程组”、…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例题（对应图说数学史“解多元一次方程组”、阅读与思考“一次不定方程组问题”）：比较《九章算术》方程术与现代加减消元法的共同思想。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选用用现代语言解释古代算法；3.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教材印刷页112—114：先思考，再对照规范解答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489CCDF-98E6-4352-8051-C42608D4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353E3560-17BF-481D-88AD-69616E6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1A8061E-56FB-4CA5-91E3-2B9A7796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C20E854-1BB6-4CC2-9A7C-CE0D4FF7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28AB556-6F22-4F5B-B508-A448972C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9378f1e1fa4a2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选择“用现代语言解释古代算法”对应的方法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都通过对方程行进行倍乘、相加或相减，逐步消去未知数；现代方法用符号表达更统一。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没有先确认“用现代语言解释古代算法”的条件，或只写结果不写依据。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7FF4863-2395-4320-A440-0CA6D970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3C68751-AC6A-4296-B272-AC127872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C2BC17B-1754-4A40-A225-32E1A657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E52C8B1-392F-46FF-9238-35875177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5A27395-5AC8-4339-AE51-F67BCDD0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1ab5264901425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基础辨析：判断“使用‘中国古代消元思想’时不需要检查条件，只要结论看起来合理即可”，并说明理由。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变式练习：把Q4的一个条件、数据或表示方式作合理改变，仍用“用现代语言解释古代算法”解决，并写出检验。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D385893-0AE1-40BE-A09E-2526FA3B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C9CD8D9-F84C-49EF-84D5-BA10E76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DD752BD-2784-424F-85A0-8CE9F752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347AAB6-1092-4ABD-B3DF-D3F0DC61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6B80A08-B99D-479F-A1DA-294681A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a2057f33f52485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变式练习：把Q4的一个条件、数据或表示方式作合理改变，仍用“用现代语言解释古代算法”解决，并写出检验。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答案不唯一。评价要点：改变后的条件完整；方法仍属于“用现代语言解释古代算法”；过程正确；检验与新条件一致。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A5DD941-A6D4-4317-940E-7DD35285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39CBC8D9-EB35-4B61-8030-7936291A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86A9CF-23D5-4773-8FEB-71FD24DC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46D6492-CCC9-465E-8DA2-5E1BEE5B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DA61A371-1640-4F85-90E3-86885E4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c8351c7506431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纠错：“研究中国古代的多元一次方程组时，只记结论，不必区分条件、过程和依据。”这句话对吗？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当堂检测：数学史阅读记录应区分哪两类信息？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16829C7-01FD-450E-AF10-ABCFFC2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7BB124D-10DA-4467-A745-94873B7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B25472-938C-4A2D-9858-936A15FB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E874800-66D7-4668-85B7-006C257F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B4389E9-1178-4756-A626-DE71E8FF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4c0e1e7f2246f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小结参考：本课围绕“中国古代的多元一次方程组”，掌握中国古代消元思想、一次不定方程组问题，并能运用用现代语言解释古代算法。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基础：完成阅读记录与探究问题中的基础题并订正Q5、Q7 提升：当堂检测：数学史阅读记录应区分哪两类信息？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我能否：①准确表达中国古代消元思想；②运用用现代语言解释古代算法；③写清依据并检验？选择“会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1202719-D800-4DD5-920F-2D2BB33E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E74DF10-9E6D-4EC8-BD12-EEAC9A73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59EA0C3-DC00-4DD5-A303-42FF4CC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16CDD0-5A11-4F39-8AC0-FEED5B6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B268932-028F-45D4-882D-93304B03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2026-08-02T17:54:25.8240000Z</dcterms:created>
  <dcterms:modified xsi:type="dcterms:W3CDTF">2026-08-02T17:54:25.8240000Z</dcterms:modified>
</coreProperties>
</file>