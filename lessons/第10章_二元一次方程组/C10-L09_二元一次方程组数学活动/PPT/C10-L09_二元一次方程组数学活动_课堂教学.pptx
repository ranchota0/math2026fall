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b33f0626d3455a" /><Relationship Type="http://schemas.openxmlformats.org/officeDocument/2006/relationships/extended-properties" Target="/docProps/app.xml" Id="R81966def41c14044" /><Relationship Type="http://schemas.openxmlformats.org/officeDocument/2006/relationships/officeDocument" Target="/ppt/presentation.xml" Id="Rd5a9abac253846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b84f535c8d4401"/>
    <p:sldMasterId xmlns:r="http://schemas.openxmlformats.org/officeDocument/2006/relationships" id="2147483660" r:id="R9942fe937a5c4c66"/>
  </p:sldMasterIdLst>
  <p:notesMasterIdLst>
    <p:notesMasterId xmlns:r="http://schemas.openxmlformats.org/officeDocument/2006/relationships" r:id="R60b21ee44a6a4635"/>
  </p:notesMasterIdLst>
  <p:sldIdLst>
    <p:sldId xmlns:r="http://schemas.openxmlformats.org/officeDocument/2006/relationships" id="256" r:id="R567188a915324bb6"/>
    <p:sldId xmlns:r="http://schemas.openxmlformats.org/officeDocument/2006/relationships" id="257" r:id="Re1e6a55700bc47da"/>
    <p:sldId xmlns:r="http://schemas.openxmlformats.org/officeDocument/2006/relationships" id="258" r:id="Ra5d8514f537c4ad7"/>
    <p:sldId xmlns:r="http://schemas.openxmlformats.org/officeDocument/2006/relationships" id="259" r:id="R8dba9d6077304e16"/>
    <p:sldId xmlns:r="http://schemas.openxmlformats.org/officeDocument/2006/relationships" id="260" r:id="R8444899511c543d0"/>
    <p:sldId xmlns:r="http://schemas.openxmlformats.org/officeDocument/2006/relationships" id="261" r:id="R24f54babcda34e63"/>
    <p:sldId xmlns:r="http://schemas.openxmlformats.org/officeDocument/2006/relationships" id="262" r:id="R8e1040790e874809"/>
    <p:sldId xmlns:r="http://schemas.openxmlformats.org/officeDocument/2006/relationships" id="263" r:id="R71e5c220592844bf"/>
    <p:sldId xmlns:r="http://schemas.openxmlformats.org/officeDocument/2006/relationships" id="264" r:id="R994c3b467d094fc6"/>
    <p:sldId xmlns:r="http://schemas.openxmlformats.org/officeDocument/2006/relationships" id="265" r:id="R724cf4db04344dd7"/>
    <p:sldId xmlns:r="http://schemas.openxmlformats.org/officeDocument/2006/relationships" id="266" r:id="Rb76180f08b17425d"/>
    <p:sldId xmlns:r="http://schemas.openxmlformats.org/officeDocument/2006/relationships" id="267" r:id="R3eb620eb04304c13"/>
    <p:sldId xmlns:r="http://schemas.openxmlformats.org/officeDocument/2006/relationships" id="268" r:id="R22c16e51482b4032"/>
    <p:sldId xmlns:r="http://schemas.openxmlformats.org/officeDocument/2006/relationships" id="269" r:id="R8b5656999d83416b"/>
    <p:sldId xmlns:r="http://schemas.openxmlformats.org/officeDocument/2006/relationships" id="270" r:id="R496f59aac87141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da7f9d72b45b3" /><Relationship Type="http://schemas.openxmlformats.org/officeDocument/2006/relationships/slideMaster" Target="/ppt/slideMasters/slideMaster1.xml" Id="R00b84f535c8d4401" /><Relationship Type="http://schemas.openxmlformats.org/officeDocument/2006/relationships/slideMaster" Target="/ppt/slideMasters/slideMaster2.xml" Id="R9942fe937a5c4c66" /><Relationship Type="http://schemas.openxmlformats.org/officeDocument/2006/relationships/notesMaster" Target="/ppt/notesMasters/notesMaster1.xml" Id="R60b21ee44a6a4635" /><Relationship Type="http://schemas.openxmlformats.org/officeDocument/2006/relationships/presProps" Target="/ppt/presProps.xml" Id="Rf35028c5d17547b2" /><Relationship Type="http://schemas.openxmlformats.org/officeDocument/2006/relationships/viewProps" Target="/ppt/viewProps.xml" Id="Rd7a9bb5f445b4c7e" /><Relationship Type="http://schemas.openxmlformats.org/officeDocument/2006/relationships/tableStyles" Target="/ppt/tableStyles.xml" Id="R65ace429a9be4473" /><Relationship Type="http://schemas.openxmlformats.org/officeDocument/2006/relationships/slide" Target="/ppt/slides/slide1.xml" Id="R567188a915324bb6" /><Relationship Type="http://schemas.openxmlformats.org/officeDocument/2006/relationships/slide" Target="/ppt/slides/slide2.xml" Id="Re1e6a55700bc47da" /><Relationship Type="http://schemas.openxmlformats.org/officeDocument/2006/relationships/slide" Target="/ppt/slides/slide3.xml" Id="Ra5d8514f537c4ad7" /><Relationship Type="http://schemas.openxmlformats.org/officeDocument/2006/relationships/slide" Target="/ppt/slides/slide4.xml" Id="R8dba9d6077304e16" /><Relationship Type="http://schemas.openxmlformats.org/officeDocument/2006/relationships/slide" Target="/ppt/slides/slide5.xml" Id="R8444899511c543d0" /><Relationship Type="http://schemas.openxmlformats.org/officeDocument/2006/relationships/slide" Target="/ppt/slides/slide6.xml" Id="R24f54babcda34e63" /><Relationship Type="http://schemas.openxmlformats.org/officeDocument/2006/relationships/slide" Target="/ppt/slides/slide7.xml" Id="R8e1040790e874809" /><Relationship Type="http://schemas.openxmlformats.org/officeDocument/2006/relationships/slide" Target="/ppt/slides/slide8.xml" Id="R71e5c220592844bf" /><Relationship Type="http://schemas.openxmlformats.org/officeDocument/2006/relationships/slide" Target="/ppt/slides/slide9.xml" Id="R994c3b467d094fc6" /><Relationship Type="http://schemas.openxmlformats.org/officeDocument/2006/relationships/slide" Target="/ppt/slides/slide10.xml" Id="R724cf4db04344dd7" /><Relationship Type="http://schemas.openxmlformats.org/officeDocument/2006/relationships/slide" Target="/ppt/slides/slide11.xml" Id="Rb76180f08b17425d" /><Relationship Type="http://schemas.openxmlformats.org/officeDocument/2006/relationships/slide" Target="/ppt/slides/slide12.xml" Id="R3eb620eb04304c13" /><Relationship Type="http://schemas.openxmlformats.org/officeDocument/2006/relationships/slide" Target="/ppt/slides/slide13.xml" Id="R22c16e51482b4032" /><Relationship Type="http://schemas.openxmlformats.org/officeDocument/2006/relationships/slide" Target="/ppt/slides/slide14.xml" Id="R8b5656999d83416b" /><Relationship Type="http://schemas.openxmlformats.org/officeDocument/2006/relationships/slide" Target="/ppt/slides/slide15.xml" Id="R496f59aac87141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903a2442bc549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f6c14f0d734b78" /><Relationship Type="http://schemas.openxmlformats.org/officeDocument/2006/relationships/notesMaster" Target="/ppt/notesMasters/notesMaster1.xml" Id="R3360b54a2931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daebc148714d72" /><Relationship Type="http://schemas.openxmlformats.org/officeDocument/2006/relationships/notesMaster" Target="/ppt/notesMasters/notesMaster1.xml" Id="Rf3d2fbfd570b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e55ba1141c46bf" /><Relationship Type="http://schemas.openxmlformats.org/officeDocument/2006/relationships/notesMaster" Target="/ppt/notesMasters/notesMaster1.xml" Id="Rd03b9ac5c8ad4d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82635005db4479" /><Relationship Type="http://schemas.openxmlformats.org/officeDocument/2006/relationships/notesMaster" Target="/ppt/notesMasters/notesMaster1.xml" Id="Rfb771ffaa671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2650e60e934faf" /><Relationship Type="http://schemas.openxmlformats.org/officeDocument/2006/relationships/notesMaster" Target="/ppt/notesMasters/notesMaster1.xml" Id="Ra6f76ca35d0348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a8ae4a454947ce" /><Relationship Type="http://schemas.openxmlformats.org/officeDocument/2006/relationships/notesMaster" Target="/ppt/notesMasters/notesMaster1.xml" Id="R293e5bf710854e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0364fef8be4626" /><Relationship Type="http://schemas.openxmlformats.org/officeDocument/2006/relationships/notesMaster" Target="/ppt/notesMasters/notesMaster1.xml" Id="Ra17defbba1a44d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691a7c5f0a48af" /><Relationship Type="http://schemas.openxmlformats.org/officeDocument/2006/relationships/notesMaster" Target="/ppt/notesMasters/notesMaster1.xml" Id="R76b530e1743941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a5110f7b064dc2" /><Relationship Type="http://schemas.openxmlformats.org/officeDocument/2006/relationships/notesMaster" Target="/ppt/notesMasters/notesMaster1.xml" Id="R85747e2c5dc341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f01158bdaa4fde" /><Relationship Type="http://schemas.openxmlformats.org/officeDocument/2006/relationships/notesMaster" Target="/ppt/notesMasters/notesMaster1.xml" Id="R79711c96451648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d591ef1cca4a0c" /><Relationship Type="http://schemas.openxmlformats.org/officeDocument/2006/relationships/notesMaster" Target="/ppt/notesMasters/notesMaster1.xml" Id="Rc537f7fe25314c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fe00490f8e4627" /><Relationship Type="http://schemas.openxmlformats.org/officeDocument/2006/relationships/notesMaster" Target="/ppt/notesMasters/notesMaster1.xml" Id="R2ae4864e4a474b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b96a48ffef4a6a" /><Relationship Type="http://schemas.openxmlformats.org/officeDocument/2006/relationships/notesMaster" Target="/ppt/notesMasters/notesMaster1.xml" Id="Rccc4b11a198142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1ba5c90b1648b4" /><Relationship Type="http://schemas.openxmlformats.org/officeDocument/2006/relationships/notesMaster" Target="/ppt/notesMasters/notesMaster1.xml" Id="Rddd2ac36266e4d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1b840b0e7b46a7" /><Relationship Type="http://schemas.openxmlformats.org/officeDocument/2006/relationships/notesMaster" Target="/ppt/notesMasters/notesMaster1.xml" Id="R30060985e0504d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从教材印刷页115—116进入《二元一次方程组数学活动》。说明本课在第10章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人教版《义务教育教科书·数学七年级下册》，印刷页115—116。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形成第一个核心概念：方程组建模。要求学生标出对象、条件、表示和作用。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形成第二个核心概念或方法：数据与关系探究。与前一概念对比，避免相近知识混淆。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呈现Q4，保留独立思考时间。题型对应教材印刷页115—116的例题或典型任务。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人教版《义务教育教科书·数学七年级下册》，印刷页115—116。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f26bea08440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71b4ab23d4b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eb85a4aa247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0dfa2b91844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8b2ad6f1941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96e28a04e4ab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0757a8c7746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1019846054af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b8c40a0bd43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769cf6d3240a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31165df614be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aa30f60e884f0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dbdc8ddf85452c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b11e8d0c5a4be1" /><Relationship Type="http://schemas.openxmlformats.org/officeDocument/2006/relationships/slideLayout" Target="/ppt/slideLayouts/slideLayout1.xml" Id="Rac80c92cc9914214" /><Relationship Type="http://schemas.openxmlformats.org/officeDocument/2006/relationships/slideLayout" Target="/ppt/slideLayouts/slideLayout2.xml" Id="R4e5218ebb0f34eff" /><Relationship Type="http://schemas.openxmlformats.org/officeDocument/2006/relationships/slideLayout" Target="/ppt/slideLayouts/slideLayout3.xml" Id="R68e667dba5df4036" /><Relationship Type="http://schemas.openxmlformats.org/officeDocument/2006/relationships/slideLayout" Target="/ppt/slideLayouts/slideLayout4.xml" Id="R5fd91bb8dafd4ff2" /><Relationship Type="http://schemas.openxmlformats.org/officeDocument/2006/relationships/slideLayout" Target="/ppt/slideLayouts/slideLayout5.xml" Id="R967d739854b24525" /><Relationship Type="http://schemas.openxmlformats.org/officeDocument/2006/relationships/slideLayout" Target="/ppt/slideLayouts/slideLayout6.xml" Id="R891a63734c3541c1" /><Relationship Type="http://schemas.openxmlformats.org/officeDocument/2006/relationships/slideLayout" Target="/ppt/slideLayouts/slideLayout7.xml" Id="Rf905fe987b5848ca" /><Relationship Type="http://schemas.openxmlformats.org/officeDocument/2006/relationships/slideLayout" Target="/ppt/slideLayouts/slideLayout8.xml" Id="R9913695422ed4e9c" /><Relationship Type="http://schemas.openxmlformats.org/officeDocument/2006/relationships/slideLayout" Target="/ppt/slideLayouts/slideLayout9.xml" Id="R7bff330446134238" /><Relationship Type="http://schemas.openxmlformats.org/officeDocument/2006/relationships/slideLayout" Target="/ppt/slideLayouts/slideLayout10.xml" Id="R5c1f30f02c9e4873" /><Relationship Type="http://schemas.openxmlformats.org/officeDocument/2006/relationships/slideLayout" Target="/ppt/slideLayouts/slideLayout11.xml" Id="Rd88fd48c76d7421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9e29bf0dc704406" /><Relationship Type="http://schemas.openxmlformats.org/officeDocument/2006/relationships/slideLayout" Target="/ppt/slideLayouts/slideLayout12.xml" Id="Rafe7300e671049c5" /><Relationship Type="http://schemas.openxmlformats.org/officeDocument/2006/relationships/slideLayout" Target="/ppt/slideLayouts/slideLayout13.xml" Id="Re1bd8c8eebf84c5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80c92cc9914214"/>
    <p:sldLayoutId xmlns:r="http://schemas.openxmlformats.org/officeDocument/2006/relationships" id="2147483650" r:id="R4e5218ebb0f34eff"/>
    <p:sldLayoutId xmlns:r="http://schemas.openxmlformats.org/officeDocument/2006/relationships" id="2147483651" r:id="R68e667dba5df4036"/>
    <p:sldLayoutId xmlns:r="http://schemas.openxmlformats.org/officeDocument/2006/relationships" id="2147483652" r:id="R5fd91bb8dafd4ff2"/>
    <p:sldLayoutId xmlns:r="http://schemas.openxmlformats.org/officeDocument/2006/relationships" id="2147483653" r:id="R967d739854b24525"/>
    <p:sldLayoutId xmlns:r="http://schemas.openxmlformats.org/officeDocument/2006/relationships" id="2147483654" r:id="R891a63734c3541c1"/>
    <p:sldLayoutId xmlns:r="http://schemas.openxmlformats.org/officeDocument/2006/relationships" id="2147483655" r:id="Rf905fe987b5848ca"/>
    <p:sldLayoutId xmlns:r="http://schemas.openxmlformats.org/officeDocument/2006/relationships" id="2147483656" r:id="R9913695422ed4e9c"/>
    <p:sldLayoutId xmlns:r="http://schemas.openxmlformats.org/officeDocument/2006/relationships" id="2147483657" r:id="R7bff330446134238"/>
    <p:sldLayoutId xmlns:r="http://schemas.openxmlformats.org/officeDocument/2006/relationships" id="2147483658" r:id="R5c1f30f02c9e4873"/>
    <p:sldLayoutId xmlns:r="http://schemas.openxmlformats.org/officeDocument/2006/relationships" id="2147483659" r:id="Rd88fd48c76d7421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fe7300e671049c5"/>
    <p:sldLayoutId xmlns:r="http://schemas.openxmlformats.org/officeDocument/2006/relationships" id="2147483662" r:id="Re1bd8c8eebf84c5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55148909594132" /><Relationship Type="http://schemas.openxmlformats.org/officeDocument/2006/relationships/image" Target="/ppt/media/image.jpeg" Id="R2498531329be4b9c" /><Relationship Type="http://schemas.openxmlformats.org/officeDocument/2006/relationships/notesSlide" Target="/ppt/notesSlides/notesSlide1.xml" Id="R74191b3da1e84b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15223bdbad54790" /><Relationship Type="http://schemas.openxmlformats.org/officeDocument/2006/relationships/image" Target="/ppt/media/image2.jpeg" Id="R9cca212353304968" /><Relationship Type="http://schemas.openxmlformats.org/officeDocument/2006/relationships/image" Target="/ppt/media/image.svg" Id="Rd554f45877694689" /><Relationship Type="http://schemas.openxmlformats.org/officeDocument/2006/relationships/image" Target="/ppt/media/image.jpeg" Id="R1768e40cbc5e4310" /><Relationship Type="http://schemas.openxmlformats.org/officeDocument/2006/relationships/image" Target="/ppt/media/image2.svg" Id="Raa329cbe134549c6" /><Relationship Type="http://schemas.openxmlformats.org/officeDocument/2006/relationships/image" Target="/ppt/media/image3.jpeg" Id="Rb29cbffd3a3b4456" /><Relationship Type="http://schemas.openxmlformats.org/officeDocument/2006/relationships/image" Target="/ppt/media/image3.svg" Id="Rfa4a9ddbc2a34dda" /><Relationship Type="http://schemas.openxmlformats.org/officeDocument/2006/relationships/image" Target="/ppt/media/image4.jpeg" Id="R59af752be6b840b9" /><Relationship Type="http://schemas.openxmlformats.org/officeDocument/2006/relationships/image" Target="/ppt/media/image4.svg" Id="R88566f48ae1b4893" /><Relationship Type="http://schemas.openxmlformats.org/officeDocument/2006/relationships/notesSlide" Target="/ppt/notesSlides/notesSlide2.xml" Id="Rcb2c77af7cf1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19a4a4cc1834aeb" /><Relationship Type="http://schemas.openxmlformats.org/officeDocument/2006/relationships/image" Target="/ppt/media/image2.jpeg" Id="Rf0bb1a9fcf5f45ab" /><Relationship Type="http://schemas.openxmlformats.org/officeDocument/2006/relationships/notesSlide" Target="/ppt/notesSlides/notesSlide3.xml" Id="Rbf0e37941ec74e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7b1b7338384a33" /><Relationship Type="http://schemas.openxmlformats.org/officeDocument/2006/relationships/image" Target="/ppt/media/image2.jpeg" Id="R88b5956db764480e" /><Relationship Type="http://schemas.openxmlformats.org/officeDocument/2006/relationships/notesSlide" Target="/ppt/notesSlides/notesSlide4.xml" Id="R9a9cb669cac247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7389518ce844e2" /><Relationship Type="http://schemas.openxmlformats.org/officeDocument/2006/relationships/image" Target="/ppt/media/image2.jpeg" Id="Rbe7db6dc542e42d3" /><Relationship Type="http://schemas.openxmlformats.org/officeDocument/2006/relationships/notesSlide" Target="/ppt/notesSlides/notesSlide5.xml" Id="R2fc0a0d7560c48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fca64c13c74482" /><Relationship Type="http://schemas.openxmlformats.org/officeDocument/2006/relationships/image" Target="/ppt/media/image2.jpeg" Id="R22ec15f8d92f499c" /><Relationship Type="http://schemas.openxmlformats.org/officeDocument/2006/relationships/notesSlide" Target="/ppt/notesSlides/notesSlide6.xml" Id="R035fafed167340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93c5c878be47b9" /><Relationship Type="http://schemas.openxmlformats.org/officeDocument/2006/relationships/image" Target="/ppt/media/image2.jpeg" Id="R102021d8696e4360" /><Relationship Type="http://schemas.openxmlformats.org/officeDocument/2006/relationships/notesSlide" Target="/ppt/notesSlides/notesSlide7.xml" Id="R8765eff266a54a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114fecb9ebb48f4" /><Relationship Type="http://schemas.openxmlformats.org/officeDocument/2006/relationships/image" Target="/ppt/media/image2.jpeg" Id="R94d74dc95e344c63" /><Relationship Type="http://schemas.openxmlformats.org/officeDocument/2006/relationships/notesSlide" Target="/ppt/notesSlides/notesSlide8.xml" Id="R02dde01362f94c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eecde0c904746cc" /><Relationship Type="http://schemas.openxmlformats.org/officeDocument/2006/relationships/image" Target="/ppt/media/image2.jpeg" Id="R6f2d774cfba14bc8" /><Relationship Type="http://schemas.openxmlformats.org/officeDocument/2006/relationships/notesSlide" Target="/ppt/notesSlides/notesSlide9.xml" Id="R5c14c984d25748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a8b0efd4c1f4fe8" /><Relationship Type="http://schemas.openxmlformats.org/officeDocument/2006/relationships/image" Target="/ppt/media/image2.jpeg" Id="R4e2e89cf6cb145e9" /><Relationship Type="http://schemas.openxmlformats.org/officeDocument/2006/relationships/notesSlide" Target="/ppt/notesSlides/notesSlide10.xml" Id="R452550ddc73a44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8aae05d656340db" /><Relationship Type="http://schemas.openxmlformats.org/officeDocument/2006/relationships/image" Target="/ppt/media/image2.jpeg" Id="Rb384df5b3db54027" /><Relationship Type="http://schemas.openxmlformats.org/officeDocument/2006/relationships/notesSlide" Target="/ppt/notesSlides/notesSlide11.xml" Id="R2b36370020c940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142f018c454543" /><Relationship Type="http://schemas.openxmlformats.org/officeDocument/2006/relationships/image" Target="/ppt/media/image2.jpeg" Id="R9818706b17564c49" /><Relationship Type="http://schemas.openxmlformats.org/officeDocument/2006/relationships/notesSlide" Target="/ppt/notesSlides/notesSlide12.xml" Id="R9a671afb6a1f4d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76c5f7a08041de" /><Relationship Type="http://schemas.openxmlformats.org/officeDocument/2006/relationships/image" Target="/ppt/media/image2.jpeg" Id="Rc4f9193c8caf49d7" /><Relationship Type="http://schemas.openxmlformats.org/officeDocument/2006/relationships/notesSlide" Target="/ppt/notesSlides/notesSlide13.xml" Id="R3a1a0396041546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af5e1b7f7614abf" /><Relationship Type="http://schemas.openxmlformats.org/officeDocument/2006/relationships/image" Target="/ppt/media/image2.jpeg" Id="R77e9c280db494d13" /><Relationship Type="http://schemas.openxmlformats.org/officeDocument/2006/relationships/notesSlide" Target="/ppt/notesSlides/notesSlide14.xml" Id="Rb1a1eca4d64346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0595690fb874c7e" /><Relationship Type="http://schemas.openxmlformats.org/officeDocument/2006/relationships/image" Target="/ppt/media/image5.jpeg" Id="R7b79e1658d1f43ea" /><Relationship Type="http://schemas.openxmlformats.org/officeDocument/2006/relationships/notesSlide" Target="/ppt/notesSlides/notesSlide15.xml" Id="Rcac52da4ab6e4f31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498531329be4b9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数学活动 二元一次方程组数学活动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教材印刷页115—116 · 活动课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cca21235330496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8e40cbc5e4310">
            <a:extLst>
              <a:ext uri="{96DAC541-7B7A-43D3-8B79-37D633B846F1}">
                <asvg:svgBlip xmlns:asvg="http://schemas.microsoft.com/office/drawing/2016/SVG/main" r:embed="Rd554f458776946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通过阅读、观察或操作，准确说出方程组建模、数据与关系探究的含义、表示或基本步骤。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a212353304968">
            <a:extLst>
              <a:ext uri="{96DAC541-7B7A-43D3-8B79-37D633B846F1}">
                <asvg:svgBlip xmlns:asvg="http://schemas.microsoft.com/office/drawing/2016/SVG/main" r:embed="Raa329cbe134549c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在Q2—Q4中运用“合作完成建模、求解和解释”，能用完整语言、式子、图形或图表说明依据。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cbffd3a3b4456">
            <a:extLst>
              <a:ext uri="{96DAC541-7B7A-43D3-8B79-37D633B846F1}">
                <asvg:svgBlip xmlns:asvg="http://schemas.microsoft.com/office/drawing/2016/SVG/main" r:embed="Rfa4a9ddbc2a34d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在基础与变式练习中运用“合作完成建模、求解和解释”解决同类问题，并对结果进行检验。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f752be6b840b9">
            <a:extLst>
              <a:ext uri="{96DAC541-7B7A-43D3-8B79-37D633B846F1}">
                <asvg:svgBlip xmlns:asvg="http://schemas.microsoft.com/office/drawing/2016/SVG/main" r:embed="R88566f48ae1b48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0bb1a9fcf5f45a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对应印刷页115—116。先读图、读表或读题，圈出已知和所求。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调用学生已经学习第十章新授内容，具备基本观察、计算、作图或整理数据的经验。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聚焦方程组建模、数据与关系探究、关键方法，不急于抄结论。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3B095FB-7F87-4B8A-B4AD-F2FD1CC7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B2398E84-3BB1-4DF3-9ACC-D3283C1D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067C179-4468-43B4-8B74-9E7C2A58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D61E87F-0B9B-426A-91E0-29AB8B93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7A8FBF0-2A9A-4318-9AE4-56B2F616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074FCE7-A6F6-45B4-9ACA-F540E169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D296B0A8-A567-411D-881D-F18AFCF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4E7E80-37F3-429D-A658-3A5DF4CC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BA8AE9C-2227-4A6C-853A-27E63B02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1836E870-F54F-4BDE-BDA8-BF4DD25B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16065EB-6FDA-41ED-A4FD-EDEDD1D3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3D68B2B-83A0-408B-A3E1-DF157E13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D7116E-59A7-4804-B9E7-C13D3C7A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87F134B-FF3D-464A-83A3-87B3E015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528E38D-A86D-45F5-BF02-751AB49D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5A02775-E974-478A-89F1-5AAFE744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E28B8FE5-5887-4B99-9269-9DA4B0F7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9312C35-D114-4EA4-B3B6-8592DE30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5AFA226-AA48-4843-B123-B9619585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53E969B0-A524-491F-B6F6-9A19DD3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b5956db764480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旧知回顾：回顾“第十章新授内容”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回顾“第十章新授内容”：写出一条与本课有关的定义、性质或计算规则。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参考要点：正确表述“第十章新授内容”的核心含义，并说明它与“方程组建模”的联系。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DA46C1F-AB2E-4466-9E3A-75AF3424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8DF54BF-1574-4541-85B9-7E859BB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AC503F7-0FEF-4811-9644-2E64CAB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93B6414-1763-453A-BA2D-2B5B07E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CA600AC-B297-4350-AEDA-5A2F8D03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e7db6dc542e42d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阅读教材印刷页115—116，圈出“方程组建模、数据与关系探究”，分别用一句话记录它们解决什么问题。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小组探究：围绕“评价模型是否符合实际”设计一次观察、操作或推理，记录现象、猜想和验证依据。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围绕“合作完成建模、求解和解释”说明理由；同伴只追问条件和依据。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2B559C3-DF12-4A67-91FA-39486125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13B5E2A9-1286-4DD4-8C1C-FF3FA83A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BF6FC62-591B-458D-897E-9FC420D0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E04D7BF-AEA5-427D-A31F-B1BD302C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E2EEDAC0-AC2C-4D91-A5B5-E4035277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2ec15f8d92f499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概念一：方程组建模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方程组建模：按教材明确其定义、条件、表示、性质或步骤。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D2F586F-D8B1-465B-BA55-E2BE17F0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CE27695-331A-4794-AD64-B9B44453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9F4F472-A985-466B-BF3F-D91207EE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7639BFD-6005-42A3-B3FA-1743EDFB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C08CE3D3-1008-4FDF-88B0-7501D762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02021d8696e436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概念二：数据与关系探究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数据与关系探究：按教材明确其定义、条件、表示、性质或步骤。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易错提醒：评价模型是否符合实际。先审条件，再使用结论。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6A42EC4-7EAC-498A-B732-20711BA8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54741AC3-BE6C-467E-AF52-E5FFD8FA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8DFB797-D051-4E52-A1D9-AE098D76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64A302B-C185-4D37-81C7-2AC24AB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03AA5CA0-2072-4418-8AD0-C707F794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4d74dc95e344c6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小组探究：围绕“评价模型是否符合实际”设计一次观察、操作或推理，记录现象、猜想和验证依据。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参考思路：先明确条件，再围绕“合作完成建模、求解和解释”形成猜想，最后用定义、计算、图表或反例验证。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914B626-4161-4BA3-B690-A1848CEC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862682C-F2C1-488D-8177-75EB229B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C3640D6-9EEA-4997-9531-C5FF209A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A380388-6A8E-48A4-BE40-DC4FC6AB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BA2E5908-4B9C-4743-998C-8CC74189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f2d774cfba14bc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只记“方程组建模”的结论，不检查适用条件。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把“合作完成建模、求解和解释”与相近概念或逆命题混淆。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e2e89cf6cb145e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教材例题：例题（对应教材第115—116页数学活动）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例题（对应教材第115—116页数学活动）：设计一个含两个未知量的校园消费调查问题，列出方程组并说明数据来源。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选用合作完成建模、求解和解释；3.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教材印刷页115—116：先思考，再对照规范解答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9D92CEF-FC45-471F-A740-DC0060DB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0A19860-DDA7-4296-94F5-022F6AD5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4C2E3B0-3E1E-433F-A35F-FD0439AA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F8545D8-40EA-4EA8-A7A7-9ED3B85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20A40DA1-79E4-4CF1-9301-7780E01A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384df5b3db5402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选择“合作完成建模、求解和解释”对应的方法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示例：两种午餐共40份，总价360元，单价分别8元和10元；设份数x、y，列x+y=40，8x+10y=360。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没有先确认“合作完成建模、求解和解释”的条件，或只写结果不写依据。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8D2F61F-4F54-4C70-8003-B0E52F91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0BB4E5D-EFCC-4A7E-B1D9-0866B213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09D3F62-1E53-4B5D-B308-674552B5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E2475DB-BB7C-40A8-8E7F-A798FF85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1190EBD9-C0C4-4266-B34A-E227335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818706b17564c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基础辨析：判断“使用‘方程组建模’时不需要检查条件，只要结论看起来合理即可”，并说明理由。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变式练习：把Q4的一个条件、数据或表示方式作合理改变，仍用“合作完成建模、求解和解释”解决，并写出检验。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5029937-96C9-435B-AE2C-7B3A418F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B9E37E1-0311-44DA-87C6-D087121B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85AE6F2-E553-4EAF-9169-0AF5E17A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8F49810-1EE6-4ACB-A9C8-05E9D951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7A2D9F2-94B1-4918-952B-C1A99158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4f9193c8caf49d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变式练习：把Q4的一个条件、数据或表示方式作合理改变，仍用“合作完成建模、求解和解释”解决，并写出检验。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答案不唯一。评价要点：改变后的条件完整；方法仍属于“合作完成建模、求解和解释”；过程正确；检验与新条件一致。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BBB51CD-00E4-4C5E-9D69-3D9F5F1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AF5C655B-1454-40EA-8731-18B1956C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89DD898-48DD-47A7-BEFC-42A0ECD5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0E7B507-41AA-409B-A7BC-86B7D8DA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A1854714-A646-46BB-861B-F4D972DC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7e9c280db494d1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纠错：“研究二元一次方程组数学活动时，只记结论，不必区分条件、过程和依据。”这句话对吗？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当堂检测：活动报告怎样证明所列方程组与情境对应？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60A9174-CA9F-4DB8-B100-E8610FF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E0CB56F-901C-4577-A8D5-F9E885B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4413B29-9E6D-4C21-A663-8E22A002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B505A41-1E00-4404-A993-D18D6B58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26A51797-9818-43C3-86D5-111C2D99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b79e1658d1f43e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小结参考：本课围绕“二元一次方程组数学活动”，掌握方程组建模、数据与关系探究，并能运用合作完成建模、求解和解释。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基础：完成活动记录与展示中的基础题并订正Q5、Q7 提升：当堂检测：活动报告怎样证明所列方程组与情境对应？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我能否：①准确表达方程组建模；②运用合作完成建模、求解和解释；③写清依据并检验？选择“会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AB7D7A2-0AA1-483C-A57A-5885708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17A27327-9DF1-4B16-B4E8-BDF0CDB9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055C246-66C1-49B3-8A48-45FD9821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A61F51A-614B-474A-B4C4-573D425C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A6919E86-BF46-4C18-8239-C1C4AC5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2026-08-02T17:54:26.6870000Z</dcterms:created>
  <dcterms:modified xsi:type="dcterms:W3CDTF">2026-08-02T17:54:26.6870000Z</dcterms:modified>
</coreProperties>
</file>