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ad180524934ca8" /><Relationship Type="http://schemas.openxmlformats.org/officeDocument/2006/relationships/extended-properties" Target="/docProps/app.xml" Id="R1cac2e3dd6884547" /><Relationship Type="http://schemas.openxmlformats.org/officeDocument/2006/relationships/officeDocument" Target="/ppt/presentation.xml" Id="R19403864efbb41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1c561676a9491b"/>
    <p:sldMasterId xmlns:r="http://schemas.openxmlformats.org/officeDocument/2006/relationships" id="2147483660" r:id="Rc58fbb0b07e84529"/>
  </p:sldMasterIdLst>
  <p:notesMasterIdLst>
    <p:notesMasterId xmlns:r="http://schemas.openxmlformats.org/officeDocument/2006/relationships" r:id="Rb9b3d65ea0af46b3"/>
  </p:notesMasterIdLst>
  <p:sldIdLst>
    <p:sldId xmlns:r="http://schemas.openxmlformats.org/officeDocument/2006/relationships" id="256" r:id="Rb495390982044419"/>
    <p:sldId xmlns:r="http://schemas.openxmlformats.org/officeDocument/2006/relationships" id="257" r:id="R8030c23c6bfd4bbe"/>
    <p:sldId xmlns:r="http://schemas.openxmlformats.org/officeDocument/2006/relationships" id="258" r:id="R3c593cccb17b4482"/>
    <p:sldId xmlns:r="http://schemas.openxmlformats.org/officeDocument/2006/relationships" id="259" r:id="Raf204a169ce44e43"/>
    <p:sldId xmlns:r="http://schemas.openxmlformats.org/officeDocument/2006/relationships" id="260" r:id="R4ae16312518b4853"/>
    <p:sldId xmlns:r="http://schemas.openxmlformats.org/officeDocument/2006/relationships" id="261" r:id="R809b0197058c4a3d"/>
    <p:sldId xmlns:r="http://schemas.openxmlformats.org/officeDocument/2006/relationships" id="262" r:id="R48e995d493794884"/>
    <p:sldId xmlns:r="http://schemas.openxmlformats.org/officeDocument/2006/relationships" id="263" r:id="Rbb35a3e4900c4a2d"/>
    <p:sldId xmlns:r="http://schemas.openxmlformats.org/officeDocument/2006/relationships" id="264" r:id="R4eeebcd08ab74ee2"/>
    <p:sldId xmlns:r="http://schemas.openxmlformats.org/officeDocument/2006/relationships" id="265" r:id="R1cb12001de6d4abd"/>
    <p:sldId xmlns:r="http://schemas.openxmlformats.org/officeDocument/2006/relationships" id="266" r:id="R3ada4df1fa7749c6"/>
    <p:sldId xmlns:r="http://schemas.openxmlformats.org/officeDocument/2006/relationships" id="267" r:id="R77c326b669714fbd"/>
    <p:sldId xmlns:r="http://schemas.openxmlformats.org/officeDocument/2006/relationships" id="268" r:id="R35425cbc440d4e49"/>
    <p:sldId xmlns:r="http://schemas.openxmlformats.org/officeDocument/2006/relationships" id="269" r:id="R606d385105254670"/>
    <p:sldId xmlns:r="http://schemas.openxmlformats.org/officeDocument/2006/relationships" id="270" r:id="Rac3c795a6c8a47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94c8e33445429b" /><Relationship Type="http://schemas.openxmlformats.org/officeDocument/2006/relationships/slideMaster" Target="/ppt/slideMasters/slideMaster1.xml" Id="Rc41c561676a9491b" /><Relationship Type="http://schemas.openxmlformats.org/officeDocument/2006/relationships/slideMaster" Target="/ppt/slideMasters/slideMaster2.xml" Id="Rc58fbb0b07e84529" /><Relationship Type="http://schemas.openxmlformats.org/officeDocument/2006/relationships/notesMaster" Target="/ppt/notesMasters/notesMaster1.xml" Id="Rb9b3d65ea0af46b3" /><Relationship Type="http://schemas.openxmlformats.org/officeDocument/2006/relationships/presProps" Target="/ppt/presProps.xml" Id="R351e068a9b194526" /><Relationship Type="http://schemas.openxmlformats.org/officeDocument/2006/relationships/viewProps" Target="/ppt/viewProps.xml" Id="R110fc2ec41c54808" /><Relationship Type="http://schemas.openxmlformats.org/officeDocument/2006/relationships/tableStyles" Target="/ppt/tableStyles.xml" Id="R5fde8f66147c4fc8" /><Relationship Type="http://schemas.openxmlformats.org/officeDocument/2006/relationships/slide" Target="/ppt/slides/slide1.xml" Id="Rb495390982044419" /><Relationship Type="http://schemas.openxmlformats.org/officeDocument/2006/relationships/slide" Target="/ppt/slides/slide2.xml" Id="R8030c23c6bfd4bbe" /><Relationship Type="http://schemas.openxmlformats.org/officeDocument/2006/relationships/slide" Target="/ppt/slides/slide3.xml" Id="R3c593cccb17b4482" /><Relationship Type="http://schemas.openxmlformats.org/officeDocument/2006/relationships/slide" Target="/ppt/slides/slide4.xml" Id="Raf204a169ce44e43" /><Relationship Type="http://schemas.openxmlformats.org/officeDocument/2006/relationships/slide" Target="/ppt/slides/slide5.xml" Id="R4ae16312518b4853" /><Relationship Type="http://schemas.openxmlformats.org/officeDocument/2006/relationships/slide" Target="/ppt/slides/slide6.xml" Id="R809b0197058c4a3d" /><Relationship Type="http://schemas.openxmlformats.org/officeDocument/2006/relationships/slide" Target="/ppt/slides/slide7.xml" Id="R48e995d493794884" /><Relationship Type="http://schemas.openxmlformats.org/officeDocument/2006/relationships/slide" Target="/ppt/slides/slide8.xml" Id="Rbb35a3e4900c4a2d" /><Relationship Type="http://schemas.openxmlformats.org/officeDocument/2006/relationships/slide" Target="/ppt/slides/slide9.xml" Id="R4eeebcd08ab74ee2" /><Relationship Type="http://schemas.openxmlformats.org/officeDocument/2006/relationships/slide" Target="/ppt/slides/slide10.xml" Id="R1cb12001de6d4abd" /><Relationship Type="http://schemas.openxmlformats.org/officeDocument/2006/relationships/slide" Target="/ppt/slides/slide11.xml" Id="R3ada4df1fa7749c6" /><Relationship Type="http://schemas.openxmlformats.org/officeDocument/2006/relationships/slide" Target="/ppt/slides/slide12.xml" Id="R77c326b669714fbd" /><Relationship Type="http://schemas.openxmlformats.org/officeDocument/2006/relationships/slide" Target="/ppt/slides/slide13.xml" Id="R35425cbc440d4e49" /><Relationship Type="http://schemas.openxmlformats.org/officeDocument/2006/relationships/slide" Target="/ppt/slides/slide14.xml" Id="R606d385105254670" /><Relationship Type="http://schemas.openxmlformats.org/officeDocument/2006/relationships/slide" Target="/ppt/slides/slide15.xml" Id="Rac3c795a6c8a47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2ecf050895946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7b680546ef4fd8" /><Relationship Type="http://schemas.openxmlformats.org/officeDocument/2006/relationships/notesMaster" Target="/ppt/notesMasters/notesMaster1.xml" Id="R4b05c9f16bef4a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dd7fb3f70d4014" /><Relationship Type="http://schemas.openxmlformats.org/officeDocument/2006/relationships/notesMaster" Target="/ppt/notesMasters/notesMaster1.xml" Id="Rf9b0da600d9743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65f4cd3b3b4cc6" /><Relationship Type="http://schemas.openxmlformats.org/officeDocument/2006/relationships/notesMaster" Target="/ppt/notesMasters/notesMaster1.xml" Id="R8a056c1c052543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543fcdd9914d24" /><Relationship Type="http://schemas.openxmlformats.org/officeDocument/2006/relationships/notesMaster" Target="/ppt/notesMasters/notesMaster1.xml" Id="Rd29b52fd9a7a43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3ee3a05bc14807" /><Relationship Type="http://schemas.openxmlformats.org/officeDocument/2006/relationships/notesMaster" Target="/ppt/notesMasters/notesMaster1.xml" Id="R31850f42437d42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32648516d8454f" /><Relationship Type="http://schemas.openxmlformats.org/officeDocument/2006/relationships/notesMaster" Target="/ppt/notesMasters/notesMaster1.xml" Id="Reb7586b7eb4945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bd1f4a78774554" /><Relationship Type="http://schemas.openxmlformats.org/officeDocument/2006/relationships/notesMaster" Target="/ppt/notesMasters/notesMaster1.xml" Id="Red5af5a7e52448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b4501453c64e5a" /><Relationship Type="http://schemas.openxmlformats.org/officeDocument/2006/relationships/notesMaster" Target="/ppt/notesMasters/notesMaster1.xml" Id="R14ce865f3a6b41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1226ec1fd64ae5" /><Relationship Type="http://schemas.openxmlformats.org/officeDocument/2006/relationships/notesMaster" Target="/ppt/notesMasters/notesMaster1.xml" Id="Rc8c887a5240044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e9d2e8d62a4cc1" /><Relationship Type="http://schemas.openxmlformats.org/officeDocument/2006/relationships/notesMaster" Target="/ppt/notesMasters/notesMaster1.xml" Id="R8c515299749145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c71e741c1444a9" /><Relationship Type="http://schemas.openxmlformats.org/officeDocument/2006/relationships/notesMaster" Target="/ppt/notesMasters/notesMaster1.xml" Id="R039bf0f9591c48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6383013dd84719" /><Relationship Type="http://schemas.openxmlformats.org/officeDocument/2006/relationships/notesMaster" Target="/ppt/notesMasters/notesMaster1.xml" Id="R6be3950dc1714e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c1d0db3afd43d2" /><Relationship Type="http://schemas.openxmlformats.org/officeDocument/2006/relationships/notesMaster" Target="/ppt/notesMasters/notesMaster1.xml" Id="R45bb7a6c796f49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fc0038d3204339" /><Relationship Type="http://schemas.openxmlformats.org/officeDocument/2006/relationships/notesMaster" Target="/ppt/notesMasters/notesMaster1.xml" Id="R4bca86bdd90f48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213c10a9514195" /><Relationship Type="http://schemas.openxmlformats.org/officeDocument/2006/relationships/notesMaster" Target="/ppt/notesMasters/notesMaster1.xml" Id="R190093e7c15b41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从教材印刷页91—94进入《代入消元法》。说明本课在第10章 二元一次方程组中的位置。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人教版《义务教育教科书·数学七年级下册》，印刷页91—94。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形成第一个核心概念：消元思想。要求学生标出对象、条件、表示和作用。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形成第二个核心概念或方法：代入消元法。与前一概念对比，避免相近知识混淆。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呈现Q4，保留独立思考时间。题型对应教材印刷页91—94的例题或典型任务。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人教版《义务教育教科书·数学七年级下册》，印刷页91—94。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289b4cff242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10a89230046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ca6bc7be748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43773943a649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1e162d8b042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c5d3df5824c0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b06f17b0b4d4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286e0ba2c4b4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b61de66a17461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8fbf474f446a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1b0519ab14be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0908577db045c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f761150e8a4f93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f87c8fbdd646fa" /><Relationship Type="http://schemas.openxmlformats.org/officeDocument/2006/relationships/slideLayout" Target="/ppt/slideLayouts/slideLayout1.xml" Id="R7e8f3c490bcf4b77" /><Relationship Type="http://schemas.openxmlformats.org/officeDocument/2006/relationships/slideLayout" Target="/ppt/slideLayouts/slideLayout2.xml" Id="Ra8e735c4eaf840c0" /><Relationship Type="http://schemas.openxmlformats.org/officeDocument/2006/relationships/slideLayout" Target="/ppt/slideLayouts/slideLayout3.xml" Id="R1132696348b64a06" /><Relationship Type="http://schemas.openxmlformats.org/officeDocument/2006/relationships/slideLayout" Target="/ppt/slideLayouts/slideLayout4.xml" Id="R6e936d9d4d284d61" /><Relationship Type="http://schemas.openxmlformats.org/officeDocument/2006/relationships/slideLayout" Target="/ppt/slideLayouts/slideLayout5.xml" Id="Rcf262110341744e2" /><Relationship Type="http://schemas.openxmlformats.org/officeDocument/2006/relationships/slideLayout" Target="/ppt/slideLayouts/slideLayout6.xml" Id="R5a5295d66cc241d5" /><Relationship Type="http://schemas.openxmlformats.org/officeDocument/2006/relationships/slideLayout" Target="/ppt/slideLayouts/slideLayout7.xml" Id="Rca291d2d7177470a" /><Relationship Type="http://schemas.openxmlformats.org/officeDocument/2006/relationships/slideLayout" Target="/ppt/slideLayouts/slideLayout8.xml" Id="R853fd34d53d34fa3" /><Relationship Type="http://schemas.openxmlformats.org/officeDocument/2006/relationships/slideLayout" Target="/ppt/slideLayouts/slideLayout9.xml" Id="R75f56d541fc04585" /><Relationship Type="http://schemas.openxmlformats.org/officeDocument/2006/relationships/slideLayout" Target="/ppt/slideLayouts/slideLayout10.xml" Id="R518f6136b4d64392" /><Relationship Type="http://schemas.openxmlformats.org/officeDocument/2006/relationships/slideLayout" Target="/ppt/slideLayouts/slideLayout11.xml" Id="Rb862159514114b6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996363fc691411e" /><Relationship Type="http://schemas.openxmlformats.org/officeDocument/2006/relationships/slideLayout" Target="/ppt/slideLayouts/slideLayout12.xml" Id="R0f3324080fa142b3" /><Relationship Type="http://schemas.openxmlformats.org/officeDocument/2006/relationships/slideLayout" Target="/ppt/slideLayouts/slideLayout13.xml" Id="R7bf8ce9e2ade4b4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8f3c490bcf4b77"/>
    <p:sldLayoutId xmlns:r="http://schemas.openxmlformats.org/officeDocument/2006/relationships" id="2147483650" r:id="Ra8e735c4eaf840c0"/>
    <p:sldLayoutId xmlns:r="http://schemas.openxmlformats.org/officeDocument/2006/relationships" id="2147483651" r:id="R1132696348b64a06"/>
    <p:sldLayoutId xmlns:r="http://schemas.openxmlformats.org/officeDocument/2006/relationships" id="2147483652" r:id="R6e936d9d4d284d61"/>
    <p:sldLayoutId xmlns:r="http://schemas.openxmlformats.org/officeDocument/2006/relationships" id="2147483653" r:id="Rcf262110341744e2"/>
    <p:sldLayoutId xmlns:r="http://schemas.openxmlformats.org/officeDocument/2006/relationships" id="2147483654" r:id="R5a5295d66cc241d5"/>
    <p:sldLayoutId xmlns:r="http://schemas.openxmlformats.org/officeDocument/2006/relationships" id="2147483655" r:id="Rca291d2d7177470a"/>
    <p:sldLayoutId xmlns:r="http://schemas.openxmlformats.org/officeDocument/2006/relationships" id="2147483656" r:id="R853fd34d53d34fa3"/>
    <p:sldLayoutId xmlns:r="http://schemas.openxmlformats.org/officeDocument/2006/relationships" id="2147483657" r:id="R75f56d541fc04585"/>
    <p:sldLayoutId xmlns:r="http://schemas.openxmlformats.org/officeDocument/2006/relationships" id="2147483658" r:id="R518f6136b4d64392"/>
    <p:sldLayoutId xmlns:r="http://schemas.openxmlformats.org/officeDocument/2006/relationships" id="2147483659" r:id="Rb862159514114b6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f3324080fa142b3"/>
    <p:sldLayoutId xmlns:r="http://schemas.openxmlformats.org/officeDocument/2006/relationships" id="2147483662" r:id="R7bf8ce9e2ade4b4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0d9f1a60a194635" /><Relationship Type="http://schemas.openxmlformats.org/officeDocument/2006/relationships/image" Target="/ppt/media/image.jpeg" Id="R22a4c955953e4055" /><Relationship Type="http://schemas.openxmlformats.org/officeDocument/2006/relationships/notesSlide" Target="/ppt/notesSlides/notesSlide1.xml" Id="R44381b12dbf84c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cf790116dd34cb5" /><Relationship Type="http://schemas.openxmlformats.org/officeDocument/2006/relationships/image" Target="/ppt/media/image2.jpeg" Id="R4c2f6ec432d64e93" /><Relationship Type="http://schemas.openxmlformats.org/officeDocument/2006/relationships/image" Target="/ppt/media/image.svg" Id="Rf511a500c8464dee" /><Relationship Type="http://schemas.openxmlformats.org/officeDocument/2006/relationships/image" Target="/ppt/media/image.jpeg" Id="Raf1480d304884d2f" /><Relationship Type="http://schemas.openxmlformats.org/officeDocument/2006/relationships/image" Target="/ppt/media/image2.svg" Id="R835efb354c0d4cbe" /><Relationship Type="http://schemas.openxmlformats.org/officeDocument/2006/relationships/image" Target="/ppt/media/image3.jpeg" Id="R83365c4829094852" /><Relationship Type="http://schemas.openxmlformats.org/officeDocument/2006/relationships/image" Target="/ppt/media/image3.svg" Id="Rff33b97c58764bf3" /><Relationship Type="http://schemas.openxmlformats.org/officeDocument/2006/relationships/image" Target="/ppt/media/image4.jpeg" Id="R61bf64410c6b4ddf" /><Relationship Type="http://schemas.openxmlformats.org/officeDocument/2006/relationships/image" Target="/ppt/media/image4.svg" Id="Rb3c9b84f6bcd4bbb" /><Relationship Type="http://schemas.openxmlformats.org/officeDocument/2006/relationships/notesSlide" Target="/ppt/notesSlides/notesSlide2.xml" Id="R26c6c6aa0b2844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96a842624cc4c22" /><Relationship Type="http://schemas.openxmlformats.org/officeDocument/2006/relationships/image" Target="/ppt/media/image2.jpeg" Id="Rf4b920407edc44c0" /><Relationship Type="http://schemas.openxmlformats.org/officeDocument/2006/relationships/notesSlide" Target="/ppt/notesSlides/notesSlide3.xml" Id="R9e87755b2ab645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cdb1efb16cb441a" /><Relationship Type="http://schemas.openxmlformats.org/officeDocument/2006/relationships/image" Target="/ppt/media/image2.jpeg" Id="Re6a0e0a049a84904" /><Relationship Type="http://schemas.openxmlformats.org/officeDocument/2006/relationships/notesSlide" Target="/ppt/notesSlides/notesSlide4.xml" Id="Ra2ccc2f28f0948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05f9df7e1984f3d" /><Relationship Type="http://schemas.openxmlformats.org/officeDocument/2006/relationships/image" Target="/ppt/media/image2.jpeg" Id="Ra54901297c1d4f25" /><Relationship Type="http://schemas.openxmlformats.org/officeDocument/2006/relationships/notesSlide" Target="/ppt/notesSlides/notesSlide5.xml" Id="R9248a0bb15f24b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eeedf5fb8744dbd" /><Relationship Type="http://schemas.openxmlformats.org/officeDocument/2006/relationships/image" Target="/ppt/media/image2.jpeg" Id="R433e638cf5b6487a" /><Relationship Type="http://schemas.openxmlformats.org/officeDocument/2006/relationships/notesSlide" Target="/ppt/notesSlides/notesSlide6.xml" Id="Ra592c47dd90442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1f5c1aabde74604" /><Relationship Type="http://schemas.openxmlformats.org/officeDocument/2006/relationships/image" Target="/ppt/media/image2.jpeg" Id="Ra4d7c91b30bd4ed8" /><Relationship Type="http://schemas.openxmlformats.org/officeDocument/2006/relationships/notesSlide" Target="/ppt/notesSlides/notesSlide7.xml" Id="R76e548d571044a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173cede8e364ac6" /><Relationship Type="http://schemas.openxmlformats.org/officeDocument/2006/relationships/image" Target="/ppt/media/image2.jpeg" Id="Rba2441fd9fa041c4" /><Relationship Type="http://schemas.openxmlformats.org/officeDocument/2006/relationships/notesSlide" Target="/ppt/notesSlides/notesSlide8.xml" Id="R4735f00b7a3343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24af33ce34f42de" /><Relationship Type="http://schemas.openxmlformats.org/officeDocument/2006/relationships/image" Target="/ppt/media/image2.jpeg" Id="Ra8df9fee70e14b79" /><Relationship Type="http://schemas.openxmlformats.org/officeDocument/2006/relationships/notesSlide" Target="/ppt/notesSlides/notesSlide9.xml" Id="Rfa68ba31575042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5ce585db0034b94" /><Relationship Type="http://schemas.openxmlformats.org/officeDocument/2006/relationships/image" Target="/ppt/media/image2.jpeg" Id="R4605888f5466489c" /><Relationship Type="http://schemas.openxmlformats.org/officeDocument/2006/relationships/notesSlide" Target="/ppt/notesSlides/notesSlide10.xml" Id="Rb1b2741dc37d4b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c72ae7ff0844379" /><Relationship Type="http://schemas.openxmlformats.org/officeDocument/2006/relationships/image" Target="/ppt/media/image2.jpeg" Id="Rbdb8d0560a2e4539" /><Relationship Type="http://schemas.openxmlformats.org/officeDocument/2006/relationships/notesSlide" Target="/ppt/notesSlides/notesSlide11.xml" Id="R14cfb8de29f24e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a2470d84572411f" /><Relationship Type="http://schemas.openxmlformats.org/officeDocument/2006/relationships/image" Target="/ppt/media/image2.jpeg" Id="Rf3b9cfadb6b94e54" /><Relationship Type="http://schemas.openxmlformats.org/officeDocument/2006/relationships/notesSlide" Target="/ppt/notesSlides/notesSlide12.xml" Id="Rf6fe66007f5249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ca8977835ea4c39" /><Relationship Type="http://schemas.openxmlformats.org/officeDocument/2006/relationships/image" Target="/ppt/media/image2.jpeg" Id="R35555183ecf145c9" /><Relationship Type="http://schemas.openxmlformats.org/officeDocument/2006/relationships/notesSlide" Target="/ppt/notesSlides/notesSlide13.xml" Id="R76c10a3971c24c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0e99023bc24416e" /><Relationship Type="http://schemas.openxmlformats.org/officeDocument/2006/relationships/image" Target="/ppt/media/image2.jpeg" Id="R9154fc5ed8ec4607" /><Relationship Type="http://schemas.openxmlformats.org/officeDocument/2006/relationships/notesSlide" Target="/ppt/notesSlides/notesSlide14.xml" Id="R01ac03f7c88140b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9eea9819076439b" /><Relationship Type="http://schemas.openxmlformats.org/officeDocument/2006/relationships/image" Target="/ppt/media/image5.jpeg" Id="R1816926f03234d96" /><Relationship Type="http://schemas.openxmlformats.org/officeDocument/2006/relationships/notesSlide" Target="/ppt/notesSlides/notesSlide15.xml" Id="Ra8d1434950e44448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2a4c955953e405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10.2.1 代入消元法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第10章 二元一次方程组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教材印刷页91—94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c2f6ec432d64e9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480d304884d2f">
            <a:extLst>
              <a:ext uri="{96DAC541-7B7A-43D3-8B79-37D633B846F1}">
                <asvg:svgBlip xmlns:asvg="http://schemas.microsoft.com/office/drawing/2016/SVG/main" r:embed="Rf511a500c8464de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通过阅读、观察或操作，准确说出消元思想、代入消元法、代入法步骤的含义、表示或基本步骤。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f6ec432d64e93">
            <a:extLst>
              <a:ext uri="{96DAC541-7B7A-43D3-8B79-37D633B846F1}">
                <asvg:svgBlip xmlns:asvg="http://schemas.microsoft.com/office/drawing/2016/SVG/main" r:embed="R835efb354c0d4cb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在Q2—Q4中运用“选取易表示的未知数完成代入”，能用完整语言、式子、图形或图表说明依据。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65c4829094852">
            <a:extLst>
              <a:ext uri="{96DAC541-7B7A-43D3-8B79-37D633B846F1}">
                <asvg:svgBlip xmlns:asvg="http://schemas.microsoft.com/office/drawing/2016/SVG/main" r:embed="Rff33b97c58764bf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在基础与变式练习中运用“选取易表示的未知数完成代入”解决同类问题，并对结果进行检验。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f64410c6b4ddf">
            <a:extLst>
              <a:ext uri="{96DAC541-7B7A-43D3-8B79-37D633B846F1}">
                <asvg:svgBlip xmlns:asvg="http://schemas.microsoft.com/office/drawing/2016/SVG/main" r:embed="Rb3c9b84f6bcd4bb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4b920407edc44c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对应印刷页91—94。先读图、读表或读题，圈出已知和所求。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调用学生已经学习二元一次方程组、等式变形、一元一次方程，具备基本观察、计算、作图或整理数据的经验。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聚焦消元思想、代入消元法、代入法步骤，不急于抄结论。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0DD8D72-E4B7-453C-BF36-52660D71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FDE6F723-75F1-4EC7-8F82-ACC1C998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2CE455E-A3C6-4B21-8898-F131EDBB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240F625-71AC-4940-8FC6-BE11EB1A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F6E5FCAB-BFA5-41C7-9B82-A54C2905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9A826CE-9F7C-4FD1-AD69-448B883A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6E7BB76D-A713-419D-9B2D-E89240FC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4B765D3-590D-4AC6-B60B-3C8ACE05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F5A2F0A-BA9D-412E-8F3D-AAEBFEDC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399553A7-3509-4747-8556-8BE9B95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98C03CE-63DA-4ADF-B23F-307C3EC0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B7F5F64E-EF1D-4C91-AFC5-42FDD58A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0680527-D480-4550-8F7C-AA1E7090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185A4C3-6E06-41F5-AD2E-AFB7989F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0671489-66FD-461E-B288-04108262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3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97ABA0F-4DDB-4CA0-A9D5-1A0E8A2A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5EEE04FF-4DA4-4D3B-9547-97E9DC11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8DC22D2-36E8-4B7F-B61C-E22B6637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3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DE3DE9A-80C1-4433-BE63-87D0C1CB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06EEA55C-1F34-4BFB-A72C-DBD1AFF5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6a0e0a049a8490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旧知回顾：回顾“二元一次方程组”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回顾“二元一次方程组”：写出一条与本课有关的定义、性质或计算规则。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参考要点：正确表述“二元一次方程组”的核心含义，并说明它与“消元思想”的联系。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359F5E9-5FB1-436E-97FD-F6D23A37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B400B854-CA32-4FA9-9E31-0E66C3B0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C08157B-6C46-437B-A45C-D7FACBAE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F6F427E-2C13-4DF5-9C25-3245BF1E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00F382C4-4574-45F4-8CF6-BF7C9F56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54901297c1d4f2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阅读教材印刷页91—94，圈出“消元思想、代入消元法、代入法步骤”，分别用一句话记录它们解决什么问题。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小组探究：围绕“规范变形并防止代入符号错误”设计一次观察、操作或推理，记录现象、猜想和验证依据。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围绕“选取易表示的未知数完成代入”说明理由；同伴只追问条件和依据。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5C28B65-E1B1-4D62-9FD7-7135B7D1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5A260D75-C189-4E05-BF4A-382A108C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452A183-E014-46A7-9D56-0F92B409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0BE9FC6-3749-4B3C-B18D-24C8ED83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DBD374E8-6D7C-4A51-B92E-CE312C5E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33e638cf5b6487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概念一：消元思想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消元思想：按教材明确其定义、条件、表示、性质或步骤。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30A3600-180D-446B-BFA1-484AD85B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0DFA0A7B-103E-4C32-BD9B-3E3B4D4F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D7B4BC0-BC14-4677-8207-FCD3CA52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A5BA2FC-078C-458F-9303-A7CE15BF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FC990CEE-A45D-49D5-A724-8D9C0AAA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4d7c91b30bd4ed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概念二：代入消元法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代入消元法：按教材明确其定义、条件、表示、性质或步骤。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易错提醒：规范变形并防止代入符号错误。先审条件，再使用结论。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1CE52D7-2491-4CF6-AD9D-633F0791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B9F2A85F-B16B-45B6-826D-E984ED67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D8FBAC9-2EDB-4C3F-89D6-60F3D361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D6C258D-8877-4000-BE29-557C4B55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D5AD3ACF-E2A6-433A-B2D2-A53C442B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a2441fd9fa041c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小组探究：围绕“规范变形并防止代入符号错误”设计一次观察、操作或推理，记录现象、猜想和验证依据。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参考思路：先明确条件，再围绕“选取易表示的未知数完成代入”形成猜想，最后用定义、计算、图表或反例验证。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72BE867-EF3B-4785-87E5-D5EA018D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DD913AEA-4401-49E9-B21C-CBC56263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7A82E24-84D5-4397-AA93-D6EB473E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8D6A754-DA37-4BEB-9B69-5C80F2EB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CB0286AD-E498-4F9D-8843-7490BF10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8df9fee70e14b7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只记“消元思想”的结论，不检查适用条件。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把“选取易表示的未知数完成代入”与相近概念或逆命题混淆。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605888f5466489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教材例题：例题（对应教材10.2例1、教材10.2例…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例题（对应教材10.2例1、教材10.2例2、教材10.2例3、教材10.2例4）：用代入法解方程组y=2x+1，x+y=7。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选用选取易表示的未知数完成代入；3.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教材印刷页91—94：先思考，再对照规范解答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3314952-70BA-46A5-8C28-4BAB3514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4FA11577-EBFA-44A5-8037-598F55CB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4F785E2-3D7E-41DD-86B3-B37CE9F4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532C182-5A2A-40F0-B2DC-6E983F2F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971882F3-8482-4DA6-BCFE-BA17646C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b8d0560a2e453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选择“选取易表示的未知数完成代入”对应的方法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把y代入第二式：x+2x+1=7，x=2，y=5；解为(2,5)。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没有先确认“选取易表示的未知数完成代入”的条件，或只写结果不写依据。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8DBF074-0C93-4BD4-9A3E-9793E6BE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67B2E289-3E83-4F7F-9CA4-612F9DE5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47F24FB-1DDF-4B48-93AC-A8C5F84C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EB77228-C5F9-404D-AF18-4F4C5E62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3A24704C-5A2B-41B9-87FA-220B33DF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3b9cfadb6b94e5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基础辨析：判断“使用‘消元思想’时不需要检查条件，只要结论看起来合理即可”，并说明理由。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变式练习：把Q4的一个条件、数据或表示方式作合理改变，仍用“选取易表示的未知数完成代入”解决，并写出检验。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00812F3-5070-4865-A6BA-95BAF6FC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C9FFC91E-BBAD-435F-8835-713212B3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5981A86-A71F-4649-93A8-179AF424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FB1441C-A913-4BC9-A7EA-94D339CF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765F5ADC-2F56-4F2D-A53B-B29B6206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5555183ecf145c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变式练习：把Q4的一个条件、数据或表示方式作合理改变，仍用“选取易表示的未知数完成代入”解决，并写出检验。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答案不唯一。评价要点：改变后的条件完整；方法仍属于“选取易表示的未知数完成代入”；过程正确；检验与新条件一致。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513AD57-035B-4335-99DD-4EC4AF05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296D1955-CD67-4AB6-825E-52C63BFE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C697C79-EECB-44C4-8489-E3710063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F3783AD-F077-489E-AC8F-A7F8EE5A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681CD32F-603F-4DDB-A9F4-86041E9B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154fc5ed8ec460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纠错：“研究代入消元法时，只记结论，不必区分条件、过程和依据。”这句话对吗？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当堂检测：代入法中，求出一个未知数后为什么必须回代？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CF00CC9-EDF6-469B-8827-141A8497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4FFD930E-72E2-448A-A169-3525306F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26B8C85-55AE-47D0-9AF5-77F8B13E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1B70E66-A363-4514-B95E-1EE886B0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127DE152-7FBC-4B4F-B10E-3B24EC10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816926f03234d9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小结参考：本课围绕“代入消元法”，掌握消元思想、代入消元法、代入法步骤，并能运用选取易表示的未知数完成代入。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基础：完成教材第93—94页练习中的基础题并订正Q5、Q7 提升：当堂检测：代入法中，求出一个未知数后为什么必须回代？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我能否：①准确表达消元思想；②运用选取易表示的未知数完成代入；③写清依据并检验？选择“会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DBF9CC3-C3D2-4466-A5D2-BF445351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7A68BB18-E398-4156-9A5E-E1A722F7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2693670"/>
            <a:ext cx="1430179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4FDB66F-4EC3-4AF1-BD00-20006EF7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0619" y="2976563"/>
            <a:ext cx="7800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B7E89FB-3BA8-481E-A3FE-7F47EE9A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770823"/>
            <a:ext cx="6934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29E7E27D-70F5-441E-A044-A9E036B7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733" y="2770823"/>
            <a:ext cx="1083469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2026-08-02T17:54:20.1690000Z</dcterms:created>
  <dcterms:modified xsi:type="dcterms:W3CDTF">2026-08-02T17:54:20.1690000Z</dcterms:modified>
</coreProperties>
</file>