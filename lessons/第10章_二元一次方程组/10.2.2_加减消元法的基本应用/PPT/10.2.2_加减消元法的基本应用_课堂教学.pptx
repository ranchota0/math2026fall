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559ca06fa4359" /><Relationship Type="http://schemas.openxmlformats.org/officeDocument/2006/relationships/extended-properties" Target="/docProps/app.xml" Id="Re132b5c200344faa" /><Relationship Type="http://schemas.openxmlformats.org/officeDocument/2006/relationships/officeDocument" Target="/ppt/presentation.xml" Id="Rb0d323c2ad3945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277dea150b4594"/>
    <p:sldMasterId xmlns:r="http://schemas.openxmlformats.org/officeDocument/2006/relationships" id="2147483660" r:id="R3fbc7ccbdf3e435a"/>
  </p:sldMasterIdLst>
  <p:notesMasterIdLst>
    <p:notesMasterId xmlns:r="http://schemas.openxmlformats.org/officeDocument/2006/relationships" r:id="R686565e26fb24b28"/>
  </p:notesMasterIdLst>
  <p:sldIdLst>
    <p:sldId xmlns:r="http://schemas.openxmlformats.org/officeDocument/2006/relationships" id="256" r:id="R440f98591c8b4b96"/>
    <p:sldId xmlns:r="http://schemas.openxmlformats.org/officeDocument/2006/relationships" id="257" r:id="R6eaa096e455e4555"/>
    <p:sldId xmlns:r="http://schemas.openxmlformats.org/officeDocument/2006/relationships" id="258" r:id="Ra3216bcb8b6842d0"/>
    <p:sldId xmlns:r="http://schemas.openxmlformats.org/officeDocument/2006/relationships" id="259" r:id="Re232cd0231d549e7"/>
    <p:sldId xmlns:r="http://schemas.openxmlformats.org/officeDocument/2006/relationships" id="260" r:id="R34d9fc0f8a404955"/>
    <p:sldId xmlns:r="http://schemas.openxmlformats.org/officeDocument/2006/relationships" id="261" r:id="R0ce5454954ee43ab"/>
    <p:sldId xmlns:r="http://schemas.openxmlformats.org/officeDocument/2006/relationships" id="262" r:id="R47ad6129e93b417f"/>
    <p:sldId xmlns:r="http://schemas.openxmlformats.org/officeDocument/2006/relationships" id="263" r:id="R435749866c154e20"/>
    <p:sldId xmlns:r="http://schemas.openxmlformats.org/officeDocument/2006/relationships" id="264" r:id="R5c923cf1f4684e57"/>
    <p:sldId xmlns:r="http://schemas.openxmlformats.org/officeDocument/2006/relationships" id="265" r:id="Rfdb9939a34f9402a"/>
    <p:sldId xmlns:r="http://schemas.openxmlformats.org/officeDocument/2006/relationships" id="266" r:id="Rb087294113a1478b"/>
    <p:sldId xmlns:r="http://schemas.openxmlformats.org/officeDocument/2006/relationships" id="267" r:id="Rc88ce0715b1a4574"/>
    <p:sldId xmlns:r="http://schemas.openxmlformats.org/officeDocument/2006/relationships" id="268" r:id="Rb1ec9f1ba05c4671"/>
    <p:sldId xmlns:r="http://schemas.openxmlformats.org/officeDocument/2006/relationships" id="269" r:id="R768715339cde4114"/>
    <p:sldId xmlns:r="http://schemas.openxmlformats.org/officeDocument/2006/relationships" id="270" r:id="R18812c6a5d644e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781442c1543ca" /><Relationship Type="http://schemas.openxmlformats.org/officeDocument/2006/relationships/slideMaster" Target="/ppt/slideMasters/slideMaster1.xml" Id="Ra6277dea150b4594" /><Relationship Type="http://schemas.openxmlformats.org/officeDocument/2006/relationships/slideMaster" Target="/ppt/slideMasters/slideMaster2.xml" Id="R3fbc7ccbdf3e435a" /><Relationship Type="http://schemas.openxmlformats.org/officeDocument/2006/relationships/notesMaster" Target="/ppt/notesMasters/notesMaster1.xml" Id="R686565e26fb24b28" /><Relationship Type="http://schemas.openxmlformats.org/officeDocument/2006/relationships/presProps" Target="/ppt/presProps.xml" Id="R67de7c5c00e14676" /><Relationship Type="http://schemas.openxmlformats.org/officeDocument/2006/relationships/viewProps" Target="/ppt/viewProps.xml" Id="R1c1a0129db92465c" /><Relationship Type="http://schemas.openxmlformats.org/officeDocument/2006/relationships/tableStyles" Target="/ppt/tableStyles.xml" Id="R6248fc0705e04283" /><Relationship Type="http://schemas.openxmlformats.org/officeDocument/2006/relationships/slide" Target="/ppt/slides/slide1.xml" Id="R440f98591c8b4b96" /><Relationship Type="http://schemas.openxmlformats.org/officeDocument/2006/relationships/slide" Target="/ppt/slides/slide2.xml" Id="R6eaa096e455e4555" /><Relationship Type="http://schemas.openxmlformats.org/officeDocument/2006/relationships/slide" Target="/ppt/slides/slide3.xml" Id="Ra3216bcb8b6842d0" /><Relationship Type="http://schemas.openxmlformats.org/officeDocument/2006/relationships/slide" Target="/ppt/slides/slide4.xml" Id="Re232cd0231d549e7" /><Relationship Type="http://schemas.openxmlformats.org/officeDocument/2006/relationships/slide" Target="/ppt/slides/slide5.xml" Id="R34d9fc0f8a404955" /><Relationship Type="http://schemas.openxmlformats.org/officeDocument/2006/relationships/slide" Target="/ppt/slides/slide6.xml" Id="R0ce5454954ee43ab" /><Relationship Type="http://schemas.openxmlformats.org/officeDocument/2006/relationships/slide" Target="/ppt/slides/slide7.xml" Id="R47ad6129e93b417f" /><Relationship Type="http://schemas.openxmlformats.org/officeDocument/2006/relationships/slide" Target="/ppt/slides/slide8.xml" Id="R435749866c154e20" /><Relationship Type="http://schemas.openxmlformats.org/officeDocument/2006/relationships/slide" Target="/ppt/slides/slide9.xml" Id="R5c923cf1f4684e57" /><Relationship Type="http://schemas.openxmlformats.org/officeDocument/2006/relationships/slide" Target="/ppt/slides/slide10.xml" Id="Rfdb9939a34f9402a" /><Relationship Type="http://schemas.openxmlformats.org/officeDocument/2006/relationships/slide" Target="/ppt/slides/slide11.xml" Id="Rb087294113a1478b" /><Relationship Type="http://schemas.openxmlformats.org/officeDocument/2006/relationships/slide" Target="/ppt/slides/slide12.xml" Id="Rc88ce0715b1a4574" /><Relationship Type="http://schemas.openxmlformats.org/officeDocument/2006/relationships/slide" Target="/ppt/slides/slide13.xml" Id="Rb1ec9f1ba05c4671" /><Relationship Type="http://schemas.openxmlformats.org/officeDocument/2006/relationships/slide" Target="/ppt/slides/slide14.xml" Id="R768715339cde4114" /><Relationship Type="http://schemas.openxmlformats.org/officeDocument/2006/relationships/slide" Target="/ppt/slides/slide15.xml" Id="R18812c6a5d644e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ba5486da97f41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bbb00784094970" /><Relationship Type="http://schemas.openxmlformats.org/officeDocument/2006/relationships/notesMaster" Target="/ppt/notesMasters/notesMaster1.xml" Id="R49d7c14e90e44e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a5b84512b24495" /><Relationship Type="http://schemas.openxmlformats.org/officeDocument/2006/relationships/notesMaster" Target="/ppt/notesMasters/notesMaster1.xml" Id="Rf5012a33590d43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368d6335134684" /><Relationship Type="http://schemas.openxmlformats.org/officeDocument/2006/relationships/notesMaster" Target="/ppt/notesMasters/notesMaster1.xml" Id="Rbeecdaa611e147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fd983e1b5f4d87" /><Relationship Type="http://schemas.openxmlformats.org/officeDocument/2006/relationships/notesMaster" Target="/ppt/notesMasters/notesMaster1.xml" Id="R2e3adccc36344a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1b58c5abf64d04" /><Relationship Type="http://schemas.openxmlformats.org/officeDocument/2006/relationships/notesMaster" Target="/ppt/notesMasters/notesMaster1.xml" Id="R61c3cd9a01164a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36d61ddc494e6b" /><Relationship Type="http://schemas.openxmlformats.org/officeDocument/2006/relationships/notesMaster" Target="/ppt/notesMasters/notesMaster1.xml" Id="R332ef5f9c7b444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ada3e58eda462d" /><Relationship Type="http://schemas.openxmlformats.org/officeDocument/2006/relationships/notesMaster" Target="/ppt/notesMasters/notesMaster1.xml" Id="R68232f20ab0d47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6f9b9778e64933" /><Relationship Type="http://schemas.openxmlformats.org/officeDocument/2006/relationships/notesMaster" Target="/ppt/notesMasters/notesMaster1.xml" Id="Re304c7a556fe49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e44529a46b4631" /><Relationship Type="http://schemas.openxmlformats.org/officeDocument/2006/relationships/notesMaster" Target="/ppt/notesMasters/notesMaster1.xml" Id="Red49ef22b4144e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71190e20cd481f" /><Relationship Type="http://schemas.openxmlformats.org/officeDocument/2006/relationships/notesMaster" Target="/ppt/notesMasters/notesMaster1.xml" Id="R518db252248a4f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10a114a3e041ce" /><Relationship Type="http://schemas.openxmlformats.org/officeDocument/2006/relationships/notesMaster" Target="/ppt/notesMasters/notesMaster1.xml" Id="R778a10e9ce3847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396c0434e04dca" /><Relationship Type="http://schemas.openxmlformats.org/officeDocument/2006/relationships/notesMaster" Target="/ppt/notesMasters/notesMaster1.xml" Id="R7c693664043b44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086d20664a4425" /><Relationship Type="http://schemas.openxmlformats.org/officeDocument/2006/relationships/notesMaster" Target="/ppt/notesMasters/notesMaster1.xml" Id="Rb7c4152290be45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d35f87bdd146a3" /><Relationship Type="http://schemas.openxmlformats.org/officeDocument/2006/relationships/notesMaster" Target="/ppt/notesMasters/notesMaster1.xml" Id="R71e9b1a537c941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171697c26e486f" /><Relationship Type="http://schemas.openxmlformats.org/officeDocument/2006/relationships/notesMaster" Target="/ppt/notesMasters/notesMaster1.xml" Id="R912f04f026f94e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从教材印刷页95—96进入《加减消元法的基本应用》。说明本课在第10章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人教版《义务教育教科书·数学七年级下册》，印刷页95—96。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形成第一个核心概念：加减消元法。要求学生标出对象、条件、表示和作用。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形成第二个核心概念或方法：系数相等或互为相反数时消元。与前一概念对比，避免相近知识混淆。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呈现Q4，保留独立思考时间。题型对应教材印刷页95—96的例题或典型任务。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人教版《义务教育教科书·数学七年级下册》，印刷页95—96。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8767cf4a344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98796830b4d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ad928746f45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3e9aa6a9f47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6215c36f248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943ac1a0c4e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dec04431c4fb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6662944e246c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c684312154c9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865b9531d45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027c19b0842d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df297253224d0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ab140249894446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b852856a24f60" /><Relationship Type="http://schemas.openxmlformats.org/officeDocument/2006/relationships/slideLayout" Target="/ppt/slideLayouts/slideLayout1.xml" Id="Rc7a6327da6b94eaa" /><Relationship Type="http://schemas.openxmlformats.org/officeDocument/2006/relationships/slideLayout" Target="/ppt/slideLayouts/slideLayout2.xml" Id="Rbf0adc52078241e7" /><Relationship Type="http://schemas.openxmlformats.org/officeDocument/2006/relationships/slideLayout" Target="/ppt/slideLayouts/slideLayout3.xml" Id="R6b05c1289fb54cae" /><Relationship Type="http://schemas.openxmlformats.org/officeDocument/2006/relationships/slideLayout" Target="/ppt/slideLayouts/slideLayout4.xml" Id="R43fecbd5c9b84b70" /><Relationship Type="http://schemas.openxmlformats.org/officeDocument/2006/relationships/slideLayout" Target="/ppt/slideLayouts/slideLayout5.xml" Id="R8101725f32ef46c2" /><Relationship Type="http://schemas.openxmlformats.org/officeDocument/2006/relationships/slideLayout" Target="/ppt/slideLayouts/slideLayout6.xml" Id="R415a2a1b6231496d" /><Relationship Type="http://schemas.openxmlformats.org/officeDocument/2006/relationships/slideLayout" Target="/ppt/slideLayouts/slideLayout7.xml" Id="Rff19f9fde83f4dae" /><Relationship Type="http://schemas.openxmlformats.org/officeDocument/2006/relationships/slideLayout" Target="/ppt/slideLayouts/slideLayout8.xml" Id="R9564c4be24d84971" /><Relationship Type="http://schemas.openxmlformats.org/officeDocument/2006/relationships/slideLayout" Target="/ppt/slideLayouts/slideLayout9.xml" Id="R90602298a8e7491e" /><Relationship Type="http://schemas.openxmlformats.org/officeDocument/2006/relationships/slideLayout" Target="/ppt/slideLayouts/slideLayout10.xml" Id="Re9e2ecf72ed64bc0" /><Relationship Type="http://schemas.openxmlformats.org/officeDocument/2006/relationships/slideLayout" Target="/ppt/slideLayouts/slideLayout11.xml" Id="Rb73f1411a3e140d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a4fb875fda74099" /><Relationship Type="http://schemas.openxmlformats.org/officeDocument/2006/relationships/slideLayout" Target="/ppt/slideLayouts/slideLayout12.xml" Id="R65448f05d14a4325" /><Relationship Type="http://schemas.openxmlformats.org/officeDocument/2006/relationships/slideLayout" Target="/ppt/slideLayouts/slideLayout13.xml" Id="R55d9e6b0085e457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a6327da6b94eaa"/>
    <p:sldLayoutId xmlns:r="http://schemas.openxmlformats.org/officeDocument/2006/relationships" id="2147483650" r:id="Rbf0adc52078241e7"/>
    <p:sldLayoutId xmlns:r="http://schemas.openxmlformats.org/officeDocument/2006/relationships" id="2147483651" r:id="R6b05c1289fb54cae"/>
    <p:sldLayoutId xmlns:r="http://schemas.openxmlformats.org/officeDocument/2006/relationships" id="2147483652" r:id="R43fecbd5c9b84b70"/>
    <p:sldLayoutId xmlns:r="http://schemas.openxmlformats.org/officeDocument/2006/relationships" id="2147483653" r:id="R8101725f32ef46c2"/>
    <p:sldLayoutId xmlns:r="http://schemas.openxmlformats.org/officeDocument/2006/relationships" id="2147483654" r:id="R415a2a1b6231496d"/>
    <p:sldLayoutId xmlns:r="http://schemas.openxmlformats.org/officeDocument/2006/relationships" id="2147483655" r:id="Rff19f9fde83f4dae"/>
    <p:sldLayoutId xmlns:r="http://schemas.openxmlformats.org/officeDocument/2006/relationships" id="2147483656" r:id="R9564c4be24d84971"/>
    <p:sldLayoutId xmlns:r="http://schemas.openxmlformats.org/officeDocument/2006/relationships" id="2147483657" r:id="R90602298a8e7491e"/>
    <p:sldLayoutId xmlns:r="http://schemas.openxmlformats.org/officeDocument/2006/relationships" id="2147483658" r:id="Re9e2ecf72ed64bc0"/>
    <p:sldLayoutId xmlns:r="http://schemas.openxmlformats.org/officeDocument/2006/relationships" id="2147483659" r:id="Rb73f1411a3e140d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5448f05d14a4325"/>
    <p:sldLayoutId xmlns:r="http://schemas.openxmlformats.org/officeDocument/2006/relationships" id="2147483662" r:id="R55d9e6b0085e457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c3a846e5114a5e" /><Relationship Type="http://schemas.openxmlformats.org/officeDocument/2006/relationships/image" Target="/ppt/media/image.jpeg" Id="R279dad2c6f9f4302" /><Relationship Type="http://schemas.openxmlformats.org/officeDocument/2006/relationships/notesSlide" Target="/ppt/notesSlides/notesSlide1.xml" Id="Ra5f503c730f247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7b5667b60a4953" /><Relationship Type="http://schemas.openxmlformats.org/officeDocument/2006/relationships/image" Target="/ppt/media/image2.jpeg" Id="Rcbcf62e081c1437a" /><Relationship Type="http://schemas.openxmlformats.org/officeDocument/2006/relationships/image" Target="/ppt/media/image.svg" Id="Rfe82427f9d5e4106" /><Relationship Type="http://schemas.openxmlformats.org/officeDocument/2006/relationships/image" Target="/ppt/media/image.jpeg" Id="R1a6fc3a1d80846b2" /><Relationship Type="http://schemas.openxmlformats.org/officeDocument/2006/relationships/image" Target="/ppt/media/image2.svg" Id="R9ae7391bbcd64b29" /><Relationship Type="http://schemas.openxmlformats.org/officeDocument/2006/relationships/image" Target="/ppt/media/image3.jpeg" Id="Rcba0b0cb9ee64548" /><Relationship Type="http://schemas.openxmlformats.org/officeDocument/2006/relationships/image" Target="/ppt/media/image3.svg" Id="R890c3e12842f40bd" /><Relationship Type="http://schemas.openxmlformats.org/officeDocument/2006/relationships/image" Target="/ppt/media/image4.jpeg" Id="R8627c66cafbf4a12" /><Relationship Type="http://schemas.openxmlformats.org/officeDocument/2006/relationships/image" Target="/ppt/media/image4.svg" Id="Rc37fb895989f4ff8" /><Relationship Type="http://schemas.openxmlformats.org/officeDocument/2006/relationships/notesSlide" Target="/ppt/notesSlides/notesSlide2.xml" Id="R02901972c18348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821d866c8945dd" /><Relationship Type="http://schemas.openxmlformats.org/officeDocument/2006/relationships/image" Target="/ppt/media/image2.jpeg" Id="Rbb94a0c7601646a9" /><Relationship Type="http://schemas.openxmlformats.org/officeDocument/2006/relationships/notesSlide" Target="/ppt/notesSlides/notesSlide3.xml" Id="Rdaf8502d67864b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c7188e859c4192" /><Relationship Type="http://schemas.openxmlformats.org/officeDocument/2006/relationships/image" Target="/ppt/media/image2.jpeg" Id="R4e7586b68ec34d1d" /><Relationship Type="http://schemas.openxmlformats.org/officeDocument/2006/relationships/notesSlide" Target="/ppt/notesSlides/notesSlide4.xml" Id="R4b5348ce48df42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84b8c2ffa44088" /><Relationship Type="http://schemas.openxmlformats.org/officeDocument/2006/relationships/image" Target="/ppt/media/image2.jpeg" Id="Rf4ed0340e8834ff7" /><Relationship Type="http://schemas.openxmlformats.org/officeDocument/2006/relationships/notesSlide" Target="/ppt/notesSlides/notesSlide5.xml" Id="R499f932a459a44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7b2364f259d42fb" /><Relationship Type="http://schemas.openxmlformats.org/officeDocument/2006/relationships/image" Target="/ppt/media/image2.jpeg" Id="Rb0a13cd47ac54492" /><Relationship Type="http://schemas.openxmlformats.org/officeDocument/2006/relationships/notesSlide" Target="/ppt/notesSlides/notesSlide6.xml" Id="Raa436731434641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079ee04d134f12" /><Relationship Type="http://schemas.openxmlformats.org/officeDocument/2006/relationships/image" Target="/ppt/media/image2.jpeg" Id="R83ec320525594abf" /><Relationship Type="http://schemas.openxmlformats.org/officeDocument/2006/relationships/notesSlide" Target="/ppt/notesSlides/notesSlide7.xml" Id="Rfa78df3ac7cc48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3c80c87e764813" /><Relationship Type="http://schemas.openxmlformats.org/officeDocument/2006/relationships/image" Target="/ppt/media/image2.jpeg" Id="Ra65934edab5e46ab" /><Relationship Type="http://schemas.openxmlformats.org/officeDocument/2006/relationships/notesSlide" Target="/ppt/notesSlides/notesSlide8.xml" Id="Recea6f3c44f640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090a5030814841" /><Relationship Type="http://schemas.openxmlformats.org/officeDocument/2006/relationships/image" Target="/ppt/media/image2.jpeg" Id="R138916c3b4b44799" /><Relationship Type="http://schemas.openxmlformats.org/officeDocument/2006/relationships/notesSlide" Target="/ppt/notesSlides/notesSlide9.xml" Id="Rfeebcaae861b4c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76bfdf98aa4685" /><Relationship Type="http://schemas.openxmlformats.org/officeDocument/2006/relationships/image" Target="/ppt/media/image2.jpeg" Id="Rcfac5381a2b547c5" /><Relationship Type="http://schemas.openxmlformats.org/officeDocument/2006/relationships/notesSlide" Target="/ppt/notesSlides/notesSlide10.xml" Id="R755c8bf4411241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b72cba17b74581" /><Relationship Type="http://schemas.openxmlformats.org/officeDocument/2006/relationships/image" Target="/ppt/media/image2.jpeg" Id="R0f66d4a3a4194209" /><Relationship Type="http://schemas.openxmlformats.org/officeDocument/2006/relationships/notesSlide" Target="/ppt/notesSlides/notesSlide11.xml" Id="R846f55b8b16d49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532047d007a407f" /><Relationship Type="http://schemas.openxmlformats.org/officeDocument/2006/relationships/image" Target="/ppt/media/image2.jpeg" Id="Rdd09319766b8458b" /><Relationship Type="http://schemas.openxmlformats.org/officeDocument/2006/relationships/notesSlide" Target="/ppt/notesSlides/notesSlide12.xml" Id="R96394d3235d442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ddbcc2f22d4896" /><Relationship Type="http://schemas.openxmlformats.org/officeDocument/2006/relationships/image" Target="/ppt/media/image2.jpeg" Id="R773eefac9e7d4221" /><Relationship Type="http://schemas.openxmlformats.org/officeDocument/2006/relationships/notesSlide" Target="/ppt/notesSlides/notesSlide13.xml" Id="R10486454c7644f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420ee1025d545dc" /><Relationship Type="http://schemas.openxmlformats.org/officeDocument/2006/relationships/image" Target="/ppt/media/image2.jpeg" Id="R234cb53c2c0f409a" /><Relationship Type="http://schemas.openxmlformats.org/officeDocument/2006/relationships/notesSlide" Target="/ppt/notesSlides/notesSlide14.xml" Id="Re2fa1d0b2c854a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5aa2541fd9a42a0" /><Relationship Type="http://schemas.openxmlformats.org/officeDocument/2006/relationships/image" Target="/ppt/media/image5.jpeg" Id="R0cf184413abe4a13" /><Relationship Type="http://schemas.openxmlformats.org/officeDocument/2006/relationships/notesSlide" Target="/ppt/notesSlides/notesSlide15.xml" Id="R2fdf9de8c4f54fe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79dad2c6f9f430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10.2.2 加减消元法的基本应用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教材印刷页95—96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bcf62e081c1437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fc3a1d80846b2">
            <a:extLst>
              <a:ext uri="{96DAC541-7B7A-43D3-8B79-37D633B846F1}">
                <asvg:svgBlip xmlns:asvg="http://schemas.microsoft.com/office/drawing/2016/SVG/main" r:embed="Rfe82427f9d5e41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通过阅读、观察或操作，准确说出加减消元法、系数相等或互为相反数时消元的含义、表示或基本步骤。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f62e081c1437a">
            <a:extLst>
              <a:ext uri="{96DAC541-7B7A-43D3-8B79-37D633B846F1}">
                <asvg:svgBlip xmlns:asvg="http://schemas.microsoft.com/office/drawing/2016/SVG/main" r:embed="R9ae7391bbcd64b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在Q2—Q4中运用“判断相加还是相减”，能用完整语言、式子、图形或图表说明依据。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0b0cb9ee64548">
            <a:extLst>
              <a:ext uri="{96DAC541-7B7A-43D3-8B79-37D633B846F1}">
                <asvg:svgBlip xmlns:asvg="http://schemas.microsoft.com/office/drawing/2016/SVG/main" r:embed="R890c3e12842f40b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在基础与变式练习中运用“判断相加还是相减”解决同类问题，并对结果进行检验。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7c66cafbf4a12">
            <a:extLst>
              <a:ext uri="{96DAC541-7B7A-43D3-8B79-37D633B846F1}">
                <asvg:svgBlip xmlns:asvg="http://schemas.microsoft.com/office/drawing/2016/SVG/main" r:embed="Rc37fb895989f4f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b94a0c7601646a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对应印刷页95—96。先读图、读表或读题，圈出已知和所求。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调用学生已经学习等式性质、代入消元法，具备基本观察、计算、作图或整理数据的经验。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聚焦加减消元法、系数相等或互为相反数时消元、关键方法，不急于抄结论。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E1053E5-0468-4271-B8BC-98EFBA58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163DEB62-3C6E-4498-A043-7E5F6700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6A8D5DA-E31F-47A6-AC7E-5057465D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D9F8FD2-0397-44E5-AD74-3094592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75A7C1C-20F2-4211-9545-9072E891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E4C675A-FE93-46FE-98F0-76B83448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B84D1E54-A6B8-4378-B818-FF3B0476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DBD8323-A584-4659-9D73-E502A6AD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B3221E7-ED67-4F61-B3BF-27CAA296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EC3134A8-0EFA-477E-87E4-AC735042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E0DEEC2-A40E-4ADA-8AC4-E6353A39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A876999-06F2-4068-8A37-248B9986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56EAFB0-48C2-4C5A-9CA2-F1777023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5214F1A-BCE7-44C9-AC2D-D3388FED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E74C581E-E46E-449F-A0D4-C2AC613F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70DCCA9-62E0-45FA-849A-BB9C6ED8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2DC1D1F-CFFB-4237-ADC3-656F1F8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283415F-3C30-42E7-B2F3-F972F384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DE2508B-8068-45C9-A3BF-AEA499F7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D717B87-F852-4AC2-9003-DCA1A06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e7586b68ec34d1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旧知回顾：回顾“等式性质”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回顾“等式性质”：写出一条与本课有关的定义、性质或计算规则。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参考要点：正确表述“等式性质”的核心含义，并说明它与“加减消元法”的联系。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AAA8E33-E446-4D43-9ACB-090CDE47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2D86EA9-E734-4B97-B4C2-532232CC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E89FE36-B7EF-4EF2-A3C0-7824175F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A32E889-864A-476F-8289-2F5ADB7C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A00DE0D-F9EB-4EFA-90C6-6260E170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4ed0340e8834ff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阅读教材印刷页95—96，圈出“加减消元法、系数相等或互为相反数时消元”，分别用一句话记录它们解决什么问题。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小组探究：围绕“整式整体相加减时的符号”设计一次观察、操作或推理，记录现象、猜想和验证依据。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围绕“判断相加还是相减”说明理由；同伴只追问条件和依据。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CD0D539-E321-4269-A784-57EDD3F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CF463312-37E4-4884-B7C9-F021C8DE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DECE26A-7F1C-4B2D-B919-7670BD39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3D6AB8B-8DDA-48D9-9FD8-EC66B0B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CCCBF66A-4FB4-4576-9329-26065D1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0a13cd47ac5449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概念一：加减消元法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加减消元法：按教材明确其定义、条件、表示、性质或步骤。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E207F67-217D-42E9-91AB-B98D42E7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FE35C28-4F58-4491-A916-961C70AB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6B1CE7B-D4F5-41AE-8147-8113601E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0A26612-9B9E-4ACA-879E-2FCE4882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87CBFB8-C0A9-4F86-B3B8-9DA56B9E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3ec320525594ab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概念二：系数相等或互为相反数时消元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系数相等或互为相反数时消元：按教材明确其定义、条件、表示、性质或步骤。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易错提醒：整式整体相加减时的符号。先审条件，再使用结论。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0BD675F-0255-4C63-A62E-72D84F39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4493E11B-4F25-4A72-93E0-ED7B1A54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13E0BB4-6D9C-4C52-B208-4F7DE0B7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8FE484F-6AB5-4AAC-A643-76C2CD4E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A5A32186-F9A3-4CBA-99BB-DF6E8A2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65934edab5e46a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小组探究：围绕“整式整体相加减时的符号”设计一次观察、操作或推理，记录现象、猜想和验证依据。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参考思路：先明确条件，再围绕“判断相加还是相减”形成猜想，最后用定义、计算、图表或反例验证。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16E162E-A6CC-4D43-BF25-24A23544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D7A28B1-B4D9-44F0-8F58-456D1384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3A19E74-7033-4F55-BDEE-0CACB1D2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067142D-A8FE-447B-83D6-FCD45AB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0EA9597-85EB-4330-BF58-4A5A5726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38916c3b4b4479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只记“加减消元法”的结论，不检查适用条件。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把“判断相加还是相减”与相近概念或逆命题混淆。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fac5381a2b547c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教材例题：例题（对应教材10.2例5、教材10.2例…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例题（对应教材10.2例5、教材10.2例6）：用加减法解x+y=7，x−y=1。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选用判断相加还是相减；3.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教材印刷页95—96：先思考，再对照规范解答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8D6C792-0D64-4A79-ACA9-7A39DAA3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F022913-22BE-4B8A-9F54-D645DFB2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37428BB-7CCF-4F79-AF32-7AC488E7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D533B91-6082-480E-815D-E8E0F5FB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2FCB280C-C218-4265-9783-481E00B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f66d4a3a419420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选择“判断相加还是相减”对应的方法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两式相加得2x=8，x=4；代入得y=3。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没有先确认“判断相加还是相减”的条件，或只写结果不写依据。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15017FD-2AC8-4CD0-AD26-AE6AEC13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FC6852C-2B44-45F5-B6B8-53762AC1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21064E-F71C-4F50-B157-AB3A3528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2A625D4-6626-4DC1-8FB9-4FB94CD7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7399CE7-0FDF-4128-9F29-BCDE1E72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09319766b8458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基础辨析：判断“使用‘加减消元法’时不需要检查条件，只要结论看起来合理即可”，并说明理由。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变式练习：把Q4的一个条件、数据或表示方式作合理改变，仍用“判断相加还是相减”解决，并写出检验。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9BEA159-EA80-415F-80A4-0E54BA4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98AC275A-93A6-470D-941C-BE999542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5CDE474-D304-4355-8B48-5444C359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B5AFAC7-C2EA-49ED-A080-AF0081B1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6964BB3-D7F7-495D-B22A-63ADBF0B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73eefac9e7d422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变式练习：把Q4的一个条件、数据或表示方式作合理改变，仍用“判断相加还是相减”解决，并写出检验。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答案不唯一。评价要点：改变后的条件完整；方法仍属于“判断相加还是相减”；过程正确；检验与新条件一致。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F3E1C28-5364-4384-AF47-128637D1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4A14BFF-D615-4533-A651-0D0CAE08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CAEFAFC-7346-40DB-BCF5-B239E142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E7F7307-65DA-49A6-8A31-5F4A15B9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DA45A2B3-B387-4126-8C89-7809732E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34cb53c2c0f409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纠错：“研究加减消元法的基本应用时，只记结论，不必区分条件、过程和依据。”这句话对吗？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当堂检测：何时可以把两个方程直接相加消去一个未知数？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CD2F2D0-D566-4498-88DE-E285A1AD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1798FD85-FF8E-4F7D-B398-D809CFBC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7EDEB1F-FDA7-4D90-B370-A61E04DA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802DECF-2B91-441F-899F-65C8A185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720B3506-F5A8-4098-BD32-C9CA007F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cf184413abe4a1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小结参考：本课围绕“加减消元法的基本应用”，掌握加减消元法、系数相等或互为相反数时消元，并能运用判断相加还是相减。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基础：完成教材第96页练习中的基础题并订正Q5、Q7 提升：当堂检测：何时可以把两个方程直接相加消去一个未知数？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我能否：①准确表达加减消元法；②运用判断相加还是相减；③写清依据并检验？选择“会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56D24C1-8180-470D-85C7-55F9C58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7CB32E1-5A8F-4D12-AB39-0707E1E1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7CD9A83-AB2B-4AD3-BB83-D31E1F75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F9E9096-4AD4-4681-8AAE-7112EBC6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A5FB9D3-36D3-44A3-B94F-DFCDB8CB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2026-08-02T17:54:21.0560000Z</dcterms:created>
  <dcterms:modified xsi:type="dcterms:W3CDTF">2026-08-02T17:54:21.0560000Z</dcterms:modified>
</coreProperties>
</file>