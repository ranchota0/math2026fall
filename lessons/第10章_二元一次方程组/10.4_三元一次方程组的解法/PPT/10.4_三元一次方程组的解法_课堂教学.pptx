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a1b43ee6c942a8" /><Relationship Type="http://schemas.openxmlformats.org/officeDocument/2006/relationships/extended-properties" Target="/docProps/app.xml" Id="R0d6af701cb2e46a8" /><Relationship Type="http://schemas.openxmlformats.org/officeDocument/2006/relationships/officeDocument" Target="/ppt/presentation.xml" Id="Rf67faac1b0d143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15080fe1014deb"/>
    <p:sldMasterId xmlns:r="http://schemas.openxmlformats.org/officeDocument/2006/relationships" id="2147483660" r:id="R1e0578b137844160"/>
  </p:sldMasterIdLst>
  <p:notesMasterIdLst>
    <p:notesMasterId xmlns:r="http://schemas.openxmlformats.org/officeDocument/2006/relationships" r:id="R7dc00e56923c4815"/>
  </p:notesMasterIdLst>
  <p:sldIdLst>
    <p:sldId xmlns:r="http://schemas.openxmlformats.org/officeDocument/2006/relationships" id="256" r:id="R5adaca367ba14f69"/>
    <p:sldId xmlns:r="http://schemas.openxmlformats.org/officeDocument/2006/relationships" id="257" r:id="R04fa26143c624081"/>
    <p:sldId xmlns:r="http://schemas.openxmlformats.org/officeDocument/2006/relationships" id="258" r:id="R2eba12cb2dfb49f5"/>
    <p:sldId xmlns:r="http://schemas.openxmlformats.org/officeDocument/2006/relationships" id="259" r:id="Rbd752b3d54044c65"/>
    <p:sldId xmlns:r="http://schemas.openxmlformats.org/officeDocument/2006/relationships" id="260" r:id="R5eb732b3e0594906"/>
    <p:sldId xmlns:r="http://schemas.openxmlformats.org/officeDocument/2006/relationships" id="261" r:id="R9d75630046d24778"/>
    <p:sldId xmlns:r="http://schemas.openxmlformats.org/officeDocument/2006/relationships" id="262" r:id="R6d9c25209efb4b0a"/>
    <p:sldId xmlns:r="http://schemas.openxmlformats.org/officeDocument/2006/relationships" id="263" r:id="Ra909428b2d564a60"/>
    <p:sldId xmlns:r="http://schemas.openxmlformats.org/officeDocument/2006/relationships" id="264" r:id="Rc602a30a1a7748d2"/>
    <p:sldId xmlns:r="http://schemas.openxmlformats.org/officeDocument/2006/relationships" id="265" r:id="R5e963bda0bc84805"/>
    <p:sldId xmlns:r="http://schemas.openxmlformats.org/officeDocument/2006/relationships" id="266" r:id="R35eb795459d84f39"/>
    <p:sldId xmlns:r="http://schemas.openxmlformats.org/officeDocument/2006/relationships" id="267" r:id="Rddeeef9f8605455c"/>
    <p:sldId xmlns:r="http://schemas.openxmlformats.org/officeDocument/2006/relationships" id="268" r:id="Rdef4fbe359014ded"/>
    <p:sldId xmlns:r="http://schemas.openxmlformats.org/officeDocument/2006/relationships" id="269" r:id="R93964721fe7c4a59"/>
    <p:sldId xmlns:r="http://schemas.openxmlformats.org/officeDocument/2006/relationships" id="270" r:id="Rfcb36d4310ae4e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077a2040854816" /><Relationship Type="http://schemas.openxmlformats.org/officeDocument/2006/relationships/slideMaster" Target="/ppt/slideMasters/slideMaster1.xml" Id="R8415080fe1014deb" /><Relationship Type="http://schemas.openxmlformats.org/officeDocument/2006/relationships/slideMaster" Target="/ppt/slideMasters/slideMaster2.xml" Id="R1e0578b137844160" /><Relationship Type="http://schemas.openxmlformats.org/officeDocument/2006/relationships/notesMaster" Target="/ppt/notesMasters/notesMaster1.xml" Id="R7dc00e56923c4815" /><Relationship Type="http://schemas.openxmlformats.org/officeDocument/2006/relationships/presProps" Target="/ppt/presProps.xml" Id="R36f548b8da494d9d" /><Relationship Type="http://schemas.openxmlformats.org/officeDocument/2006/relationships/viewProps" Target="/ppt/viewProps.xml" Id="R15139735e5064b9c" /><Relationship Type="http://schemas.openxmlformats.org/officeDocument/2006/relationships/tableStyles" Target="/ppt/tableStyles.xml" Id="R9dfe1df976bc45ce" /><Relationship Type="http://schemas.openxmlformats.org/officeDocument/2006/relationships/slide" Target="/ppt/slides/slide1.xml" Id="R5adaca367ba14f69" /><Relationship Type="http://schemas.openxmlformats.org/officeDocument/2006/relationships/slide" Target="/ppt/slides/slide2.xml" Id="R04fa26143c624081" /><Relationship Type="http://schemas.openxmlformats.org/officeDocument/2006/relationships/slide" Target="/ppt/slides/slide3.xml" Id="R2eba12cb2dfb49f5" /><Relationship Type="http://schemas.openxmlformats.org/officeDocument/2006/relationships/slide" Target="/ppt/slides/slide4.xml" Id="Rbd752b3d54044c65" /><Relationship Type="http://schemas.openxmlformats.org/officeDocument/2006/relationships/slide" Target="/ppt/slides/slide5.xml" Id="R5eb732b3e0594906" /><Relationship Type="http://schemas.openxmlformats.org/officeDocument/2006/relationships/slide" Target="/ppt/slides/slide6.xml" Id="R9d75630046d24778" /><Relationship Type="http://schemas.openxmlformats.org/officeDocument/2006/relationships/slide" Target="/ppt/slides/slide7.xml" Id="R6d9c25209efb4b0a" /><Relationship Type="http://schemas.openxmlformats.org/officeDocument/2006/relationships/slide" Target="/ppt/slides/slide8.xml" Id="Ra909428b2d564a60" /><Relationship Type="http://schemas.openxmlformats.org/officeDocument/2006/relationships/slide" Target="/ppt/slides/slide9.xml" Id="Rc602a30a1a7748d2" /><Relationship Type="http://schemas.openxmlformats.org/officeDocument/2006/relationships/slide" Target="/ppt/slides/slide10.xml" Id="R5e963bda0bc84805" /><Relationship Type="http://schemas.openxmlformats.org/officeDocument/2006/relationships/slide" Target="/ppt/slides/slide11.xml" Id="R35eb795459d84f39" /><Relationship Type="http://schemas.openxmlformats.org/officeDocument/2006/relationships/slide" Target="/ppt/slides/slide12.xml" Id="Rddeeef9f8605455c" /><Relationship Type="http://schemas.openxmlformats.org/officeDocument/2006/relationships/slide" Target="/ppt/slides/slide13.xml" Id="Rdef4fbe359014ded" /><Relationship Type="http://schemas.openxmlformats.org/officeDocument/2006/relationships/slide" Target="/ppt/slides/slide14.xml" Id="R93964721fe7c4a59" /><Relationship Type="http://schemas.openxmlformats.org/officeDocument/2006/relationships/slide" Target="/ppt/slides/slide15.xml" Id="Rfcb36d4310ae4e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c9a2f80ed07f45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b06131407b4082" /><Relationship Type="http://schemas.openxmlformats.org/officeDocument/2006/relationships/notesMaster" Target="/ppt/notesMasters/notesMaster1.xml" Id="Ra7e773fe1f644d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009858b28d48f9" /><Relationship Type="http://schemas.openxmlformats.org/officeDocument/2006/relationships/notesMaster" Target="/ppt/notesMasters/notesMaster1.xml" Id="Rdf0d9289ae7941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2916114c6840e2" /><Relationship Type="http://schemas.openxmlformats.org/officeDocument/2006/relationships/notesMaster" Target="/ppt/notesMasters/notesMaster1.xml" Id="Rf87a54ad3e5a46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454b566d864d03" /><Relationship Type="http://schemas.openxmlformats.org/officeDocument/2006/relationships/notesMaster" Target="/ppt/notesMasters/notesMaster1.xml" Id="R522debaa609a48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7015867d8147c8" /><Relationship Type="http://schemas.openxmlformats.org/officeDocument/2006/relationships/notesMaster" Target="/ppt/notesMasters/notesMaster1.xml" Id="Rf48d4eb64f9b47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d2ad36ea4f44f3" /><Relationship Type="http://schemas.openxmlformats.org/officeDocument/2006/relationships/notesMaster" Target="/ppt/notesMasters/notesMaster1.xml" Id="R07f50bd083d143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86fbf5d2f84bcc" /><Relationship Type="http://schemas.openxmlformats.org/officeDocument/2006/relationships/notesMaster" Target="/ppt/notesMasters/notesMaster1.xml" Id="R884637abb64d47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5c6b8e785f47a2" /><Relationship Type="http://schemas.openxmlformats.org/officeDocument/2006/relationships/notesMaster" Target="/ppt/notesMasters/notesMaster1.xml" Id="R812edb88fcdd4a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579996ce9c4261" /><Relationship Type="http://schemas.openxmlformats.org/officeDocument/2006/relationships/notesMaster" Target="/ppt/notesMasters/notesMaster1.xml" Id="R26997d23adbc43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7ea858af2a4297" /><Relationship Type="http://schemas.openxmlformats.org/officeDocument/2006/relationships/notesMaster" Target="/ppt/notesMasters/notesMaster1.xml" Id="R8f84dcb339db45f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b155f4e4474e58" /><Relationship Type="http://schemas.openxmlformats.org/officeDocument/2006/relationships/notesMaster" Target="/ppt/notesMasters/notesMaster1.xml" Id="Rdaef186793be4e3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244f382aa3429e" /><Relationship Type="http://schemas.openxmlformats.org/officeDocument/2006/relationships/notesMaster" Target="/ppt/notesMasters/notesMaster1.xml" Id="R69e41bcee9f1411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db70ce1c8db49be" /><Relationship Type="http://schemas.openxmlformats.org/officeDocument/2006/relationships/notesMaster" Target="/ppt/notesMasters/notesMaster1.xml" Id="Ra2583a1f7200428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455c54bbc7944cd" /><Relationship Type="http://schemas.openxmlformats.org/officeDocument/2006/relationships/notesMaster" Target="/ppt/notesMasters/notesMaster1.xml" Id="R0b776aae90c2472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9fe91cf17904b47" /><Relationship Type="http://schemas.openxmlformats.org/officeDocument/2006/relationships/notesMaster" Target="/ppt/notesMasters/notesMaster1.xml" Id="R11deb22cc3da4a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从教材印刷页107—111进入《三元一次方程组的解法》。说明本课在第10章 二元一次方程组中的位置。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人教版《义务教育教科书·数学七年级下册》，印刷页107—111。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形成第一个核心概念：三元一次方程组。要求学生标出对象、条件、表示和作用。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形成第二个核心概念或方法：逐步消元。与前一概念对比，避免相近知识混淆。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呈现Q4，保留独立思考时间。题型对应教材印刷页107—111的例题或典型任务。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人教版《义务教育教科书·数学七年级下册》，印刷页107—111。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1f3c8b042a4e2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d89c57668d4c8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9ccfe37d224e8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63910cd7c34e7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f903a1626b4f6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4ce82d4a5142d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a495e718024e5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01fe1a4fb44ff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248d9d77754b8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654796bf2b4dd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3db2bce530493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816955d9a1b4df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167aaeeb590437e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d4792bbd0d4a38" /><Relationship Type="http://schemas.openxmlformats.org/officeDocument/2006/relationships/slideLayout" Target="/ppt/slideLayouts/slideLayout1.xml" Id="R209816a35efd4028" /><Relationship Type="http://schemas.openxmlformats.org/officeDocument/2006/relationships/slideLayout" Target="/ppt/slideLayouts/slideLayout2.xml" Id="Rdab0c11b16de43e3" /><Relationship Type="http://schemas.openxmlformats.org/officeDocument/2006/relationships/slideLayout" Target="/ppt/slideLayouts/slideLayout3.xml" Id="R4f38ae5db1224635" /><Relationship Type="http://schemas.openxmlformats.org/officeDocument/2006/relationships/slideLayout" Target="/ppt/slideLayouts/slideLayout4.xml" Id="R93237f08d7964e40" /><Relationship Type="http://schemas.openxmlformats.org/officeDocument/2006/relationships/slideLayout" Target="/ppt/slideLayouts/slideLayout5.xml" Id="R41a183d9e8494b1c" /><Relationship Type="http://schemas.openxmlformats.org/officeDocument/2006/relationships/slideLayout" Target="/ppt/slideLayouts/slideLayout6.xml" Id="R888366f2ed504f30" /><Relationship Type="http://schemas.openxmlformats.org/officeDocument/2006/relationships/slideLayout" Target="/ppt/slideLayouts/slideLayout7.xml" Id="Rb7f6c556551841fb" /><Relationship Type="http://schemas.openxmlformats.org/officeDocument/2006/relationships/slideLayout" Target="/ppt/slideLayouts/slideLayout8.xml" Id="Rd5bac037728f4d77" /><Relationship Type="http://schemas.openxmlformats.org/officeDocument/2006/relationships/slideLayout" Target="/ppt/slideLayouts/slideLayout9.xml" Id="R0c6a022510454002" /><Relationship Type="http://schemas.openxmlformats.org/officeDocument/2006/relationships/slideLayout" Target="/ppt/slideLayouts/slideLayout10.xml" Id="R0d20e2bf640b40ac" /><Relationship Type="http://schemas.openxmlformats.org/officeDocument/2006/relationships/slideLayout" Target="/ppt/slideLayouts/slideLayout11.xml" Id="Rd3da233718bd46f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ef7289a923f44ca8" /><Relationship Type="http://schemas.openxmlformats.org/officeDocument/2006/relationships/slideLayout" Target="/ppt/slideLayouts/slideLayout12.xml" Id="Rc5c1d3484bc64b5d" /><Relationship Type="http://schemas.openxmlformats.org/officeDocument/2006/relationships/slideLayout" Target="/ppt/slideLayouts/slideLayout13.xml" Id="Rd83301fea04d45ad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9816a35efd4028"/>
    <p:sldLayoutId xmlns:r="http://schemas.openxmlformats.org/officeDocument/2006/relationships" id="2147483650" r:id="Rdab0c11b16de43e3"/>
    <p:sldLayoutId xmlns:r="http://schemas.openxmlformats.org/officeDocument/2006/relationships" id="2147483651" r:id="R4f38ae5db1224635"/>
    <p:sldLayoutId xmlns:r="http://schemas.openxmlformats.org/officeDocument/2006/relationships" id="2147483652" r:id="R93237f08d7964e40"/>
    <p:sldLayoutId xmlns:r="http://schemas.openxmlformats.org/officeDocument/2006/relationships" id="2147483653" r:id="R41a183d9e8494b1c"/>
    <p:sldLayoutId xmlns:r="http://schemas.openxmlformats.org/officeDocument/2006/relationships" id="2147483654" r:id="R888366f2ed504f30"/>
    <p:sldLayoutId xmlns:r="http://schemas.openxmlformats.org/officeDocument/2006/relationships" id="2147483655" r:id="Rb7f6c556551841fb"/>
    <p:sldLayoutId xmlns:r="http://schemas.openxmlformats.org/officeDocument/2006/relationships" id="2147483656" r:id="Rd5bac037728f4d77"/>
    <p:sldLayoutId xmlns:r="http://schemas.openxmlformats.org/officeDocument/2006/relationships" id="2147483657" r:id="R0c6a022510454002"/>
    <p:sldLayoutId xmlns:r="http://schemas.openxmlformats.org/officeDocument/2006/relationships" id="2147483658" r:id="R0d20e2bf640b40ac"/>
    <p:sldLayoutId xmlns:r="http://schemas.openxmlformats.org/officeDocument/2006/relationships" id="2147483659" r:id="Rd3da233718bd46f8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c5c1d3484bc64b5d"/>
    <p:sldLayoutId xmlns:r="http://schemas.openxmlformats.org/officeDocument/2006/relationships" id="2147483662" r:id="Rd83301fea04d45ad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80db039108d4b97" /><Relationship Type="http://schemas.openxmlformats.org/officeDocument/2006/relationships/image" Target="/ppt/media/image.jpeg" Id="Re814db418c754b3e" /><Relationship Type="http://schemas.openxmlformats.org/officeDocument/2006/relationships/notesSlide" Target="/ppt/notesSlides/notesSlide1.xml" Id="Rda1c8463fed54a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d1d262505d242a3" /><Relationship Type="http://schemas.openxmlformats.org/officeDocument/2006/relationships/image" Target="/ppt/media/image2.jpeg" Id="R34e460eaaed94cba" /><Relationship Type="http://schemas.openxmlformats.org/officeDocument/2006/relationships/image" Target="/ppt/media/image.svg" Id="Ra8587356fe0c400d" /><Relationship Type="http://schemas.openxmlformats.org/officeDocument/2006/relationships/image" Target="/ppt/media/image.jpeg" Id="R4e69363c68b348bd" /><Relationship Type="http://schemas.openxmlformats.org/officeDocument/2006/relationships/image" Target="/ppt/media/image2.svg" Id="Rda2b5a8298a14dde" /><Relationship Type="http://schemas.openxmlformats.org/officeDocument/2006/relationships/image" Target="/ppt/media/image3.jpeg" Id="R92c552f498094bab" /><Relationship Type="http://schemas.openxmlformats.org/officeDocument/2006/relationships/image" Target="/ppt/media/image3.svg" Id="R488cd58a3f1241d4" /><Relationship Type="http://schemas.openxmlformats.org/officeDocument/2006/relationships/image" Target="/ppt/media/image4.jpeg" Id="R6a02c6d91beb4fef" /><Relationship Type="http://schemas.openxmlformats.org/officeDocument/2006/relationships/image" Target="/ppt/media/image4.svg" Id="R72a92bc21b814615" /><Relationship Type="http://schemas.openxmlformats.org/officeDocument/2006/relationships/notesSlide" Target="/ppt/notesSlides/notesSlide2.xml" Id="R049bf4246f7b45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49a18e332cb4f87" /><Relationship Type="http://schemas.openxmlformats.org/officeDocument/2006/relationships/image" Target="/ppt/media/image2.jpeg" Id="R4c7046a1662448fe" /><Relationship Type="http://schemas.openxmlformats.org/officeDocument/2006/relationships/notesSlide" Target="/ppt/notesSlides/notesSlide3.xml" Id="R75c9ec2dce5f4c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cd76c634c16453c" /><Relationship Type="http://schemas.openxmlformats.org/officeDocument/2006/relationships/image" Target="/ppt/media/image2.jpeg" Id="Rf95ca33b7f084171" /><Relationship Type="http://schemas.openxmlformats.org/officeDocument/2006/relationships/notesSlide" Target="/ppt/notesSlides/notesSlide4.xml" Id="Rf6a51e0e459b4b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d100eb3c096417e" /><Relationship Type="http://schemas.openxmlformats.org/officeDocument/2006/relationships/image" Target="/ppt/media/image2.jpeg" Id="R3f6354553ebc4751" /><Relationship Type="http://schemas.openxmlformats.org/officeDocument/2006/relationships/notesSlide" Target="/ppt/notesSlides/notesSlide5.xml" Id="Ra60d77a1711c43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1b4adf2c0414a42" /><Relationship Type="http://schemas.openxmlformats.org/officeDocument/2006/relationships/image" Target="/ppt/media/image2.jpeg" Id="Ra4093ecdf20c4a83" /><Relationship Type="http://schemas.openxmlformats.org/officeDocument/2006/relationships/notesSlide" Target="/ppt/notesSlides/notesSlide6.xml" Id="R61e7bd6fe6474c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a03dd43ba0c495b" /><Relationship Type="http://schemas.openxmlformats.org/officeDocument/2006/relationships/image" Target="/ppt/media/image2.jpeg" Id="Rdb39578021914cc8" /><Relationship Type="http://schemas.openxmlformats.org/officeDocument/2006/relationships/notesSlide" Target="/ppt/notesSlides/notesSlide7.xml" Id="R3cf3b5763c344e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85e4ddaddee43cd" /><Relationship Type="http://schemas.openxmlformats.org/officeDocument/2006/relationships/image" Target="/ppt/media/image2.jpeg" Id="R22abe98c11f642eb" /><Relationship Type="http://schemas.openxmlformats.org/officeDocument/2006/relationships/notesSlide" Target="/ppt/notesSlides/notesSlide8.xml" Id="R512b8199ae4544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f35ad043fff455e" /><Relationship Type="http://schemas.openxmlformats.org/officeDocument/2006/relationships/image" Target="/ppt/media/image2.jpeg" Id="R13c5af25bbce4c65" /><Relationship Type="http://schemas.openxmlformats.org/officeDocument/2006/relationships/notesSlide" Target="/ppt/notesSlides/notesSlide9.xml" Id="Rc20bfb1e984943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3436764cde945a8" /><Relationship Type="http://schemas.openxmlformats.org/officeDocument/2006/relationships/image" Target="/ppt/media/image2.jpeg" Id="R30f2ecabe6d347d9" /><Relationship Type="http://schemas.openxmlformats.org/officeDocument/2006/relationships/notesSlide" Target="/ppt/notesSlides/notesSlide10.xml" Id="Rb1b0c491a81742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c9ec3de52a64523" /><Relationship Type="http://schemas.openxmlformats.org/officeDocument/2006/relationships/image" Target="/ppt/media/image2.jpeg" Id="Rda0fa9296f9d4a64" /><Relationship Type="http://schemas.openxmlformats.org/officeDocument/2006/relationships/notesSlide" Target="/ppt/notesSlides/notesSlide11.xml" Id="R97ed6cea58024e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5ba52ca6d134a5b" /><Relationship Type="http://schemas.openxmlformats.org/officeDocument/2006/relationships/image" Target="/ppt/media/image2.jpeg" Id="R928714b12bb34b5b" /><Relationship Type="http://schemas.openxmlformats.org/officeDocument/2006/relationships/notesSlide" Target="/ppt/notesSlides/notesSlide12.xml" Id="R319f132b8c814bd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da41f1f729c44ab" /><Relationship Type="http://schemas.openxmlformats.org/officeDocument/2006/relationships/image" Target="/ppt/media/image2.jpeg" Id="R75dab20ce74f47a4" /><Relationship Type="http://schemas.openxmlformats.org/officeDocument/2006/relationships/notesSlide" Target="/ppt/notesSlides/notesSlide13.xml" Id="R9aa9670b65b8441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a201c70b8de4e1c" /><Relationship Type="http://schemas.openxmlformats.org/officeDocument/2006/relationships/image" Target="/ppt/media/image2.jpeg" Id="R1a38fb99f5ca4fd4" /><Relationship Type="http://schemas.openxmlformats.org/officeDocument/2006/relationships/notesSlide" Target="/ppt/notesSlides/notesSlide14.xml" Id="R0488d1f548814b4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ca13773c7064725" /><Relationship Type="http://schemas.openxmlformats.org/officeDocument/2006/relationships/image" Target="/ppt/media/image5.jpeg" Id="R38569e4c7aef4eaf" /><Relationship Type="http://schemas.openxmlformats.org/officeDocument/2006/relationships/notesSlide" Target="/ppt/notesSlides/notesSlide15.xml" Id="R79fcbbb1e689465e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814db418c754b3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10.4 三元一次方程组的解法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第10章 二元一次方程组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教材印刷页107—111 · 新授课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4e460eaaed94cb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69363c68b348bd">
            <a:extLst>
              <a:ext uri="{96DAC541-7B7A-43D3-8B79-37D633B846F1}">
                <asvg:svgBlip xmlns:asvg="http://schemas.microsoft.com/office/drawing/2016/SVG/main" r:embed="Ra8587356fe0c400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通过阅读、观察或操作，准确说出三元一次方程组、逐步消元、选学内容的含义、表示或基本步骤。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e460eaaed94cba">
            <a:extLst>
              <a:ext uri="{96DAC541-7B7A-43D3-8B79-37D633B846F1}">
                <asvg:svgBlip xmlns:asvg="http://schemas.microsoft.com/office/drawing/2016/SVG/main" r:embed="Rda2b5a8298a14dd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在Q2—Q4中运用“把三元方程组转化为二元方程组”，能用完整语言、式子、图形或图表说明依据。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c552f498094bab">
            <a:extLst>
              <a:ext uri="{96DAC541-7B7A-43D3-8B79-37D633B846F1}">
                <asvg:svgBlip xmlns:asvg="http://schemas.microsoft.com/office/drawing/2016/SVG/main" r:embed="R488cd58a3f1241d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在基础与变式练习中运用“把三元方程组转化为二元方程组”解决同类问题，并对结果进行检验。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02c6d91beb4fef">
            <a:extLst>
              <a:ext uri="{96DAC541-7B7A-43D3-8B79-37D633B846F1}">
                <asvg:svgBlip xmlns:asvg="http://schemas.microsoft.com/office/drawing/2016/SVG/main" r:embed="R72a92bc21b81461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c7046a1662448f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对应印刷页107—111。先读图、读表或读题，圈出已知和所求。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调用学生已经学习二元一次方程组消元法，具备基本观察、计算、作图或整理数据的经验。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聚焦三元一次方程组、逐步消元、选学内容，不急于抄结论。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37A7A8A-C311-49CC-81E2-B494CF6D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7DE9A6FE-F8AF-4253-B47F-1D303EF0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57" y="2268188"/>
            <a:ext cx="670550" cy="70104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4FA96C2-8A75-4279-8CE8-8FBDB25F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866886" y="2603468"/>
            <a:ext cx="3657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3C857C7-2A9C-43C6-91FF-4CB05064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25" y="2359628"/>
            <a:ext cx="325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20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840AE5E7-576A-488E-9F31-7412EDFF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3599" y="2359628"/>
            <a:ext cx="507992" cy="5181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  <p:sp>
        <p:nvSpPr>
          <p:cNvPr id="21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91496EE-1C24-4122-81FF-5B949D80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2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616E0C4E-AD9F-4349-A730-BE7140CE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026" y="2268188"/>
            <a:ext cx="670550" cy="70104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F5937B0-2EBB-46BD-A886-83376F72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27854" y="2603468"/>
            <a:ext cx="3657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EAE3E1E-085C-450D-961E-7FBB4D9E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493" y="2359628"/>
            <a:ext cx="325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25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1C366BC3-971E-405F-A8D1-E652D9D4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567" y="2359628"/>
            <a:ext cx="507992" cy="5181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  <p:sp>
        <p:nvSpPr>
          <p:cNvPr id="2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CB31C5D-6BF5-4121-9328-53D981AC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7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00B3D96C-3EE5-400A-85A3-A51564AE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57" y="4744688"/>
            <a:ext cx="670550" cy="70104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2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94EE86F-876B-478D-9568-D6B8AF2A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866886" y="5079968"/>
            <a:ext cx="3657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2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399D51C-5B60-4AB4-A12B-8C4CAAED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25" y="4836128"/>
            <a:ext cx="325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30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4DFBE0E1-82C3-4F4B-9F4E-C5E4D86E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3599" y="4836128"/>
            <a:ext cx="507992" cy="5181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  <p:sp>
        <p:nvSpPr>
          <p:cNvPr id="31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558F4F1-5F29-4532-84BB-89FEB011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32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E8108C8B-FBFC-49A4-9FCA-77A9F239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026" y="4744688"/>
            <a:ext cx="670550" cy="70104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3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C297037-1D5F-4527-99ED-BAA219D1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27854" y="5079968"/>
            <a:ext cx="3657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3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2976913-FD56-4BF4-B328-E3D9FAFC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493" y="4836128"/>
            <a:ext cx="325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35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4C84E8C8-07EA-426E-949A-6920AD65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567" y="4836128"/>
            <a:ext cx="507992" cy="5181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95ca33b7f08417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旧知回顾：回顾“二元一次方程组消元法”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回顾“二元一次方程组消元法”：写出一条与本课有关的定义、性质或计算规则。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参考要点：正确表述“二元一次方程组消元法”的核心含义，并说明它与“三元一次方程组”的联系。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C682538-AD7B-4B03-A42A-5352291D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A36149BC-6D11-4E98-9242-52559BC5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695" y="3051810"/>
            <a:ext cx="1524476" cy="1884045"/>
          </a:xfrm>
          <a:prstGeom xmlns:a="http://schemas.openxmlformats.org/drawingml/2006/main" prst="roundRect">
            <a:avLst>
              <a:gd name="adj" fmla="val 49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91D1AE1-0A66-4B0E-A777-9662C494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93956" y="3952875"/>
            <a:ext cx="831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1CF07AE-1FC1-4E25-99F7-B0FC20C1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297555"/>
            <a:ext cx="7391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7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8A218271-47BC-4476-A459-108B28C3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078" y="3297555"/>
            <a:ext cx="1154906" cy="1392555"/>
          </a:xfrm>
          <a:prstGeom xmlns:a="http://schemas.openxmlformats.org/drawingml/2006/main" prst="roundRect">
            <a:avLst>
              <a:gd name="adj" fmla="val 6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f6354553ebc475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阅读教材印刷页107—111，圈出“三元一次方程组、逐步消元、选学内容”，分别用一句话记录它们解决什么问题。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小组探究：围绕“设计合理的逐步消元顺序”设计一次观察、操作或推理，记录现象、猜想和验证依据。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围绕“把三元方程组转化为二元方程组”说明理由；同伴只追问条件和依据。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D4B87FC-3E8C-457E-B01C-3CD89041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8DF108F8-AD19-41F3-8876-0A4D46C0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4558665"/>
            <a:ext cx="1367314" cy="635318"/>
          </a:xfrm>
          <a:prstGeom xmlns:a="http://schemas.openxmlformats.org/drawingml/2006/main" prst="roundRect">
            <a:avLst>
              <a:gd name="adj" fmla="val 11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E88DE5E-CE7B-4624-844A-9FCFEC46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69394" y="4862513"/>
            <a:ext cx="745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B0D351B-70C8-4685-8924-F6165741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641533"/>
            <a:ext cx="6629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646FB543-FEFB-429A-94AE-0E23540E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503" y="4641533"/>
            <a:ext cx="1035844" cy="469583"/>
          </a:xfrm>
          <a:prstGeom xmlns:a="http://schemas.openxmlformats.org/drawingml/2006/main" prst="roundRect">
            <a:avLst>
              <a:gd name="adj" fmla="val 16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4093ecdf20c4a8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概念一：三元一次方程组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三元一次方程组：按教材明确其定义、条件、表示、性质或步骤。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BA31351-3236-44FB-9ED8-C1E2D2DC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FF7D990C-9DE7-41CB-A040-F70C1E90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695" y="3051810"/>
            <a:ext cx="1524476" cy="1884045"/>
          </a:xfrm>
          <a:prstGeom xmlns:a="http://schemas.openxmlformats.org/drawingml/2006/main" prst="roundRect">
            <a:avLst>
              <a:gd name="adj" fmla="val 49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35741C5-4A3F-4806-90AA-312228A3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93956" y="3952875"/>
            <a:ext cx="831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070D0ED-C0E6-40DC-A0A8-6DE48A07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297555"/>
            <a:ext cx="7391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7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4B40AE7A-F6BF-4FF0-B6D1-CD2F5111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078" y="3297555"/>
            <a:ext cx="1154906" cy="1392555"/>
          </a:xfrm>
          <a:prstGeom xmlns:a="http://schemas.openxmlformats.org/drawingml/2006/main" prst="roundRect">
            <a:avLst>
              <a:gd name="adj" fmla="val 6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b39578021914cc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概念二：逐步消元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逐步消元：按教材明确其定义、条件、表示、性质或步骤。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易错提醒：设计合理的逐步消元顺序。先审条件，再使用结论。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234C6AC-153F-4508-8DE1-E56C2E6F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C1D89393-393F-412D-AD66-D9EB6281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695" y="3051810"/>
            <a:ext cx="1524476" cy="1884045"/>
          </a:xfrm>
          <a:prstGeom xmlns:a="http://schemas.openxmlformats.org/drawingml/2006/main" prst="roundRect">
            <a:avLst>
              <a:gd name="adj" fmla="val 49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7A63EBA-0691-4F47-B504-013F8B8F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93956" y="3952875"/>
            <a:ext cx="831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BF7FEBE-390B-435F-ABEE-727A31D8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297555"/>
            <a:ext cx="7391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7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9306E6A5-C093-4614-894A-AD39DD0E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078" y="3297555"/>
            <a:ext cx="1154906" cy="1392555"/>
          </a:xfrm>
          <a:prstGeom xmlns:a="http://schemas.openxmlformats.org/drawingml/2006/main" prst="roundRect">
            <a:avLst>
              <a:gd name="adj" fmla="val 6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2abe98c11f642e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小组探究：围绕“设计合理的逐步消元顺序”设计一次观察、操作或推理，记录现象、猜想和验证依据。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参考思路：先明确条件，再围绕“把三元方程组转化为二元方程组”形成猜想，最后用定义、计算、图表或反例验证。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73048FE-3441-479B-A8BC-5640825A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63C0DC7B-1222-4B17-9699-1F485B0D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605" y="2714625"/>
            <a:ext cx="1304449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7F6DA89-33D0-499F-978A-6A12D58E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70169" y="3238500"/>
            <a:ext cx="7115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A76634C-FDAA-4807-8E76-129607BB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26" y="2857500"/>
            <a:ext cx="63246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23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989FE5D3-1BA5-4375-B84B-AB7C53A1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273" y="2857500"/>
            <a:ext cx="988219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3c5af25bbce4c6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只记“三元一次方程组”的结论，不检查适用条件。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把“把三元方程组转化为二元方程组”与相近概念或逆命题混淆。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0f2ecabe6d347d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教材例题：例题（对应教材10.4例题）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例题（对应教材10.4例题）：解方程组x+y+z=6，x−y=0，y−z=0。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选用把三元方程组转化为二元方程组；3.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教材印刷页107—111：先思考，再对照规范解答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44B95322-364E-4CF8-A831-49733FBE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131A1C4A-BCAA-4C4A-ADE4-7F7ADA6A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4558665"/>
            <a:ext cx="1367314" cy="635318"/>
          </a:xfrm>
          <a:prstGeom xmlns:a="http://schemas.openxmlformats.org/drawingml/2006/main" prst="roundRect">
            <a:avLst>
              <a:gd name="adj" fmla="val 11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12A6389-E8CA-4130-8022-093FF252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69394" y="4862513"/>
            <a:ext cx="745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6444860-1841-4F9A-8492-999A34DB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641533"/>
            <a:ext cx="6629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24626F30-CC85-4BD6-AAD4-979DB50C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503" y="4641533"/>
            <a:ext cx="1035844" cy="469583"/>
          </a:xfrm>
          <a:prstGeom xmlns:a="http://schemas.openxmlformats.org/drawingml/2006/main" prst="roundRect">
            <a:avLst>
              <a:gd name="adj" fmla="val 16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a0fa9296f9d4a6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选择“把三元方程组转化为二元方程组”对应的方法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由后两式得x=y=z，代入第一式得3x=6，所以x=y=z=2。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没有先确认“把三元方程组转化为二元方程组”的条件，或只写结果不写依据。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C43F9AE-C079-4BD8-B877-ADF50F72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CF7E6409-8D6F-4A1C-A356-0DAF5951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605" y="2714625"/>
            <a:ext cx="1304449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62E436F-A097-43F5-A90D-7E97224D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70169" y="3238500"/>
            <a:ext cx="7115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C3815E9-4B0E-4FC8-83FC-113FBF78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26" y="2857500"/>
            <a:ext cx="63246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23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C3418818-AD62-4F34-824A-35E4125F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273" y="2857500"/>
            <a:ext cx="988219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28714b12bb34b5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基础辨析：判断“使用‘三元一次方程组’时不需要检查条件，只要结论看起来合理即可”，并说明理由。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变式练习：把Q4的一个条件、数据或表示方式作合理改变，仍用“把三元方程组转化为二元方程组”解决，并写出检验。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A4630E9-B7CE-4CC4-B3BA-153CEF50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A5DAE7DB-DA7D-41E3-A53B-EE422981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" y="4884420"/>
            <a:ext cx="1273016" cy="591503"/>
          </a:xfrm>
          <a:prstGeom xmlns:a="http://schemas.openxmlformats.org/drawingml/2006/main" prst="roundRect">
            <a:avLst>
              <a:gd name="adj" fmla="val 12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75EF05D-FA77-498F-BB97-6E133359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40806" y="5167313"/>
            <a:ext cx="6943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951D51E-A3A4-42AC-A0D5-C5570C69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59" y="4961573"/>
            <a:ext cx="6172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BFE45014-40EE-494F-A914-AD8C2595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908" y="4961573"/>
            <a:ext cx="964406" cy="437198"/>
          </a:xfrm>
          <a:prstGeom xmlns:a="http://schemas.openxmlformats.org/drawingml/2006/main" prst="roundRect">
            <a:avLst>
              <a:gd name="adj" fmla="val 17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5dab20ce74f47a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变式练习：把Q4的一个条件、数据或表示方式作合理改变，仍用“把三元方程组转化为二元方程组”解决，并写出检验。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答案不唯一。评价要点：改变后的条件完整；方法仍属于“把三元方程组转化为二元方程组”；过程正确；检验与新条件一致。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6E4C578-B2D5-4F38-A6DF-E4FB0193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4F90F2AB-5C9D-4D14-A96A-A1B819BF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4558665"/>
            <a:ext cx="1367314" cy="635318"/>
          </a:xfrm>
          <a:prstGeom xmlns:a="http://schemas.openxmlformats.org/drawingml/2006/main" prst="roundRect">
            <a:avLst>
              <a:gd name="adj" fmla="val 11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7A938B7-70B5-4CA8-8F7B-F66ABDEC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69394" y="4862513"/>
            <a:ext cx="745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2BD0B7B-1EA7-43BA-8B31-88A0A8D1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641533"/>
            <a:ext cx="6629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09AC4CA8-9CB8-429A-A9C5-3D481A7B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503" y="4641533"/>
            <a:ext cx="1035844" cy="469583"/>
          </a:xfrm>
          <a:prstGeom xmlns:a="http://schemas.openxmlformats.org/drawingml/2006/main" prst="roundRect">
            <a:avLst>
              <a:gd name="adj" fmla="val 16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a38fb99f5ca4fd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纠错：“研究三元一次方程组的解法时，只记结论，不必区分条件、过程和依据。”这句话对吗？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当堂检测：解三元一次方程组的核心思想是什么？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13C4BE4-2A6C-46F4-BD7E-10E2172A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F4096F5C-3C73-4025-BDC7-8A08D387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" y="4884420"/>
            <a:ext cx="1273016" cy="591503"/>
          </a:xfrm>
          <a:prstGeom xmlns:a="http://schemas.openxmlformats.org/drawingml/2006/main" prst="roundRect">
            <a:avLst>
              <a:gd name="adj" fmla="val 12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B793B13-A109-4EBA-90C7-3C43518D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40806" y="5167313"/>
            <a:ext cx="6943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E9DD3A8-A370-4822-8873-0A4C0D5D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59" y="4961573"/>
            <a:ext cx="6172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1BCE8B71-C816-4337-8CD8-73C627D0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908" y="4961573"/>
            <a:ext cx="964406" cy="437198"/>
          </a:xfrm>
          <a:prstGeom xmlns:a="http://schemas.openxmlformats.org/drawingml/2006/main" prst="roundRect">
            <a:avLst>
              <a:gd name="adj" fmla="val 17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8569e4c7aef4ea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小结参考：本课围绕“三元一次方程组的解法”，掌握三元一次方程组、逐步消元、选学内容，并能运用把三元方程组转化为二元方程组。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基础：完成教材10.4练习中的基础题并订正Q5、Q7 提升：当堂检测：解三元一次方程组的核心思想是什么？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我能否：①准确表达三元一次方程组；②运用把三元方程组转化为二元方程组；③写清依据并检验？选择“会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0E8E364-4D21-4A5F-9D40-318CA836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D7B67954-F653-4C77-B8E9-E982DAB9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2693670"/>
            <a:ext cx="1430179" cy="591503"/>
          </a:xfrm>
          <a:prstGeom xmlns:a="http://schemas.openxmlformats.org/drawingml/2006/main" prst="roundRect">
            <a:avLst>
              <a:gd name="adj" fmla="val 12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18E64D3-A825-46B4-80EC-91DB6742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60619" y="2976563"/>
            <a:ext cx="78009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293F44B-A0CE-4F01-BED8-B0B59617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296" y="2770823"/>
            <a:ext cx="6934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7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73BD60B4-FA8B-43D3-BF0E-9D26C286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0733" y="2770823"/>
            <a:ext cx="1083469" cy="437198"/>
          </a:xfrm>
          <a:prstGeom xmlns:a="http://schemas.openxmlformats.org/drawingml/2006/main" prst="roundRect">
            <a:avLst>
              <a:gd name="adj" fmla="val 17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2026-08-02T17:54:24.9370000Z</dcterms:created>
  <dcterms:modified xsi:type="dcterms:W3CDTF">2026-08-02T17:54:24.9370000Z</dcterms:modified>
</coreProperties>
</file>