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aed267c1f74f22" /><Relationship Type="http://schemas.openxmlformats.org/officeDocument/2006/relationships/extended-properties" Target="/docProps/app.xml" Id="Rabe45ac9671b4e39" /><Relationship Type="http://schemas.openxmlformats.org/officeDocument/2006/relationships/officeDocument" Target="/ppt/presentation.xml" Id="Rc88c2a6e0de346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3b553998324ff0"/>
    <p:sldMasterId xmlns:r="http://schemas.openxmlformats.org/officeDocument/2006/relationships" id="2147483660" r:id="Ree681438e69f42dc"/>
  </p:sldMasterIdLst>
  <p:notesMasterIdLst>
    <p:notesMasterId xmlns:r="http://schemas.openxmlformats.org/officeDocument/2006/relationships" r:id="Re3344f961a594e4d"/>
  </p:notesMasterIdLst>
  <p:sldIdLst>
    <p:sldId xmlns:r="http://schemas.openxmlformats.org/officeDocument/2006/relationships" id="256" r:id="R7d83965d339745c3"/>
    <p:sldId xmlns:r="http://schemas.openxmlformats.org/officeDocument/2006/relationships" id="257" r:id="Rbcf52b1e35664452"/>
    <p:sldId xmlns:r="http://schemas.openxmlformats.org/officeDocument/2006/relationships" id="258" r:id="R91317f95f45e4cc4"/>
    <p:sldId xmlns:r="http://schemas.openxmlformats.org/officeDocument/2006/relationships" id="259" r:id="R9187205fd0164cfb"/>
    <p:sldId xmlns:r="http://schemas.openxmlformats.org/officeDocument/2006/relationships" id="260" r:id="Rf287876815724b35"/>
    <p:sldId xmlns:r="http://schemas.openxmlformats.org/officeDocument/2006/relationships" id="261" r:id="Rb6e90f1d5c8c4450"/>
    <p:sldId xmlns:r="http://schemas.openxmlformats.org/officeDocument/2006/relationships" id="262" r:id="Rd6fc28cb47ad403e"/>
    <p:sldId xmlns:r="http://schemas.openxmlformats.org/officeDocument/2006/relationships" id="263" r:id="R260bee8a002a40cd"/>
    <p:sldId xmlns:r="http://schemas.openxmlformats.org/officeDocument/2006/relationships" id="264" r:id="Rebf85b3ea9e9430c"/>
    <p:sldId xmlns:r="http://schemas.openxmlformats.org/officeDocument/2006/relationships" id="265" r:id="R874dd4a27d8b4972"/>
    <p:sldId xmlns:r="http://schemas.openxmlformats.org/officeDocument/2006/relationships" id="266" r:id="Rc1f61b04e01d4529"/>
    <p:sldId xmlns:r="http://schemas.openxmlformats.org/officeDocument/2006/relationships" id="267" r:id="Ref4f7bbe4dd5446c"/>
    <p:sldId xmlns:r="http://schemas.openxmlformats.org/officeDocument/2006/relationships" id="268" r:id="R4fb3187ce29049ec"/>
    <p:sldId xmlns:r="http://schemas.openxmlformats.org/officeDocument/2006/relationships" id="269" r:id="R1dbc8c3fee604696"/>
    <p:sldId xmlns:r="http://schemas.openxmlformats.org/officeDocument/2006/relationships" id="270" r:id="R486e8e251dfd4d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dfab6673e84da1" /><Relationship Type="http://schemas.openxmlformats.org/officeDocument/2006/relationships/slideMaster" Target="/ppt/slideMasters/slideMaster1.xml" Id="Rd73b553998324ff0" /><Relationship Type="http://schemas.openxmlformats.org/officeDocument/2006/relationships/slideMaster" Target="/ppt/slideMasters/slideMaster2.xml" Id="Ree681438e69f42dc" /><Relationship Type="http://schemas.openxmlformats.org/officeDocument/2006/relationships/notesMaster" Target="/ppt/notesMasters/notesMaster1.xml" Id="Re3344f961a594e4d" /><Relationship Type="http://schemas.openxmlformats.org/officeDocument/2006/relationships/presProps" Target="/ppt/presProps.xml" Id="R34c576e9903f49f8" /><Relationship Type="http://schemas.openxmlformats.org/officeDocument/2006/relationships/viewProps" Target="/ppt/viewProps.xml" Id="Rb57350af289e4ea6" /><Relationship Type="http://schemas.openxmlformats.org/officeDocument/2006/relationships/tableStyles" Target="/ppt/tableStyles.xml" Id="Rdd1a74f330cd453d" /><Relationship Type="http://schemas.openxmlformats.org/officeDocument/2006/relationships/slide" Target="/ppt/slides/slide1.xml" Id="R7d83965d339745c3" /><Relationship Type="http://schemas.openxmlformats.org/officeDocument/2006/relationships/slide" Target="/ppt/slides/slide2.xml" Id="Rbcf52b1e35664452" /><Relationship Type="http://schemas.openxmlformats.org/officeDocument/2006/relationships/slide" Target="/ppt/slides/slide3.xml" Id="R91317f95f45e4cc4" /><Relationship Type="http://schemas.openxmlformats.org/officeDocument/2006/relationships/slide" Target="/ppt/slides/slide4.xml" Id="R9187205fd0164cfb" /><Relationship Type="http://schemas.openxmlformats.org/officeDocument/2006/relationships/slide" Target="/ppt/slides/slide5.xml" Id="Rf287876815724b35" /><Relationship Type="http://schemas.openxmlformats.org/officeDocument/2006/relationships/slide" Target="/ppt/slides/slide6.xml" Id="Rb6e90f1d5c8c4450" /><Relationship Type="http://schemas.openxmlformats.org/officeDocument/2006/relationships/slide" Target="/ppt/slides/slide7.xml" Id="Rd6fc28cb47ad403e" /><Relationship Type="http://schemas.openxmlformats.org/officeDocument/2006/relationships/slide" Target="/ppt/slides/slide8.xml" Id="R260bee8a002a40cd" /><Relationship Type="http://schemas.openxmlformats.org/officeDocument/2006/relationships/slide" Target="/ppt/slides/slide9.xml" Id="Rebf85b3ea9e9430c" /><Relationship Type="http://schemas.openxmlformats.org/officeDocument/2006/relationships/slide" Target="/ppt/slides/slide10.xml" Id="R874dd4a27d8b4972" /><Relationship Type="http://schemas.openxmlformats.org/officeDocument/2006/relationships/slide" Target="/ppt/slides/slide11.xml" Id="Rc1f61b04e01d4529" /><Relationship Type="http://schemas.openxmlformats.org/officeDocument/2006/relationships/slide" Target="/ppt/slides/slide12.xml" Id="Ref4f7bbe4dd5446c" /><Relationship Type="http://schemas.openxmlformats.org/officeDocument/2006/relationships/slide" Target="/ppt/slides/slide13.xml" Id="R4fb3187ce29049ec" /><Relationship Type="http://schemas.openxmlformats.org/officeDocument/2006/relationships/slide" Target="/ppt/slides/slide14.xml" Id="R1dbc8c3fee604696" /><Relationship Type="http://schemas.openxmlformats.org/officeDocument/2006/relationships/slide" Target="/ppt/slides/slide15.xml" Id="R486e8e251dfd4d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afb1b9cf95dd4e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4b297adfae445f" /><Relationship Type="http://schemas.openxmlformats.org/officeDocument/2006/relationships/notesMaster" Target="/ppt/notesMasters/notesMaster1.xml" Id="R966a31b975054e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527648765b465c" /><Relationship Type="http://schemas.openxmlformats.org/officeDocument/2006/relationships/notesMaster" Target="/ppt/notesMasters/notesMaster1.xml" Id="R0de5ec61e05c4f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42a03a5bca4e6d" /><Relationship Type="http://schemas.openxmlformats.org/officeDocument/2006/relationships/notesMaster" Target="/ppt/notesMasters/notesMaster1.xml" Id="Rce03d442000d4c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8ca226cca74a0f" /><Relationship Type="http://schemas.openxmlformats.org/officeDocument/2006/relationships/notesMaster" Target="/ppt/notesMasters/notesMaster1.xml" Id="Rb53bc9e6ea1342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7da2cbf4de43a3" /><Relationship Type="http://schemas.openxmlformats.org/officeDocument/2006/relationships/notesMaster" Target="/ppt/notesMasters/notesMaster1.xml" Id="Rf192da576dfa47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2c60d1fd66436f" /><Relationship Type="http://schemas.openxmlformats.org/officeDocument/2006/relationships/notesMaster" Target="/ppt/notesMasters/notesMaster1.xml" Id="R8f2d8f2b8d0c45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30448f772b4f79" /><Relationship Type="http://schemas.openxmlformats.org/officeDocument/2006/relationships/notesMaster" Target="/ppt/notesMasters/notesMaster1.xml" Id="R7ee599fa81de41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a1fe91f0ec43c0" /><Relationship Type="http://schemas.openxmlformats.org/officeDocument/2006/relationships/notesMaster" Target="/ppt/notesMasters/notesMaster1.xml" Id="Rd13d88bc2e5d42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4dd14d05f1422d" /><Relationship Type="http://schemas.openxmlformats.org/officeDocument/2006/relationships/notesMaster" Target="/ppt/notesMasters/notesMaster1.xml" Id="R95d3ad53e57844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25aed39ee041b2" /><Relationship Type="http://schemas.openxmlformats.org/officeDocument/2006/relationships/notesMaster" Target="/ppt/notesMasters/notesMaster1.xml" Id="Radf8e49e817942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cc6a9f7fb544af" /><Relationship Type="http://schemas.openxmlformats.org/officeDocument/2006/relationships/notesMaster" Target="/ppt/notesMasters/notesMaster1.xml" Id="Rb7ad3f508d0d43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0c1acac6cc4fe2" /><Relationship Type="http://schemas.openxmlformats.org/officeDocument/2006/relationships/notesMaster" Target="/ppt/notesMasters/notesMaster1.xml" Id="R608b7a496f714a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3c1d5086d64def" /><Relationship Type="http://schemas.openxmlformats.org/officeDocument/2006/relationships/notesMaster" Target="/ppt/notesMasters/notesMaster1.xml" Id="R8eea72facc6447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f3e321e3594e8d" /><Relationship Type="http://schemas.openxmlformats.org/officeDocument/2006/relationships/notesMaster" Target="/ppt/notesMasters/notesMaster1.xml" Id="Rdc91bdc8a64249b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f046e734e3f444b" /><Relationship Type="http://schemas.openxmlformats.org/officeDocument/2006/relationships/notesMaster" Target="/ppt/notesMasters/notesMaster1.xml" Id="Rb4ce4c8707c141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从教材印刷页97—100进入《加减消元法的灵活应用》。说明本课在第10章 二元一次方程组中的位置。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人教版《义务教育教科书·数学七年级下册》，印刷页97—100。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形成第一个核心概念：方程倍乘后消元。要求学生标出对象、条件、表示和作用。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形成第二个核心概念或方法：消元方法选择。与前一概念对比，避免相近知识混淆。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呈现Q4，保留独立思考时间。题型对应教材印刷页97—100的例题或典型任务。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人教版《义务教育教科书·数学七年级下册》，印刷页97—100。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b8d2e7985d4f0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a684123ce642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a7956a9b8547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31fccc82a14f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ac2b103fd9493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1d8043973d411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7d37bbdf8d4f3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255b684e01471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9ff6a8c503407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18741c32954ff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16a2a0678b44a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4ab3eca8cf7445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eaa69d77eee4065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6ef81ee35c478a" /><Relationship Type="http://schemas.openxmlformats.org/officeDocument/2006/relationships/slideLayout" Target="/ppt/slideLayouts/slideLayout1.xml" Id="R43727d8d95f24f12" /><Relationship Type="http://schemas.openxmlformats.org/officeDocument/2006/relationships/slideLayout" Target="/ppt/slideLayouts/slideLayout2.xml" Id="Rf67f92bc5f184023" /><Relationship Type="http://schemas.openxmlformats.org/officeDocument/2006/relationships/slideLayout" Target="/ppt/slideLayouts/slideLayout3.xml" Id="Rcd934aacedf246aa" /><Relationship Type="http://schemas.openxmlformats.org/officeDocument/2006/relationships/slideLayout" Target="/ppt/slideLayouts/slideLayout4.xml" Id="R5441173f72e943ec" /><Relationship Type="http://schemas.openxmlformats.org/officeDocument/2006/relationships/slideLayout" Target="/ppt/slideLayouts/slideLayout5.xml" Id="R0665db32b2064054" /><Relationship Type="http://schemas.openxmlformats.org/officeDocument/2006/relationships/slideLayout" Target="/ppt/slideLayouts/slideLayout6.xml" Id="Rdd959809618a404c" /><Relationship Type="http://schemas.openxmlformats.org/officeDocument/2006/relationships/slideLayout" Target="/ppt/slideLayouts/slideLayout7.xml" Id="Rf74aba7e824e4f75" /><Relationship Type="http://schemas.openxmlformats.org/officeDocument/2006/relationships/slideLayout" Target="/ppt/slideLayouts/slideLayout8.xml" Id="R98c8bf633d2c44b0" /><Relationship Type="http://schemas.openxmlformats.org/officeDocument/2006/relationships/slideLayout" Target="/ppt/slideLayouts/slideLayout9.xml" Id="R3d7b4eff12aa448e" /><Relationship Type="http://schemas.openxmlformats.org/officeDocument/2006/relationships/slideLayout" Target="/ppt/slideLayouts/slideLayout10.xml" Id="R8abf8309fd7242e1" /><Relationship Type="http://schemas.openxmlformats.org/officeDocument/2006/relationships/slideLayout" Target="/ppt/slideLayouts/slideLayout11.xml" Id="R55c36599b42b4d8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d4726c0745a4643" /><Relationship Type="http://schemas.openxmlformats.org/officeDocument/2006/relationships/slideLayout" Target="/ppt/slideLayouts/slideLayout12.xml" Id="R01c0dcc2428c4f2d" /><Relationship Type="http://schemas.openxmlformats.org/officeDocument/2006/relationships/slideLayout" Target="/ppt/slideLayouts/slideLayout13.xml" Id="R8b114a72ba9c477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727d8d95f24f12"/>
    <p:sldLayoutId xmlns:r="http://schemas.openxmlformats.org/officeDocument/2006/relationships" id="2147483650" r:id="Rf67f92bc5f184023"/>
    <p:sldLayoutId xmlns:r="http://schemas.openxmlformats.org/officeDocument/2006/relationships" id="2147483651" r:id="Rcd934aacedf246aa"/>
    <p:sldLayoutId xmlns:r="http://schemas.openxmlformats.org/officeDocument/2006/relationships" id="2147483652" r:id="R5441173f72e943ec"/>
    <p:sldLayoutId xmlns:r="http://schemas.openxmlformats.org/officeDocument/2006/relationships" id="2147483653" r:id="R0665db32b2064054"/>
    <p:sldLayoutId xmlns:r="http://schemas.openxmlformats.org/officeDocument/2006/relationships" id="2147483654" r:id="Rdd959809618a404c"/>
    <p:sldLayoutId xmlns:r="http://schemas.openxmlformats.org/officeDocument/2006/relationships" id="2147483655" r:id="Rf74aba7e824e4f75"/>
    <p:sldLayoutId xmlns:r="http://schemas.openxmlformats.org/officeDocument/2006/relationships" id="2147483656" r:id="R98c8bf633d2c44b0"/>
    <p:sldLayoutId xmlns:r="http://schemas.openxmlformats.org/officeDocument/2006/relationships" id="2147483657" r:id="R3d7b4eff12aa448e"/>
    <p:sldLayoutId xmlns:r="http://schemas.openxmlformats.org/officeDocument/2006/relationships" id="2147483658" r:id="R8abf8309fd7242e1"/>
    <p:sldLayoutId xmlns:r="http://schemas.openxmlformats.org/officeDocument/2006/relationships" id="2147483659" r:id="R55c36599b42b4d8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01c0dcc2428c4f2d"/>
    <p:sldLayoutId xmlns:r="http://schemas.openxmlformats.org/officeDocument/2006/relationships" id="2147483662" r:id="R8b114a72ba9c477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be04b977043452c" /><Relationship Type="http://schemas.openxmlformats.org/officeDocument/2006/relationships/image" Target="/ppt/media/image.jpeg" Id="R2c67793f99174de8" /><Relationship Type="http://schemas.openxmlformats.org/officeDocument/2006/relationships/notesSlide" Target="/ppt/notesSlides/notesSlide1.xml" Id="Ree9894f5b61c46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c5d820ad9dd4086" /><Relationship Type="http://schemas.openxmlformats.org/officeDocument/2006/relationships/image" Target="/ppt/media/image2.jpeg" Id="Rba476f2377d248f6" /><Relationship Type="http://schemas.openxmlformats.org/officeDocument/2006/relationships/image" Target="/ppt/media/image.svg" Id="Rd80e9e676b9741b3" /><Relationship Type="http://schemas.openxmlformats.org/officeDocument/2006/relationships/image" Target="/ppt/media/image.jpeg" Id="Rce31956c48f44cde" /><Relationship Type="http://schemas.openxmlformats.org/officeDocument/2006/relationships/image" Target="/ppt/media/image2.svg" Id="R60592e2426a74b33" /><Relationship Type="http://schemas.openxmlformats.org/officeDocument/2006/relationships/image" Target="/ppt/media/image3.jpeg" Id="R22082ae9fe7b494f" /><Relationship Type="http://schemas.openxmlformats.org/officeDocument/2006/relationships/image" Target="/ppt/media/image3.svg" Id="R2cb8b26ad3604688" /><Relationship Type="http://schemas.openxmlformats.org/officeDocument/2006/relationships/image" Target="/ppt/media/image4.jpeg" Id="Rd23c8a7fbebb4606" /><Relationship Type="http://schemas.openxmlformats.org/officeDocument/2006/relationships/image" Target="/ppt/media/image4.svg" Id="R8f1602e77af94999" /><Relationship Type="http://schemas.openxmlformats.org/officeDocument/2006/relationships/notesSlide" Target="/ppt/notesSlides/notesSlide2.xml" Id="R3c16ecbd31734d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5f28a248fb44f8a" /><Relationship Type="http://schemas.openxmlformats.org/officeDocument/2006/relationships/image" Target="/ppt/media/image2.jpeg" Id="R9c9ce02fb525463a" /><Relationship Type="http://schemas.openxmlformats.org/officeDocument/2006/relationships/notesSlide" Target="/ppt/notesSlides/notesSlide3.xml" Id="Re9c1fcb2463849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17a518451a049e5" /><Relationship Type="http://schemas.openxmlformats.org/officeDocument/2006/relationships/image" Target="/ppt/media/image2.jpeg" Id="Rd51103ba93ba4ceb" /><Relationship Type="http://schemas.openxmlformats.org/officeDocument/2006/relationships/notesSlide" Target="/ppt/notesSlides/notesSlide4.xml" Id="Rbeb08ffa2f2d4d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1ddb23dcad04c21" /><Relationship Type="http://schemas.openxmlformats.org/officeDocument/2006/relationships/image" Target="/ppt/media/image2.jpeg" Id="R157fc3d5ea8848b0" /><Relationship Type="http://schemas.openxmlformats.org/officeDocument/2006/relationships/notesSlide" Target="/ppt/notesSlides/notesSlide5.xml" Id="R82bb7c927e1444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179950b2b8d42cd" /><Relationship Type="http://schemas.openxmlformats.org/officeDocument/2006/relationships/image" Target="/ppt/media/image2.jpeg" Id="R2f3efd22d9884c73" /><Relationship Type="http://schemas.openxmlformats.org/officeDocument/2006/relationships/notesSlide" Target="/ppt/notesSlides/notesSlide6.xml" Id="R6ea88204e8324d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81ba89978a24700" /><Relationship Type="http://schemas.openxmlformats.org/officeDocument/2006/relationships/image" Target="/ppt/media/image2.jpeg" Id="Rb92c2cf2623e495e" /><Relationship Type="http://schemas.openxmlformats.org/officeDocument/2006/relationships/notesSlide" Target="/ppt/notesSlides/notesSlide7.xml" Id="R871fddb744a04c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e099e429fb7482e" /><Relationship Type="http://schemas.openxmlformats.org/officeDocument/2006/relationships/image" Target="/ppt/media/image2.jpeg" Id="Rf04f5d06885446be" /><Relationship Type="http://schemas.openxmlformats.org/officeDocument/2006/relationships/notesSlide" Target="/ppt/notesSlides/notesSlide8.xml" Id="R557388f780f740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98f877553134256" /><Relationship Type="http://schemas.openxmlformats.org/officeDocument/2006/relationships/image" Target="/ppt/media/image2.jpeg" Id="Ra3c9b6cf18884aa3" /><Relationship Type="http://schemas.openxmlformats.org/officeDocument/2006/relationships/notesSlide" Target="/ppt/notesSlides/notesSlide9.xml" Id="R627a6f0c04a540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4fbfac01b0e4124" /><Relationship Type="http://schemas.openxmlformats.org/officeDocument/2006/relationships/image" Target="/ppt/media/image2.jpeg" Id="R3a154b42f5244895" /><Relationship Type="http://schemas.openxmlformats.org/officeDocument/2006/relationships/notesSlide" Target="/ppt/notesSlides/notesSlide10.xml" Id="Rd95580f97a7742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3f88e9e4cea4316" /><Relationship Type="http://schemas.openxmlformats.org/officeDocument/2006/relationships/image" Target="/ppt/media/image2.jpeg" Id="Rdf40cb9b45674ba5" /><Relationship Type="http://schemas.openxmlformats.org/officeDocument/2006/relationships/notesSlide" Target="/ppt/notesSlides/notesSlide11.xml" Id="R7aa06b5b18684a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a0f894925474e45" /><Relationship Type="http://schemas.openxmlformats.org/officeDocument/2006/relationships/image" Target="/ppt/media/image2.jpeg" Id="R5af8426af2a94aab" /><Relationship Type="http://schemas.openxmlformats.org/officeDocument/2006/relationships/notesSlide" Target="/ppt/notesSlides/notesSlide12.xml" Id="R82ad25ed917b4a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6c2ac826e384932" /><Relationship Type="http://schemas.openxmlformats.org/officeDocument/2006/relationships/image" Target="/ppt/media/image2.jpeg" Id="Rd1b073c4e6004c0c" /><Relationship Type="http://schemas.openxmlformats.org/officeDocument/2006/relationships/notesSlide" Target="/ppt/notesSlides/notesSlide13.xml" Id="Rd73b27394a4141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4ecf8dde5e34896" /><Relationship Type="http://schemas.openxmlformats.org/officeDocument/2006/relationships/image" Target="/ppt/media/image2.jpeg" Id="R9481b5829f554733" /><Relationship Type="http://schemas.openxmlformats.org/officeDocument/2006/relationships/notesSlide" Target="/ppt/notesSlides/notesSlide14.xml" Id="Rcdd9be1f7f184cc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b8db9304376414b" /><Relationship Type="http://schemas.openxmlformats.org/officeDocument/2006/relationships/image" Target="/ppt/media/image5.jpeg" Id="R82ff151251c440cc" /><Relationship Type="http://schemas.openxmlformats.org/officeDocument/2006/relationships/notesSlide" Target="/ppt/notesSlides/notesSlide15.xml" Id="Rd7b8cee61ed54ff7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c67793f99174de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10.2.2 加减消元法的灵活应用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第10章 二元一次方程组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教材印刷页97—100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a476f2377d248f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1956c48f44cde">
            <a:extLst>
              <a:ext uri="{96DAC541-7B7A-43D3-8B79-37D633B846F1}">
                <asvg:svgBlip xmlns:asvg="http://schemas.microsoft.com/office/drawing/2016/SVG/main" r:embed="Rd80e9e676b9741b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通过阅读、观察或操作，准确说出方程倍乘后消元、消元方法选择、二元一次方程组应用的含义、表示或基本步骤。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476f2377d248f6">
            <a:extLst>
              <a:ext uri="{96DAC541-7B7A-43D3-8B79-37D633B846F1}">
                <asvg:svgBlip xmlns:asvg="http://schemas.microsoft.com/office/drawing/2016/SVG/main" r:embed="R60592e2426a74b3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在Q2—Q4中运用“构造相等或相反系数”，能用完整语言、式子、图形或图表说明依据。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82ae9fe7b494f">
            <a:extLst>
              <a:ext uri="{96DAC541-7B7A-43D3-8B79-37D633B846F1}">
                <asvg:svgBlip xmlns:asvg="http://schemas.microsoft.com/office/drawing/2016/SVG/main" r:embed="R2cb8b26ad360468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在基础与变式练习中运用“构造相等或相反系数”解决同类问题，并对结果进行检验。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c8a7fbebb4606">
            <a:extLst>
              <a:ext uri="{96DAC541-7B7A-43D3-8B79-37D633B846F1}">
                <asvg:svgBlip xmlns:asvg="http://schemas.microsoft.com/office/drawing/2016/SVG/main" r:embed="R8f1602e77af9499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c9ce02fb525463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对应印刷页97—100。先读图、读表或读题，圈出已知和所求。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调用学生已经学习加减消元法基本步骤，具备基本观察、计算、作图或整理数据的经验。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聚焦方程倍乘后消元、消元方法选择、二元一次方程组应用，不急于抄结论。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C16198A-D49C-413D-A24C-E329E425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4C3EA6AC-DEF9-4A1F-A366-9CD3CB3F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57" y="22681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4F21EFE-3E2B-4959-B4CF-0AF1C08D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66886" y="26034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EECC6F1-31E4-4B74-985B-A087136D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23596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0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BE2DBFD3-7BA0-48B8-BD0E-DEDEE3DA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599" y="23596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21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F1DD484-A68F-4A08-A560-AF214013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2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A9650554-DA23-47CD-9217-996FB503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26" y="22681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4929896-DB95-4938-A761-243BDF62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27854" y="26034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D451705-072D-4B22-80F3-35FDA857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23596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5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9E074785-F2C1-4A53-A886-03677840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567" y="23596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2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049AAC4-279E-4378-800E-9C4B6526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7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7A39288E-548B-4186-966E-F41B74C9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57" y="47446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2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63E0F66-A46D-4F35-9744-6CC473FF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66886" y="50799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3791589-4E65-4F8F-950F-CA1F9D6E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48361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30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82F6E85A-EC7D-4876-AD2D-F75DA5FB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599" y="48361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31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2811568-9001-41B4-921F-D034C6AD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2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FFFFB68D-43EA-4A98-9DFE-E99B0581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26" y="47446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606A473-2501-4BEC-A29E-7BB47C36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27854" y="50799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3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B10BF13-0250-4D36-BC50-5AE7A5AA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48361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35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5E713384-CE02-4B96-9975-39C1043A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567" y="48361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51103ba93ba4ce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旧知回顾：回顾“加减消元法基本步骤”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回顾“加减消元法基本步骤”：写出一条与本课有关的定义、性质或计算规则。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参考要点：正确表述“加减消元法基本步骤”的核心含义，并说明它与“方程倍乘后消元”的联系。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8D44F4B-1BB9-44EC-BC21-D39C9D3F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D2D39B48-F820-4319-8DC6-E56A8B09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2831711-1928-4575-9696-01DB10E2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2C22B88-86EB-4944-AA5D-D3A14C37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267743A7-906D-4233-91A8-E3ACB6B2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57fc3d5ea8848b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阅读教材印刷页97—100，圈出“方程倍乘后消元、消元方法选择、二元一次方程组应用”，分别用一句话记录它们解决什么问题。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小组探究：围绕“选择简便消元方案并保证方程整体同乘”设计一次观察、操作或推理，记录现象、猜想和验证依据。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围绕“构造相等或相反系数”说明理由；同伴只追问条件和依据。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7B7F57E-323B-4417-94F7-32F7B629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E050D938-F81C-4765-88D1-1EE91592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68C1EAF-46FE-45E6-8A0D-0322C538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521D5C6-F238-4530-829A-A2D4887E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C0701281-0E63-44C0-81FE-9420495F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f3efd22d9884c7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概念一：方程倍乘后消元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方程倍乘后消元：按教材明确其定义、条件、表示、性质或步骤。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3A54F3C-E551-4647-9B95-997EFE67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8C8C653C-B883-4F29-BC43-76E8E972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2B1DE09-4435-4C4A-B138-89E981C1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0824283-A405-4EBD-B405-3392D98D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9930C11A-E811-4E32-B946-6931DE89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92c2cf2623e495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概念二：消元方法选择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消元方法选择：按教材明确其定义、条件、表示、性质或步骤。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易错提醒：选择简便消元方案并保证方程整体同乘。先审条件，再使用结论。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4820EA2-4524-4B06-9731-F137C6B3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A466D0BB-2709-4632-84C8-F461DC0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4F6C977-47F6-4C2D-B061-41A2428C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48AD5AB-F547-4A0B-9425-846628C6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6EDACFE7-AF07-47DC-98B1-0CE56C04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04f5d06885446b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小组探究：围绕“选择简便消元方案并保证方程整体同乘”设计一次观察、操作或推理，记录现象、猜想和验证依据。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参考思路：先明确条件，再围绕“构造相等或相反系数”形成猜想，最后用定义、计算、图表或反例验证。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BAF3DA5-BED4-45E6-A237-A26D7DC5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F7939A8A-3672-4B39-894D-77FCE9EA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2714625"/>
            <a:ext cx="1304449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E3CB59B-9442-439A-BE59-04FD2E1D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0169" y="3238500"/>
            <a:ext cx="711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E8358F1-5047-48CE-A430-A5471504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2857500"/>
            <a:ext cx="6324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3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4B63573C-3DD3-47E9-AE51-FBE08B2E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273" y="2857500"/>
            <a:ext cx="988219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3c9b6cf18884aa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只记“方程倍乘后消元”的结论，不检查适用条件。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把“构造相等或相反系数”与相近概念或逆命题混淆。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a154b42f524489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教材例题：例题（对应教材10.2例7、教材古代“牛羊…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例题（对应教材10.2例7、教材古代“牛羊问价”问题）：用加减法解2x+3y=12，3x−2y=5。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选用构造相等或相反系数；3.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教材印刷页97—100：先思考，再对照规范解答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06351A5-1F9D-4451-9A9E-A8B7A2A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6D6F4490-5056-4D71-BB95-575D3D31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106FAA6-04F6-4122-B59E-A29FCE0B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F9192C5-80E8-4558-8190-2614316A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370166E2-1CCD-4A06-B8F6-D6A3BBB6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f40cb9b45674ba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选择“构造相等或相反系数”对应的方法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第一式乘2、第二式乘3后相加：13x=39，x=3；代入得y=2。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没有先确认“构造相等或相反系数”的条件，或只写结果不写依据。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A828E0E-7447-4F5C-A5CA-7646740F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E4246EE0-5546-449C-A3DC-BF5BE322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2714625"/>
            <a:ext cx="1304449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92E1133-66CA-472B-B79C-63CDA26A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0169" y="3238500"/>
            <a:ext cx="711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28A2ECC-E9DF-4C16-8E0F-AD2274C8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2857500"/>
            <a:ext cx="6324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3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8A2E87B1-ACC9-4A46-BA11-8995C3C3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273" y="2857500"/>
            <a:ext cx="988219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af8426af2a94aa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基础辨析：判断“使用‘方程倍乘后消元’时不需要检查条件，只要结论看起来合理即可”，并说明理由。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变式练习：把Q4的一个条件、数据或表示方式作合理改变，仍用“构造相等或相反系数”解决，并写出检验。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B9E30C1-5252-4131-B721-1F1B036D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34F36E7E-273E-4797-9D75-6C139ACD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" y="4884420"/>
            <a:ext cx="1273016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C90AE30-C807-40B9-B6CA-DEBD64C0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40806" y="5167313"/>
            <a:ext cx="6943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90E20EB-E386-4609-AE84-5D454BDE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4961573"/>
            <a:ext cx="6172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0AA849DC-F138-41FA-8EA6-22EF05FC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908" y="4961573"/>
            <a:ext cx="964406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1b073c4e6004c0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变式练习：把Q4的一个条件、数据或表示方式作合理改变，仍用“构造相等或相反系数”解决，并写出检验。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答案不唯一。评价要点：改变后的条件完整；方法仍属于“构造相等或相反系数”；过程正确；检验与新条件一致。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01B2BB1-C33E-4B51-8238-0BAD36D2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551F8A8B-453D-416A-B975-62ED61CB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BE560FB-650F-4CCA-9232-4C4DB41C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44EA594-D34B-4BBE-AF7C-2315F1FD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028C7151-3E96-4ABF-9772-BE45B44F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481b5829f55473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纠错：“研究加减消元法的灵活应用时，只记结论，不必区分条件、过程和依据。”这句话对吗？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当堂检测：代入法和加减法怎样选择更简便？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DB7EE17-17DC-4725-9286-D372239D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129D3A22-415C-4E68-85A5-8DC65E94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" y="4884420"/>
            <a:ext cx="1273016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278BBE5-E280-4FB2-9CAF-0CDBEE62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40806" y="5167313"/>
            <a:ext cx="6943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A936407-9BA0-4144-B273-6A7B3DB9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4961573"/>
            <a:ext cx="6172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5419F6D9-837E-433D-98B7-3FF7D2E2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908" y="4961573"/>
            <a:ext cx="964406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2ff151251c440c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小结参考：本课围绕“加减消元法的灵活应用”，掌握方程倍乘后消元、消元方法选择、二元一次方程组应用，并能运用构造相等或相反系数。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基础：完成教材第98页练习与习题10.2中的基础题并订正Q5、Q7 提升：当堂检测：代入法和加减法怎样选择更简便？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我能否：①准确表达方程倍乘后消元；②运用构造相等或相反系数；③写清依据并检验？选择“会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F9D21BC-FA4C-4DD0-AE08-183C040A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8B92750F-7030-465D-BDA4-DEF95EB0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2693670"/>
            <a:ext cx="1430179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41D4AEC-1269-48AF-8534-C8450606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60619" y="2976563"/>
            <a:ext cx="7800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EE91DF0-F3D2-43C7-9004-536D4A15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296" y="2770823"/>
            <a:ext cx="6934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C86806BF-F694-4FA4-8583-4BE66FEE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0733" y="2770823"/>
            <a:ext cx="1083469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2026-08-02T17:54:21.9220000Z</dcterms:created>
  <dcterms:modified xsi:type="dcterms:W3CDTF">2026-08-02T17:54:21.9220000Z</dcterms:modified>
</coreProperties>
</file>