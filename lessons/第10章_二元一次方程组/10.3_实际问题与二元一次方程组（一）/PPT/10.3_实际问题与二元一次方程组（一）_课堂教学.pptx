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ab86a3988d425b" /><Relationship Type="http://schemas.openxmlformats.org/officeDocument/2006/relationships/extended-properties" Target="/docProps/app.xml" Id="R1ff76014d7664b2d" /><Relationship Type="http://schemas.openxmlformats.org/officeDocument/2006/relationships/officeDocument" Target="/ppt/presentation.xml" Id="Rc4394b9e709e43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b49036d5404b7d"/>
    <p:sldMasterId xmlns:r="http://schemas.openxmlformats.org/officeDocument/2006/relationships" id="2147483660" r:id="R93d0dd3018a84b75"/>
  </p:sldMasterIdLst>
  <p:notesMasterIdLst>
    <p:notesMasterId xmlns:r="http://schemas.openxmlformats.org/officeDocument/2006/relationships" r:id="Ra23c108ee4cb405d"/>
  </p:notesMasterIdLst>
  <p:sldIdLst>
    <p:sldId xmlns:r="http://schemas.openxmlformats.org/officeDocument/2006/relationships" id="256" r:id="R292edee5dc7b403d"/>
    <p:sldId xmlns:r="http://schemas.openxmlformats.org/officeDocument/2006/relationships" id="257" r:id="R073ae7c4d7db4865"/>
    <p:sldId xmlns:r="http://schemas.openxmlformats.org/officeDocument/2006/relationships" id="258" r:id="Rb4f3aeba509a461d"/>
    <p:sldId xmlns:r="http://schemas.openxmlformats.org/officeDocument/2006/relationships" id="259" r:id="R3175fde2d1844abc"/>
    <p:sldId xmlns:r="http://schemas.openxmlformats.org/officeDocument/2006/relationships" id="260" r:id="R93fb9c54e0da44a6"/>
    <p:sldId xmlns:r="http://schemas.openxmlformats.org/officeDocument/2006/relationships" id="261" r:id="Rdee33f3835914641"/>
    <p:sldId xmlns:r="http://schemas.openxmlformats.org/officeDocument/2006/relationships" id="262" r:id="Rb29814e34b3940c4"/>
    <p:sldId xmlns:r="http://schemas.openxmlformats.org/officeDocument/2006/relationships" id="263" r:id="R7eb4e50716654144"/>
    <p:sldId xmlns:r="http://schemas.openxmlformats.org/officeDocument/2006/relationships" id="264" r:id="Rf4d043b556244fa2"/>
    <p:sldId xmlns:r="http://schemas.openxmlformats.org/officeDocument/2006/relationships" id="265" r:id="Ree085a629fbb4dbc"/>
    <p:sldId xmlns:r="http://schemas.openxmlformats.org/officeDocument/2006/relationships" id="266" r:id="R9f060dbeafce4a06"/>
    <p:sldId xmlns:r="http://schemas.openxmlformats.org/officeDocument/2006/relationships" id="267" r:id="Rf04521b5dcdf4ff5"/>
    <p:sldId xmlns:r="http://schemas.openxmlformats.org/officeDocument/2006/relationships" id="268" r:id="Rc36a6c66d9494a4e"/>
    <p:sldId xmlns:r="http://schemas.openxmlformats.org/officeDocument/2006/relationships" id="269" r:id="Rb4a5062befd2418f"/>
    <p:sldId xmlns:r="http://schemas.openxmlformats.org/officeDocument/2006/relationships" id="270" r:id="R5e835defb0814b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d33846a8fa4481" /><Relationship Type="http://schemas.openxmlformats.org/officeDocument/2006/relationships/slideMaster" Target="/ppt/slideMasters/slideMaster1.xml" Id="R8db49036d5404b7d" /><Relationship Type="http://schemas.openxmlformats.org/officeDocument/2006/relationships/slideMaster" Target="/ppt/slideMasters/slideMaster2.xml" Id="R93d0dd3018a84b75" /><Relationship Type="http://schemas.openxmlformats.org/officeDocument/2006/relationships/notesMaster" Target="/ppt/notesMasters/notesMaster1.xml" Id="Ra23c108ee4cb405d" /><Relationship Type="http://schemas.openxmlformats.org/officeDocument/2006/relationships/presProps" Target="/ppt/presProps.xml" Id="Rd11f0078afa74e15" /><Relationship Type="http://schemas.openxmlformats.org/officeDocument/2006/relationships/viewProps" Target="/ppt/viewProps.xml" Id="R3b84b48a73414625" /><Relationship Type="http://schemas.openxmlformats.org/officeDocument/2006/relationships/tableStyles" Target="/ppt/tableStyles.xml" Id="Rc96e14a5316a47eb" /><Relationship Type="http://schemas.openxmlformats.org/officeDocument/2006/relationships/slide" Target="/ppt/slides/slide1.xml" Id="R292edee5dc7b403d" /><Relationship Type="http://schemas.openxmlformats.org/officeDocument/2006/relationships/slide" Target="/ppt/slides/slide2.xml" Id="R073ae7c4d7db4865" /><Relationship Type="http://schemas.openxmlformats.org/officeDocument/2006/relationships/slide" Target="/ppt/slides/slide3.xml" Id="Rb4f3aeba509a461d" /><Relationship Type="http://schemas.openxmlformats.org/officeDocument/2006/relationships/slide" Target="/ppt/slides/slide4.xml" Id="R3175fde2d1844abc" /><Relationship Type="http://schemas.openxmlformats.org/officeDocument/2006/relationships/slide" Target="/ppt/slides/slide5.xml" Id="R93fb9c54e0da44a6" /><Relationship Type="http://schemas.openxmlformats.org/officeDocument/2006/relationships/slide" Target="/ppt/slides/slide6.xml" Id="Rdee33f3835914641" /><Relationship Type="http://schemas.openxmlformats.org/officeDocument/2006/relationships/slide" Target="/ppt/slides/slide7.xml" Id="Rb29814e34b3940c4" /><Relationship Type="http://schemas.openxmlformats.org/officeDocument/2006/relationships/slide" Target="/ppt/slides/slide8.xml" Id="R7eb4e50716654144" /><Relationship Type="http://schemas.openxmlformats.org/officeDocument/2006/relationships/slide" Target="/ppt/slides/slide9.xml" Id="Rf4d043b556244fa2" /><Relationship Type="http://schemas.openxmlformats.org/officeDocument/2006/relationships/slide" Target="/ppt/slides/slide10.xml" Id="Ree085a629fbb4dbc" /><Relationship Type="http://schemas.openxmlformats.org/officeDocument/2006/relationships/slide" Target="/ppt/slides/slide11.xml" Id="R9f060dbeafce4a06" /><Relationship Type="http://schemas.openxmlformats.org/officeDocument/2006/relationships/slide" Target="/ppt/slides/slide12.xml" Id="Rf04521b5dcdf4ff5" /><Relationship Type="http://schemas.openxmlformats.org/officeDocument/2006/relationships/slide" Target="/ppt/slides/slide13.xml" Id="Rc36a6c66d9494a4e" /><Relationship Type="http://schemas.openxmlformats.org/officeDocument/2006/relationships/slide" Target="/ppt/slides/slide14.xml" Id="Rb4a5062befd2418f" /><Relationship Type="http://schemas.openxmlformats.org/officeDocument/2006/relationships/slide" Target="/ppt/slides/slide15.xml" Id="R5e835defb0814b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07262fffa85e4a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b5aaf998c7491b" /><Relationship Type="http://schemas.openxmlformats.org/officeDocument/2006/relationships/notesMaster" Target="/ppt/notesMasters/notesMaster1.xml" Id="R0297bdd5994541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aefc17f56a4fd1" /><Relationship Type="http://schemas.openxmlformats.org/officeDocument/2006/relationships/notesMaster" Target="/ppt/notesMasters/notesMaster1.xml" Id="R400d7525679341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3a683ebbdc4860" /><Relationship Type="http://schemas.openxmlformats.org/officeDocument/2006/relationships/notesMaster" Target="/ppt/notesMasters/notesMaster1.xml" Id="R0047771dd9b042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6580fa57484e82" /><Relationship Type="http://schemas.openxmlformats.org/officeDocument/2006/relationships/notesMaster" Target="/ppt/notesMasters/notesMaster1.xml" Id="R4bb8284e9c1942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a6fcd3f3bc4529" /><Relationship Type="http://schemas.openxmlformats.org/officeDocument/2006/relationships/notesMaster" Target="/ppt/notesMasters/notesMaster1.xml" Id="R98974e2ac72740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66175e30704d77" /><Relationship Type="http://schemas.openxmlformats.org/officeDocument/2006/relationships/notesMaster" Target="/ppt/notesMasters/notesMaster1.xml" Id="R638387ffe6bd48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6d8cdddf004c47" /><Relationship Type="http://schemas.openxmlformats.org/officeDocument/2006/relationships/notesMaster" Target="/ppt/notesMasters/notesMaster1.xml" Id="Rab302e88a0dd43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30337734fd4609" /><Relationship Type="http://schemas.openxmlformats.org/officeDocument/2006/relationships/notesMaster" Target="/ppt/notesMasters/notesMaster1.xml" Id="Rf56281ef4fba441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7120eec4664d69" /><Relationship Type="http://schemas.openxmlformats.org/officeDocument/2006/relationships/notesMaster" Target="/ppt/notesMasters/notesMaster1.xml" Id="R8043c0ee0cf047b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979115a9abb47f5" /><Relationship Type="http://schemas.openxmlformats.org/officeDocument/2006/relationships/notesMaster" Target="/ppt/notesMasters/notesMaster1.xml" Id="R11044961af24432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92fcd5f5abe4d2f" /><Relationship Type="http://schemas.openxmlformats.org/officeDocument/2006/relationships/notesMaster" Target="/ppt/notesMasters/notesMaster1.xml" Id="R8802d3857ad84d4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353e65230f3475d" /><Relationship Type="http://schemas.openxmlformats.org/officeDocument/2006/relationships/notesMaster" Target="/ppt/notesMasters/notesMaster1.xml" Id="Rb31c123da4a94dd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2a1848f5a8840c3" /><Relationship Type="http://schemas.openxmlformats.org/officeDocument/2006/relationships/notesMaster" Target="/ppt/notesMasters/notesMaster1.xml" Id="R68db3c51cf6e4d2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611052a188b4a08" /><Relationship Type="http://schemas.openxmlformats.org/officeDocument/2006/relationships/notesMaster" Target="/ppt/notesMasters/notesMaster1.xml" Id="Radd618fb800f43e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675274d149444d2" /><Relationship Type="http://schemas.openxmlformats.org/officeDocument/2006/relationships/notesMaster" Target="/ppt/notesMasters/notesMaster1.xml" Id="R4702344540c047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从教材印刷页101—103进入《实际问题与二元一次方程组（一）》。说明本课在第10章 二元一次方程组中的位置。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人教版《义务教育教科书·数学七年级下册》，印刷页101—103。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形成第一个核心概念：两个未知量的建模。要求学生标出对象、条件、表示和作用。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形成第二个核心概念或方法：相等关系。与前一概念对比，避免相近知识混淆。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呈现Q4，保留独立思考时间。题型对应教材印刷页101—103的例题或典型任务。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人教版《义务教育教科书·数学七年级下册》，印刷页101—103。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1ac34c28c34d5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45ed18e8dc47d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fbaadca1e5467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fbd57f9fa847b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c3a25ac00548c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4dbcde30f04d6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fe0d6efb3546d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99420a6431487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345c9e13124e8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9069481c86410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da602816b44b8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ab92dec50d749ed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cc498ce0b364b6a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744a464f494deb" /><Relationship Type="http://schemas.openxmlformats.org/officeDocument/2006/relationships/slideLayout" Target="/ppt/slideLayouts/slideLayout1.xml" Id="R5ae8f272da324630" /><Relationship Type="http://schemas.openxmlformats.org/officeDocument/2006/relationships/slideLayout" Target="/ppt/slideLayouts/slideLayout2.xml" Id="R2d1f41e7adf24dbb" /><Relationship Type="http://schemas.openxmlformats.org/officeDocument/2006/relationships/slideLayout" Target="/ppt/slideLayouts/slideLayout3.xml" Id="R7dc697f218724b71" /><Relationship Type="http://schemas.openxmlformats.org/officeDocument/2006/relationships/slideLayout" Target="/ppt/slideLayouts/slideLayout4.xml" Id="R25cfabf1dbdb424d" /><Relationship Type="http://schemas.openxmlformats.org/officeDocument/2006/relationships/slideLayout" Target="/ppt/slideLayouts/slideLayout5.xml" Id="Raf89459c061f4af0" /><Relationship Type="http://schemas.openxmlformats.org/officeDocument/2006/relationships/slideLayout" Target="/ppt/slideLayouts/slideLayout6.xml" Id="R9731a406887f4f5a" /><Relationship Type="http://schemas.openxmlformats.org/officeDocument/2006/relationships/slideLayout" Target="/ppt/slideLayouts/slideLayout7.xml" Id="R5478e779cc1b44e9" /><Relationship Type="http://schemas.openxmlformats.org/officeDocument/2006/relationships/slideLayout" Target="/ppt/slideLayouts/slideLayout8.xml" Id="R7c41f1b4193a4597" /><Relationship Type="http://schemas.openxmlformats.org/officeDocument/2006/relationships/slideLayout" Target="/ppt/slideLayouts/slideLayout9.xml" Id="Rede4b9d939704226" /><Relationship Type="http://schemas.openxmlformats.org/officeDocument/2006/relationships/slideLayout" Target="/ppt/slideLayouts/slideLayout10.xml" Id="R5ddb495c563346f0" /><Relationship Type="http://schemas.openxmlformats.org/officeDocument/2006/relationships/slideLayout" Target="/ppt/slideLayouts/slideLayout11.xml" Id="R08ec12dec53846f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b0409758b8d8412d" /><Relationship Type="http://schemas.openxmlformats.org/officeDocument/2006/relationships/slideLayout" Target="/ppt/slideLayouts/slideLayout12.xml" Id="Ra472c20ce067416d" /><Relationship Type="http://schemas.openxmlformats.org/officeDocument/2006/relationships/slideLayout" Target="/ppt/slideLayouts/slideLayout13.xml" Id="R838f4fa7ddb54c67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e8f272da324630"/>
    <p:sldLayoutId xmlns:r="http://schemas.openxmlformats.org/officeDocument/2006/relationships" id="2147483650" r:id="R2d1f41e7adf24dbb"/>
    <p:sldLayoutId xmlns:r="http://schemas.openxmlformats.org/officeDocument/2006/relationships" id="2147483651" r:id="R7dc697f218724b71"/>
    <p:sldLayoutId xmlns:r="http://schemas.openxmlformats.org/officeDocument/2006/relationships" id="2147483652" r:id="R25cfabf1dbdb424d"/>
    <p:sldLayoutId xmlns:r="http://schemas.openxmlformats.org/officeDocument/2006/relationships" id="2147483653" r:id="Raf89459c061f4af0"/>
    <p:sldLayoutId xmlns:r="http://schemas.openxmlformats.org/officeDocument/2006/relationships" id="2147483654" r:id="R9731a406887f4f5a"/>
    <p:sldLayoutId xmlns:r="http://schemas.openxmlformats.org/officeDocument/2006/relationships" id="2147483655" r:id="R5478e779cc1b44e9"/>
    <p:sldLayoutId xmlns:r="http://schemas.openxmlformats.org/officeDocument/2006/relationships" id="2147483656" r:id="R7c41f1b4193a4597"/>
    <p:sldLayoutId xmlns:r="http://schemas.openxmlformats.org/officeDocument/2006/relationships" id="2147483657" r:id="Rede4b9d939704226"/>
    <p:sldLayoutId xmlns:r="http://schemas.openxmlformats.org/officeDocument/2006/relationships" id="2147483658" r:id="R5ddb495c563346f0"/>
    <p:sldLayoutId xmlns:r="http://schemas.openxmlformats.org/officeDocument/2006/relationships" id="2147483659" r:id="R08ec12dec53846f2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a472c20ce067416d"/>
    <p:sldLayoutId xmlns:r="http://schemas.openxmlformats.org/officeDocument/2006/relationships" id="2147483662" r:id="R838f4fa7ddb54c67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feb441e1a524872" /><Relationship Type="http://schemas.openxmlformats.org/officeDocument/2006/relationships/image" Target="/ppt/media/image.jpeg" Id="R9a1c3d400de74fd5" /><Relationship Type="http://schemas.openxmlformats.org/officeDocument/2006/relationships/notesSlide" Target="/ppt/notesSlides/notesSlide1.xml" Id="Re6b7eac31ad345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83b595fb64f4d03" /><Relationship Type="http://schemas.openxmlformats.org/officeDocument/2006/relationships/image" Target="/ppt/media/image2.jpeg" Id="Rda0177c5a0ff42a8" /><Relationship Type="http://schemas.openxmlformats.org/officeDocument/2006/relationships/image" Target="/ppt/media/image.svg" Id="Rcc2e2dab2a234a7b" /><Relationship Type="http://schemas.openxmlformats.org/officeDocument/2006/relationships/image" Target="/ppt/media/image.jpeg" Id="Rb1bae10f82384609" /><Relationship Type="http://schemas.openxmlformats.org/officeDocument/2006/relationships/image" Target="/ppt/media/image2.svg" Id="Ra6614a76a4bc47fb" /><Relationship Type="http://schemas.openxmlformats.org/officeDocument/2006/relationships/image" Target="/ppt/media/image3.jpeg" Id="Rf781fe74a1924355" /><Relationship Type="http://schemas.openxmlformats.org/officeDocument/2006/relationships/image" Target="/ppt/media/image3.svg" Id="Ra5ec9ab754f14101" /><Relationship Type="http://schemas.openxmlformats.org/officeDocument/2006/relationships/image" Target="/ppt/media/image4.jpeg" Id="Ra759f31864ca4545" /><Relationship Type="http://schemas.openxmlformats.org/officeDocument/2006/relationships/image" Target="/ppt/media/image4.svg" Id="R1f47fe8d7d664362" /><Relationship Type="http://schemas.openxmlformats.org/officeDocument/2006/relationships/notesSlide" Target="/ppt/notesSlides/notesSlide2.xml" Id="Rf53d40a3f11540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c9b7493393d44c5" /><Relationship Type="http://schemas.openxmlformats.org/officeDocument/2006/relationships/image" Target="/ppt/media/image2.jpeg" Id="Re1d6bead5ad8459c" /><Relationship Type="http://schemas.openxmlformats.org/officeDocument/2006/relationships/notesSlide" Target="/ppt/notesSlides/notesSlide3.xml" Id="R1a49963dd01a41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69e828e150f4682" /><Relationship Type="http://schemas.openxmlformats.org/officeDocument/2006/relationships/image" Target="/ppt/media/image2.jpeg" Id="R7aa876c3a7be4998" /><Relationship Type="http://schemas.openxmlformats.org/officeDocument/2006/relationships/notesSlide" Target="/ppt/notesSlides/notesSlide4.xml" Id="R98df3b2eeda644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bdd6560486f4242" /><Relationship Type="http://schemas.openxmlformats.org/officeDocument/2006/relationships/image" Target="/ppt/media/image2.jpeg" Id="Re98e3d84fcbb4a7c" /><Relationship Type="http://schemas.openxmlformats.org/officeDocument/2006/relationships/notesSlide" Target="/ppt/notesSlides/notesSlide5.xml" Id="Rd6159a3b364f4c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99a8afcdab2498c" /><Relationship Type="http://schemas.openxmlformats.org/officeDocument/2006/relationships/image" Target="/ppt/media/image2.jpeg" Id="R0ffba1e5567e43a8" /><Relationship Type="http://schemas.openxmlformats.org/officeDocument/2006/relationships/notesSlide" Target="/ppt/notesSlides/notesSlide6.xml" Id="R422450c4ae8b41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35636c065d943bb" /><Relationship Type="http://schemas.openxmlformats.org/officeDocument/2006/relationships/image" Target="/ppt/media/image2.jpeg" Id="Ra87c1d2aa1ec4c35" /><Relationship Type="http://schemas.openxmlformats.org/officeDocument/2006/relationships/notesSlide" Target="/ppt/notesSlides/notesSlide7.xml" Id="R86fc655004334f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a8050f7c7914229" /><Relationship Type="http://schemas.openxmlformats.org/officeDocument/2006/relationships/image" Target="/ppt/media/image2.jpeg" Id="R23f2f11a1f574f6c" /><Relationship Type="http://schemas.openxmlformats.org/officeDocument/2006/relationships/notesSlide" Target="/ppt/notesSlides/notesSlide8.xml" Id="R17e4ea052993444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9f2feda93634181" /><Relationship Type="http://schemas.openxmlformats.org/officeDocument/2006/relationships/image" Target="/ppt/media/image2.jpeg" Id="R5503a09a640b48ca" /><Relationship Type="http://schemas.openxmlformats.org/officeDocument/2006/relationships/notesSlide" Target="/ppt/notesSlides/notesSlide9.xml" Id="Ree596e30feae46d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956296a00ea4b48" /><Relationship Type="http://schemas.openxmlformats.org/officeDocument/2006/relationships/image" Target="/ppt/media/image2.jpeg" Id="R62c3c909928140cc" /><Relationship Type="http://schemas.openxmlformats.org/officeDocument/2006/relationships/notesSlide" Target="/ppt/notesSlides/notesSlide10.xml" Id="Rf036ffb083d749a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dc23c55d3554776" /><Relationship Type="http://schemas.openxmlformats.org/officeDocument/2006/relationships/image" Target="/ppt/media/image2.jpeg" Id="R97150df747184f57" /><Relationship Type="http://schemas.openxmlformats.org/officeDocument/2006/relationships/notesSlide" Target="/ppt/notesSlides/notesSlide11.xml" Id="R72791a4144974da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d96854a6da54e7e" /><Relationship Type="http://schemas.openxmlformats.org/officeDocument/2006/relationships/image" Target="/ppt/media/image2.jpeg" Id="R24fb9273dfd44bd3" /><Relationship Type="http://schemas.openxmlformats.org/officeDocument/2006/relationships/notesSlide" Target="/ppt/notesSlides/notesSlide12.xml" Id="Rc126586ef131495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e010abe160b4073" /><Relationship Type="http://schemas.openxmlformats.org/officeDocument/2006/relationships/image" Target="/ppt/media/image2.jpeg" Id="R84db398efff74925" /><Relationship Type="http://schemas.openxmlformats.org/officeDocument/2006/relationships/notesSlide" Target="/ppt/notesSlides/notesSlide13.xml" Id="R4a8ac2158afc418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a13c8abdc064f3d" /><Relationship Type="http://schemas.openxmlformats.org/officeDocument/2006/relationships/image" Target="/ppt/media/image2.jpeg" Id="Rb1d18924347d4f0b" /><Relationship Type="http://schemas.openxmlformats.org/officeDocument/2006/relationships/notesSlide" Target="/ppt/notesSlides/notesSlide14.xml" Id="R00bfa4cd4a0343e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1c51fb3073c49a5" /><Relationship Type="http://schemas.openxmlformats.org/officeDocument/2006/relationships/image" Target="/ppt/media/image5.jpeg" Id="R531d7dfa96434567" /><Relationship Type="http://schemas.openxmlformats.org/officeDocument/2006/relationships/notesSlide" Target="/ppt/notesSlides/notesSlide15.xml" Id="R7b9e2d28f66c486f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a1c3d400de74fd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10.3 实际问题与二元一次方程组（一）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第10章 二元一次方程组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教材印刷页101—103 · 新授课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a0177c5a0ff42a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bae10f82384609">
            <a:extLst>
              <a:ext uri="{96DAC541-7B7A-43D3-8B79-37D633B846F1}">
                <asvg:svgBlip xmlns:asvg="http://schemas.microsoft.com/office/drawing/2016/SVG/main" r:embed="Rcc2e2dab2a234a7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通过阅读、观察或操作，准确说出两个未知量的建模、相等关系、检验实际意义的含义、表示或基本步骤。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0177c5a0ff42a8">
            <a:extLst>
              <a:ext uri="{96DAC541-7B7A-43D3-8B79-37D633B846F1}">
                <asvg:svgBlip xmlns:asvg="http://schemas.microsoft.com/office/drawing/2016/SVG/main" r:embed="Ra6614a76a4bc47f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在Q2—Q4中运用“从两个数量关系列方程组”，能用完整语言、式子、图形或图表说明依据。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81fe74a1924355">
            <a:extLst>
              <a:ext uri="{96DAC541-7B7A-43D3-8B79-37D633B846F1}">
                <asvg:svgBlip xmlns:asvg="http://schemas.microsoft.com/office/drawing/2016/SVG/main" r:embed="Ra5ec9ab754f1410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在基础与变式练习中运用“从两个数量关系列方程组”解决同类问题，并对结果进行检验。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59f31864ca4545">
            <a:extLst>
              <a:ext uri="{96DAC541-7B7A-43D3-8B79-37D633B846F1}">
                <asvg:svgBlip xmlns:asvg="http://schemas.microsoft.com/office/drawing/2016/SVG/main" r:embed="R1f47fe8d7d66436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1d6bead5ad8459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对应印刷页101—103。先读图、读表或读题，圈出已知和所求。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调用学生已经学习二元一次方程组解法、列一元一次方程，具备基本观察、计算、作图或整理数据的经验。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聚焦两个未知量的建模、相等关系、检验实际意义，不急于抄结论。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B0E3F560-BDFC-43A8-AD11-41D017CB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75B5AE74-797B-4E76-9C0E-6506E1BA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57" y="2268188"/>
            <a:ext cx="670550" cy="70104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BC4ECD0-9E41-47E5-8A25-DD5DAA91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866886" y="2603468"/>
            <a:ext cx="3657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2E6F2A01-ED6E-452D-A6CE-C7A106F6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525" y="2359628"/>
            <a:ext cx="3251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20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C539C568-5498-461B-9E65-D9C5124E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3599" y="2359628"/>
            <a:ext cx="507992" cy="5181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  <p:sp>
        <p:nvSpPr>
          <p:cNvPr id="21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9C6DE35B-EC99-4526-AAC5-30C8C5A1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2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0C131368-3248-4BD4-A2B1-67735676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026" y="2268188"/>
            <a:ext cx="670550" cy="70104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54BAE28-FD66-4ACA-989B-56092E1C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27854" y="2603468"/>
            <a:ext cx="3657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5BF40F38-A429-4CD1-8378-06041307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493" y="2359628"/>
            <a:ext cx="3251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25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0A7D6E84-DC32-4119-816E-DBFFF822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567" y="2359628"/>
            <a:ext cx="507992" cy="5181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  <p:sp>
        <p:nvSpPr>
          <p:cNvPr id="2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B555DB56-61F0-4C64-A595-D201745A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7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2E6C631F-9D20-4635-B3F9-08960221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57" y="4744688"/>
            <a:ext cx="670550" cy="70104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2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6F10E05-AE90-4546-B446-19974467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866886" y="5079968"/>
            <a:ext cx="3657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2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CFC64689-738B-4A67-B7A2-C034245F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525" y="4836128"/>
            <a:ext cx="3251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30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1E4E1D0F-BBBD-49C3-896E-B2CA2190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3599" y="4836128"/>
            <a:ext cx="507992" cy="5181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  <p:sp>
        <p:nvSpPr>
          <p:cNvPr id="31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45C242C9-2FEE-4284-BE85-875975DA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32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955A3EE6-7A5C-4D86-9CA6-4504B64E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026" y="4744688"/>
            <a:ext cx="670550" cy="70104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3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E4708B9-F58E-46F9-BB56-D8010E25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27854" y="5079968"/>
            <a:ext cx="36575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3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24345AED-6C88-4995-AC68-598F3E5B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8493" y="4836128"/>
            <a:ext cx="32511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35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847D18CA-1AA0-4C64-A5BB-75330745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567" y="4836128"/>
            <a:ext cx="507992" cy="5181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aa876c3a7be499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旧知回顾：回顾“二元一次方程组解法”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回顾“二元一次方程组解法”：写出一条与本课有关的定义、性质或计算规则。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参考要点：正确表述“二元一次方程组解法”的核心含义，并说明它与“两个未知量的建模”的联系。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61458B2B-BF3B-4A0E-BEE2-E5A026DF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C1EEDB8C-02A7-475B-BED4-95B835427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4695" y="3051810"/>
            <a:ext cx="1524476" cy="1884045"/>
          </a:xfrm>
          <a:prstGeom xmlns:a="http://schemas.openxmlformats.org/drawingml/2006/main" prst="roundRect">
            <a:avLst>
              <a:gd name="adj" fmla="val 49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方程①</a:t>
            </a:r>
          </a:p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方程②</a:t>
            </a:r>
          </a:p>
        </p:txBody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407F90F-4D31-49B9-97EA-AB9190EB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793956" y="3952875"/>
            <a:ext cx="831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793B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B57F7D98-4FBB-4090-8474-C0C71506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297555"/>
            <a:ext cx="7391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7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400A0F99-9674-46CA-908D-E3C40D6C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4078" y="3297555"/>
            <a:ext cx="1154906" cy="1392555"/>
          </a:xfrm>
          <a:prstGeom xmlns:a="http://schemas.openxmlformats.org/drawingml/2006/main" prst="roundRect">
            <a:avLst>
              <a:gd name="adj" fmla="val 6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98e3d84fcbb4a7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阅读教材印刷页101—103，圈出“两个未知量的建模、相等关系、检验实际意义”，分别用一句话记录它们解决什么问题。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小组探究：围绕“从文字、图形和比例中提取相等关系”设计一次观察、操作或推理，记录现象、猜想和验证依据。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围绕“从两个数量关系列方程组”说明理由；同伴只追问条件和依据。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315F8A1-7231-4C64-9268-0BCED028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09F94974-18C3-4AC2-A59E-ECD3DB67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4558665"/>
            <a:ext cx="1367314" cy="635318"/>
          </a:xfrm>
          <a:prstGeom xmlns:a="http://schemas.openxmlformats.org/drawingml/2006/main" prst="roundRect">
            <a:avLst>
              <a:gd name="adj" fmla="val 11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BD932B4-D7EC-4F09-8E01-5982C493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69394" y="4862513"/>
            <a:ext cx="745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F879A644-91F6-4B5F-9921-25101B4E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641533"/>
            <a:ext cx="6629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8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9D0E44DE-BE35-4080-9DD8-4E8E435A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503" y="4641533"/>
            <a:ext cx="1035844" cy="469583"/>
          </a:xfrm>
          <a:prstGeom xmlns:a="http://schemas.openxmlformats.org/drawingml/2006/main" prst="roundRect">
            <a:avLst>
              <a:gd name="adj" fmla="val 16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ffba1e5567e43a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概念一：两个未知量的建模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两个未知量的建模：按教材明确其定义、条件、表示、性质或步骤。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24E3E92E-8CCA-4C13-A04D-FC3D78EE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03665EBA-F8F0-45D8-A91A-108D64FB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4695" y="3051810"/>
            <a:ext cx="1524476" cy="1884045"/>
          </a:xfrm>
          <a:prstGeom xmlns:a="http://schemas.openxmlformats.org/drawingml/2006/main" prst="roundRect">
            <a:avLst>
              <a:gd name="adj" fmla="val 49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方程①</a:t>
            </a:r>
          </a:p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方程②</a:t>
            </a:r>
          </a:p>
        </p:txBody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C232BCC-8857-4746-9702-A25D8F4B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793956" y="3952875"/>
            <a:ext cx="831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793B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06D0FCA2-2629-4510-8F7E-3CA30E11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297555"/>
            <a:ext cx="7391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7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928B4E01-8E7B-4955-9530-CE1559F0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4078" y="3297555"/>
            <a:ext cx="1154906" cy="1392555"/>
          </a:xfrm>
          <a:prstGeom xmlns:a="http://schemas.openxmlformats.org/drawingml/2006/main" prst="roundRect">
            <a:avLst>
              <a:gd name="adj" fmla="val 6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87c1d2aa1ec4c3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概念二：相等关系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相等关系：按教材明确其定义、条件、表示、性质或步骤。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易错提醒：从文字、图形和比例中提取相等关系。先审条件，再使用结论。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1AAB29D0-D5BA-4A8F-A0F7-2E2B4AB6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8B26F31F-CDDD-4227-AAC8-E951621C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4695" y="3051810"/>
            <a:ext cx="1524476" cy="1884045"/>
          </a:xfrm>
          <a:prstGeom xmlns:a="http://schemas.openxmlformats.org/drawingml/2006/main" prst="roundRect">
            <a:avLst>
              <a:gd name="adj" fmla="val 49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方程①</a:t>
            </a:r>
          </a:p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方程②</a:t>
            </a:r>
          </a:p>
        </p:txBody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BAF590F-B482-4F3A-8E5B-03D480FC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793956" y="3952875"/>
            <a:ext cx="831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793B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66D10F4-4AB6-46D6-9620-4C7D5D7A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349" y="3297555"/>
            <a:ext cx="7391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7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4DCA0076-DF61-4319-A491-E43A66F6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4078" y="3297555"/>
            <a:ext cx="1154906" cy="1392555"/>
          </a:xfrm>
          <a:prstGeom xmlns:a="http://schemas.openxmlformats.org/drawingml/2006/main" prst="roundRect">
            <a:avLst>
              <a:gd name="adj" fmla="val 6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3f2f11a1f574f6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小组探究：围绕“从文字、图形和比例中提取相等关系”设计一次观察、操作或推理，记录现象、猜想和验证依据。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参考思路：先明确条件，再围绕“从两个数量关系列方程组”形成猜想，最后用定义、计算、图表或反例验证。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06E74D6B-68E4-4D67-8E3A-07037EDD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C70D1CAB-1B3C-4D6F-A54B-51C5D14C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605" y="2714625"/>
            <a:ext cx="1304449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方程①</a:t>
            </a:r>
          </a:p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方程②</a:t>
            </a:r>
          </a:p>
        </p:txBody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FD52CD3-1A28-4099-9C4C-5BCFBA7F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70169" y="3238500"/>
            <a:ext cx="7115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793B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5FD6F78-918E-42F5-97C6-5C1AB135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226" y="2857500"/>
            <a:ext cx="63246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23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4626089A-B73E-4057-9E27-2C5A6DA8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273" y="2857500"/>
            <a:ext cx="988219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503a09a640b48ca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只记“两个未知量的建模”的结论，不检查适用条件。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把“从两个数量关系列方程组”与相近概念或逆命题混淆。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2c3c909928140c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教材例题：例题（对应教材10.3探究1、教材10.3…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例题（对应教材10.3探究1、教材10.3探究2）：成人票5元、学生票3元，共售20张收76元。各售多少张？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选用从两个数量关系列方程组；3.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教材印刷页101—103：先思考，再对照规范解答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46E86C8C-965D-4561-873A-973F4E61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4E277E6D-C6F5-416F-B002-FAE0C22B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4558665"/>
            <a:ext cx="1367314" cy="635318"/>
          </a:xfrm>
          <a:prstGeom xmlns:a="http://schemas.openxmlformats.org/drawingml/2006/main" prst="roundRect">
            <a:avLst>
              <a:gd name="adj" fmla="val 11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1A4343B-E005-4475-8732-474150C5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69394" y="4862513"/>
            <a:ext cx="745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06A8929F-CE79-4F70-ADFB-6794D27BE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641533"/>
            <a:ext cx="6629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8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4AE56660-BCCA-4CB1-AB91-8E93B8380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503" y="4641533"/>
            <a:ext cx="1035844" cy="469583"/>
          </a:xfrm>
          <a:prstGeom xmlns:a="http://schemas.openxmlformats.org/drawingml/2006/main" prst="roundRect">
            <a:avLst>
              <a:gd name="adj" fmla="val 16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7150df747184f5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选择“从两个数量关系列方程组”对应的方法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设成人票x张、学生票y张：x+y=20，5x+3y=76，解得x=8，y=12。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没有先确认“从两个数量关系列方程组”的条件，或只写结果不写依据。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D8BDC3F2-86AE-4D51-8D2C-C812FDE7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29F403F7-59F1-494A-9D86-A7ECE728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605" y="2714625"/>
            <a:ext cx="1304449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方程①</a:t>
            </a:r>
          </a:p>
          <a:p xmlns:a="http://schemas.openxmlformats.org/drawingml/2006/main">
            <a:pPr>
              <a:defRPr sz="1425" b="1">
                <a:solidFill>
                  <a:srgbClr val="334155"/>
                </a:solidFill>
              </a:defRPr>
            </a:pPr>
            <a:r>
              <a:rPr sz="1425" b="1">
                <a:solidFill>
                  <a:srgbClr val="334155"/>
                </a:solidFill>
              </a:rPr>
              <a:t>方程②</a:t>
            </a:r>
          </a:p>
        </p:txBody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C081589-C5CF-4724-A959-6818EB79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70169" y="3238500"/>
            <a:ext cx="7115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4793B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387591B-DC60-4088-9F6D-5EED2AD31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9226" y="2857500"/>
            <a:ext cx="63246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4793B"/>
                </a:solidFill>
              </a:defRPr>
            </a:pPr>
            <a:r>
              <a:rPr sz="135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23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30AFE24F-7F78-4101-B511-8992349D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0273" y="2857500"/>
            <a:ext cx="988219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B8F77"/>
                </a:solidFill>
              </a:defRPr>
            </a:pPr>
            <a:r>
              <a:rPr sz="1425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4fb9273dfd44bd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基础辨析：判断“使用‘两个未知量的建模’时不需要检查条件，只要结论看起来合理即可”，并说明理由。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变式练习：把Q4的一个条件、数据或表示方式作合理改变，仍用“从两个数量关系列方程组”解决，并写出检验。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C3A0AABD-644E-4673-A141-347641BD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B31F46BC-5022-43E1-BBCD-2FD6F403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" y="4884420"/>
            <a:ext cx="1273016" cy="591503"/>
          </a:xfrm>
          <a:prstGeom xmlns:a="http://schemas.openxmlformats.org/drawingml/2006/main" prst="roundRect">
            <a:avLst>
              <a:gd name="adj" fmla="val 12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08042D9-366A-40A8-98D1-FAD706D3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40806" y="5167313"/>
            <a:ext cx="6943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CB24B2B-01A9-4C52-9E71-CFA99250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959" y="4961573"/>
            <a:ext cx="6172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8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C778C7F2-E89A-4AA5-82FC-A322D6F9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0908" y="4961573"/>
            <a:ext cx="964406" cy="437198"/>
          </a:xfrm>
          <a:prstGeom xmlns:a="http://schemas.openxmlformats.org/drawingml/2006/main" prst="roundRect">
            <a:avLst>
              <a:gd name="adj" fmla="val 17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4db398efff7492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变式练习：把Q4的一个条件、数据或表示方式作合理改变，仍用“从两个数量关系列方程组”解决，并写出检验。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答案不唯一。评价要点：改变后的条件完整；方法仍属于“从两个数量关系列方程组”；过程正确；检验与新条件一致。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D862E3DB-CAF2-42C4-B925-F9A18EA4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73087C8E-6CA3-466C-8DF0-422C6BB9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4558665"/>
            <a:ext cx="1367314" cy="635318"/>
          </a:xfrm>
          <a:prstGeom xmlns:a="http://schemas.openxmlformats.org/drawingml/2006/main" prst="roundRect">
            <a:avLst>
              <a:gd name="adj" fmla="val 119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4501834-C8D1-4A1D-BAD5-C30DC25A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69394" y="4862513"/>
            <a:ext cx="745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3BD8FA7-1DAD-4604-B4AC-31FA5E44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261" y="4641533"/>
            <a:ext cx="66294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8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EA64CDDB-3ECF-403D-8FCA-EABF91CA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503" y="4641533"/>
            <a:ext cx="1035844" cy="469583"/>
          </a:xfrm>
          <a:prstGeom xmlns:a="http://schemas.openxmlformats.org/drawingml/2006/main" prst="roundRect">
            <a:avLst>
              <a:gd name="adj" fmla="val 16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1d18924347d4f0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纠错：“研究实际问题与二元一次方程组（一）时，只记结论，不必区分条件、过程和依据。”这句话对吗？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当堂检测：应用题方程组求解后为什么要检验实际意义？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EFCCB67-2164-44FD-9617-D2564AF8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9C154BB5-7D1F-4D7C-A6D0-7B105CFB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" y="4884420"/>
            <a:ext cx="1273016" cy="591503"/>
          </a:xfrm>
          <a:prstGeom xmlns:a="http://schemas.openxmlformats.org/drawingml/2006/main" prst="roundRect">
            <a:avLst>
              <a:gd name="adj" fmla="val 12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9CE319B-3F38-4A57-8DAD-1977DBB3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640806" y="5167313"/>
            <a:ext cx="6943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A495EF1-6AB4-4BF8-9777-5E296DEA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7959" y="4961573"/>
            <a:ext cx="6172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8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F5AFAB47-318D-4A12-9145-6B56C9DD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0908" y="4961573"/>
            <a:ext cx="964406" cy="437198"/>
          </a:xfrm>
          <a:prstGeom xmlns:a="http://schemas.openxmlformats.org/drawingml/2006/main" prst="roundRect">
            <a:avLst>
              <a:gd name="adj" fmla="val 17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31d7dfa9643456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小结参考：本课围绕“实际问题与二元一次方程组（一）”，掌握两个未知量的建模、相等关系、检验实际意义，并能运用从两个数量关系列方程组。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基础：完成教材第101—103页练习中的基础题并订正Q5、Q7 提升：当堂检测：应用题方程组求解后为什么要检验实际意义？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我能否：①准确表达两个未知量的建模；②运用从两个数量关系列方程组；③写清依据并检验？选择“会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8C362B2-C449-473D-A189-33742693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equations">
            <a:extLst xmlns:a="http://schemas.openxmlformats.org/drawingml/2006/main">
              <a:ext uri="{FF2B5EF4-FFF2-40B4-BE49-F238E27FC236}">
                <a16:creationId xmlns:a16="http://schemas.microsoft.com/office/drawing/2014/main" id="{EF3A8E50-0689-4DA5-8891-977D2817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085" y="2693670"/>
            <a:ext cx="1430179" cy="591503"/>
          </a:xfrm>
          <a:prstGeom xmlns:a="http://schemas.openxmlformats.org/drawingml/2006/main" prst="roundRect">
            <a:avLst>
              <a:gd name="adj" fmla="val 12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8F7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①</a:t>
            </a:r>
          </a:p>
          <a:p xmlns:a="http://schemas.openxmlformats.org/drawingml/2006/main">
            <a:pPr>
              <a:defRPr sz="1200" b="1">
                <a:solidFill>
                  <a:srgbClr val="334155"/>
                </a:solidFill>
              </a:defRPr>
            </a:pPr>
            <a:r>
              <a:rPr sz="1200" b="1">
                <a:solidFill>
                  <a:srgbClr val="334155"/>
                </a:solidFill>
              </a:rPr>
              <a:t>②</a:t>
            </a:r>
          </a:p>
        </p:txBody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82AD2F2-BB75-45B2-8E8A-AF672720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760619" y="2976563"/>
            <a:ext cx="78009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793B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0FDA3B91-864F-4611-93AB-880E12A5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7296" y="2770823"/>
            <a:ext cx="6934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消元</a:t>
            </a:r>
          </a:p>
        </p:txBody>
      </p:sp>
      <p:sp>
        <p:nvSpPr>
          <p:cNvPr id="17" name="batch-topic-result">
            <a:extLst xmlns:a="http://schemas.openxmlformats.org/drawingml/2006/main">
              <a:ext uri="{FF2B5EF4-FFF2-40B4-BE49-F238E27FC236}">
                <a16:creationId xmlns:a16="http://schemas.microsoft.com/office/drawing/2014/main" id="{2619CDE0-226D-4567-B7D6-403ABB22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0733" y="2770823"/>
            <a:ext cx="1083469" cy="437198"/>
          </a:xfrm>
          <a:prstGeom xmlns:a="http://schemas.openxmlformats.org/drawingml/2006/main" prst="roundRect">
            <a:avLst>
              <a:gd name="adj" fmla="val 17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3415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8F77"/>
                </a:solidFill>
              </a:defRPr>
            </a:pPr>
            <a:r>
              <a:rPr sz="1200" b="1">
                <a:solidFill>
                  <a:srgbClr val="1B8F77"/>
                </a:solidFill>
              </a:rPr>
              <a:t>一元</a:t>
            </a:r>
          </a:p>
        </p:txBody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2026-08-02T17:54:22.8410000Z</dcterms:created>
  <dcterms:modified xsi:type="dcterms:W3CDTF">2026-08-02T17:54:22.8410000Z</dcterms:modified>
</coreProperties>
</file>