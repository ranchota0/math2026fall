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e68ecd664c46ab" /><Relationship Type="http://schemas.openxmlformats.org/officeDocument/2006/relationships/extended-properties" Target="/docProps/app.xml" Id="R98c0d2e5b28f463f" /><Relationship Type="http://schemas.openxmlformats.org/officeDocument/2006/relationships/officeDocument" Target="/ppt/presentation.xml" Id="Rd58696895049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491c663e7c4097"/>
    <p:sldMasterId xmlns:r="http://schemas.openxmlformats.org/officeDocument/2006/relationships" id="2147483660" r:id="R695f920354724620"/>
  </p:sldMasterIdLst>
  <p:notesMasterIdLst>
    <p:notesMasterId xmlns:r="http://schemas.openxmlformats.org/officeDocument/2006/relationships" r:id="R2f52d476021a4822"/>
  </p:notesMasterIdLst>
  <p:sldIdLst>
    <p:sldId xmlns:r="http://schemas.openxmlformats.org/officeDocument/2006/relationships" id="256" r:id="R7b8f1df66ae243b6"/>
    <p:sldId xmlns:r="http://schemas.openxmlformats.org/officeDocument/2006/relationships" id="257" r:id="R233b6e108fcc4a16"/>
    <p:sldId xmlns:r="http://schemas.openxmlformats.org/officeDocument/2006/relationships" id="258" r:id="Rd7175f0917594bbc"/>
    <p:sldId xmlns:r="http://schemas.openxmlformats.org/officeDocument/2006/relationships" id="259" r:id="Rd37afa51ea9a4a7c"/>
    <p:sldId xmlns:r="http://schemas.openxmlformats.org/officeDocument/2006/relationships" id="260" r:id="Re3cec8aba8a24ca5"/>
    <p:sldId xmlns:r="http://schemas.openxmlformats.org/officeDocument/2006/relationships" id="261" r:id="R557a0955e800413b"/>
    <p:sldId xmlns:r="http://schemas.openxmlformats.org/officeDocument/2006/relationships" id="262" r:id="Ra05e79b87e1147eb"/>
    <p:sldId xmlns:r="http://schemas.openxmlformats.org/officeDocument/2006/relationships" id="263" r:id="Rb7901bf10a254cc6"/>
    <p:sldId xmlns:r="http://schemas.openxmlformats.org/officeDocument/2006/relationships" id="264" r:id="R144b23ab861c4309"/>
    <p:sldId xmlns:r="http://schemas.openxmlformats.org/officeDocument/2006/relationships" id="265" r:id="Rccd8a5339e1a4c71"/>
    <p:sldId xmlns:r="http://schemas.openxmlformats.org/officeDocument/2006/relationships" id="266" r:id="R9fb2ee4ad710484f"/>
    <p:sldId xmlns:r="http://schemas.openxmlformats.org/officeDocument/2006/relationships" id="267" r:id="Rbc407d8f2bb24ac7"/>
    <p:sldId xmlns:r="http://schemas.openxmlformats.org/officeDocument/2006/relationships" id="268" r:id="R65ee85c94c1d4d07"/>
    <p:sldId xmlns:r="http://schemas.openxmlformats.org/officeDocument/2006/relationships" id="269" r:id="R7328429529224bbc"/>
    <p:sldId xmlns:r="http://schemas.openxmlformats.org/officeDocument/2006/relationships" id="270" r:id="Rc7256a87505943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e0b55aec54497" /><Relationship Type="http://schemas.openxmlformats.org/officeDocument/2006/relationships/slideMaster" Target="/ppt/slideMasters/slideMaster1.xml" Id="R2f491c663e7c4097" /><Relationship Type="http://schemas.openxmlformats.org/officeDocument/2006/relationships/slideMaster" Target="/ppt/slideMasters/slideMaster2.xml" Id="R695f920354724620" /><Relationship Type="http://schemas.openxmlformats.org/officeDocument/2006/relationships/notesMaster" Target="/ppt/notesMasters/notesMaster1.xml" Id="R2f52d476021a4822" /><Relationship Type="http://schemas.openxmlformats.org/officeDocument/2006/relationships/presProps" Target="/ppt/presProps.xml" Id="R6d6d7b6226994d91" /><Relationship Type="http://schemas.openxmlformats.org/officeDocument/2006/relationships/viewProps" Target="/ppt/viewProps.xml" Id="R2ebb43b2829a4475" /><Relationship Type="http://schemas.openxmlformats.org/officeDocument/2006/relationships/tableStyles" Target="/ppt/tableStyles.xml" Id="Rba9d3506d724424e" /><Relationship Type="http://schemas.openxmlformats.org/officeDocument/2006/relationships/slide" Target="/ppt/slides/slide1.xml" Id="R7b8f1df66ae243b6" /><Relationship Type="http://schemas.openxmlformats.org/officeDocument/2006/relationships/slide" Target="/ppt/slides/slide2.xml" Id="R233b6e108fcc4a16" /><Relationship Type="http://schemas.openxmlformats.org/officeDocument/2006/relationships/slide" Target="/ppt/slides/slide3.xml" Id="Rd7175f0917594bbc" /><Relationship Type="http://schemas.openxmlformats.org/officeDocument/2006/relationships/slide" Target="/ppt/slides/slide4.xml" Id="Rd37afa51ea9a4a7c" /><Relationship Type="http://schemas.openxmlformats.org/officeDocument/2006/relationships/slide" Target="/ppt/slides/slide5.xml" Id="Re3cec8aba8a24ca5" /><Relationship Type="http://schemas.openxmlformats.org/officeDocument/2006/relationships/slide" Target="/ppt/slides/slide6.xml" Id="R557a0955e800413b" /><Relationship Type="http://schemas.openxmlformats.org/officeDocument/2006/relationships/slide" Target="/ppt/slides/slide7.xml" Id="Ra05e79b87e1147eb" /><Relationship Type="http://schemas.openxmlformats.org/officeDocument/2006/relationships/slide" Target="/ppt/slides/slide8.xml" Id="Rb7901bf10a254cc6" /><Relationship Type="http://schemas.openxmlformats.org/officeDocument/2006/relationships/slide" Target="/ppt/slides/slide9.xml" Id="R144b23ab861c4309" /><Relationship Type="http://schemas.openxmlformats.org/officeDocument/2006/relationships/slide" Target="/ppt/slides/slide10.xml" Id="Rccd8a5339e1a4c71" /><Relationship Type="http://schemas.openxmlformats.org/officeDocument/2006/relationships/slide" Target="/ppt/slides/slide11.xml" Id="R9fb2ee4ad710484f" /><Relationship Type="http://schemas.openxmlformats.org/officeDocument/2006/relationships/slide" Target="/ppt/slides/slide12.xml" Id="Rbc407d8f2bb24ac7" /><Relationship Type="http://schemas.openxmlformats.org/officeDocument/2006/relationships/slide" Target="/ppt/slides/slide13.xml" Id="R65ee85c94c1d4d07" /><Relationship Type="http://schemas.openxmlformats.org/officeDocument/2006/relationships/slide" Target="/ppt/slides/slide14.xml" Id="R7328429529224bbc" /><Relationship Type="http://schemas.openxmlformats.org/officeDocument/2006/relationships/slide" Target="/ppt/slides/slide15.xml" Id="Rc7256a87505943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42ff22c2f2144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1ca9fcda34b81" /><Relationship Type="http://schemas.openxmlformats.org/officeDocument/2006/relationships/notesMaster" Target="/ppt/notesMasters/notesMaster1.xml" Id="Rff0310888a5b4e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550a02bcc14bd2" /><Relationship Type="http://schemas.openxmlformats.org/officeDocument/2006/relationships/notesMaster" Target="/ppt/notesMasters/notesMaster1.xml" Id="R0e8398e407b84a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f38ae5b5c04690" /><Relationship Type="http://schemas.openxmlformats.org/officeDocument/2006/relationships/notesMaster" Target="/ppt/notesMasters/notesMaster1.xml" Id="R863285b58d5f45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585e62e2f24e95" /><Relationship Type="http://schemas.openxmlformats.org/officeDocument/2006/relationships/notesMaster" Target="/ppt/notesMasters/notesMaster1.xml" Id="R9122c629d4f148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504dd6c374fbe" /><Relationship Type="http://schemas.openxmlformats.org/officeDocument/2006/relationships/notesMaster" Target="/ppt/notesMasters/notesMaster1.xml" Id="R9be4639d7f6244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9db78fa9b4b92" /><Relationship Type="http://schemas.openxmlformats.org/officeDocument/2006/relationships/notesMaster" Target="/ppt/notesMasters/notesMaster1.xml" Id="R4ecd8b0aad8d42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efd9187d9e4bca" /><Relationship Type="http://schemas.openxmlformats.org/officeDocument/2006/relationships/notesMaster" Target="/ppt/notesMasters/notesMaster1.xml" Id="R97d6ff679d7f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ed4386de84afc" /><Relationship Type="http://schemas.openxmlformats.org/officeDocument/2006/relationships/notesMaster" Target="/ppt/notesMasters/notesMaster1.xml" Id="R3c8ec5b6a6f74b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e70862ad364ffc" /><Relationship Type="http://schemas.openxmlformats.org/officeDocument/2006/relationships/notesMaster" Target="/ppt/notesMasters/notesMaster1.xml" Id="R95c5d7a9596048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ab6a57578f4113" /><Relationship Type="http://schemas.openxmlformats.org/officeDocument/2006/relationships/notesMaster" Target="/ppt/notesMasters/notesMaster1.xml" Id="R1f5964f31bd747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e50fe9d96f4ac1" /><Relationship Type="http://schemas.openxmlformats.org/officeDocument/2006/relationships/notesMaster" Target="/ppt/notesMasters/notesMaster1.xml" Id="R0b31355af2a14a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0468a349a94387" /><Relationship Type="http://schemas.openxmlformats.org/officeDocument/2006/relationships/notesMaster" Target="/ppt/notesMasters/notesMaster1.xml" Id="Rb0c9be7086ce4e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ccf79d5eb74e08" /><Relationship Type="http://schemas.openxmlformats.org/officeDocument/2006/relationships/notesMaster" Target="/ppt/notesMasters/notesMaster1.xml" Id="R0ae3e107632043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e814d345184d13" /><Relationship Type="http://schemas.openxmlformats.org/officeDocument/2006/relationships/notesMaster" Target="/ppt/notesMasters/notesMaster1.xml" Id="R3c84fef10c8a46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1aa82a399e46a3" /><Relationship Type="http://schemas.openxmlformats.org/officeDocument/2006/relationships/notesMaster" Target="/ppt/notesMasters/notesMaster1.xml" Id="R8b6d522550a04b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从教材印刷页104—106进入《实际问题与二元一次方程组（二）》。说明本课在第10章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人教版《义务教育教科书·数学七年级下册》，印刷页104—106。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形成第一个核心概念：表格建模。要求学生标出对象、条件、表示和作用。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形成第二个核心概念或方法：费用与产量关系。与前一概念对比，避免相近知识混淆。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呈现Q4，保留独立思考时间。题型对应教材印刷页104—106的例题或典型任务。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人教版《义务教育教科书·数学七年级下册》，印刷页104—106。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9b1ab96074e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958f30b1c46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df535bca346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73fc969214e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84392741c4a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2b74e179949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777f6ea064c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7bc806f9948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33f93331a45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7ba4aba4c43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37318c8404e0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a288d631c349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8729815bc84666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2d0f53b15948b5" /><Relationship Type="http://schemas.openxmlformats.org/officeDocument/2006/relationships/slideLayout" Target="/ppt/slideLayouts/slideLayout1.xml" Id="Rc79ea0411f9f4de4" /><Relationship Type="http://schemas.openxmlformats.org/officeDocument/2006/relationships/slideLayout" Target="/ppt/slideLayouts/slideLayout2.xml" Id="R58ce007d022844bb" /><Relationship Type="http://schemas.openxmlformats.org/officeDocument/2006/relationships/slideLayout" Target="/ppt/slideLayouts/slideLayout3.xml" Id="R7357ce24790040cb" /><Relationship Type="http://schemas.openxmlformats.org/officeDocument/2006/relationships/slideLayout" Target="/ppt/slideLayouts/slideLayout4.xml" Id="Rc0fa814f57874f67" /><Relationship Type="http://schemas.openxmlformats.org/officeDocument/2006/relationships/slideLayout" Target="/ppt/slideLayouts/slideLayout5.xml" Id="R879a1bb2712e4175" /><Relationship Type="http://schemas.openxmlformats.org/officeDocument/2006/relationships/slideLayout" Target="/ppt/slideLayouts/slideLayout6.xml" Id="R23e2e43000af41f7" /><Relationship Type="http://schemas.openxmlformats.org/officeDocument/2006/relationships/slideLayout" Target="/ppt/slideLayouts/slideLayout7.xml" Id="R9679bd2e54fb402c" /><Relationship Type="http://schemas.openxmlformats.org/officeDocument/2006/relationships/slideLayout" Target="/ppt/slideLayouts/slideLayout8.xml" Id="R3a836d3007594b60" /><Relationship Type="http://schemas.openxmlformats.org/officeDocument/2006/relationships/slideLayout" Target="/ppt/slideLayouts/slideLayout9.xml" Id="R680db89903aa485f" /><Relationship Type="http://schemas.openxmlformats.org/officeDocument/2006/relationships/slideLayout" Target="/ppt/slideLayouts/slideLayout10.xml" Id="R685a89850eb94a46" /><Relationship Type="http://schemas.openxmlformats.org/officeDocument/2006/relationships/slideLayout" Target="/ppt/slideLayouts/slideLayout11.xml" Id="Rb1035e7b217445c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6cde0e055c94e70" /><Relationship Type="http://schemas.openxmlformats.org/officeDocument/2006/relationships/slideLayout" Target="/ppt/slideLayouts/slideLayout12.xml" Id="Rb43d21ec1cf64e1c" /><Relationship Type="http://schemas.openxmlformats.org/officeDocument/2006/relationships/slideLayout" Target="/ppt/slideLayouts/slideLayout13.xml" Id="R62e1bf6ff8fc464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9ea0411f9f4de4"/>
    <p:sldLayoutId xmlns:r="http://schemas.openxmlformats.org/officeDocument/2006/relationships" id="2147483650" r:id="R58ce007d022844bb"/>
    <p:sldLayoutId xmlns:r="http://schemas.openxmlformats.org/officeDocument/2006/relationships" id="2147483651" r:id="R7357ce24790040cb"/>
    <p:sldLayoutId xmlns:r="http://schemas.openxmlformats.org/officeDocument/2006/relationships" id="2147483652" r:id="Rc0fa814f57874f67"/>
    <p:sldLayoutId xmlns:r="http://schemas.openxmlformats.org/officeDocument/2006/relationships" id="2147483653" r:id="R879a1bb2712e4175"/>
    <p:sldLayoutId xmlns:r="http://schemas.openxmlformats.org/officeDocument/2006/relationships" id="2147483654" r:id="R23e2e43000af41f7"/>
    <p:sldLayoutId xmlns:r="http://schemas.openxmlformats.org/officeDocument/2006/relationships" id="2147483655" r:id="R9679bd2e54fb402c"/>
    <p:sldLayoutId xmlns:r="http://schemas.openxmlformats.org/officeDocument/2006/relationships" id="2147483656" r:id="R3a836d3007594b60"/>
    <p:sldLayoutId xmlns:r="http://schemas.openxmlformats.org/officeDocument/2006/relationships" id="2147483657" r:id="R680db89903aa485f"/>
    <p:sldLayoutId xmlns:r="http://schemas.openxmlformats.org/officeDocument/2006/relationships" id="2147483658" r:id="R685a89850eb94a46"/>
    <p:sldLayoutId xmlns:r="http://schemas.openxmlformats.org/officeDocument/2006/relationships" id="2147483659" r:id="Rb1035e7b217445c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43d21ec1cf64e1c"/>
    <p:sldLayoutId xmlns:r="http://schemas.openxmlformats.org/officeDocument/2006/relationships" id="2147483662" r:id="R62e1bf6ff8fc464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54be8759624a3d" /><Relationship Type="http://schemas.openxmlformats.org/officeDocument/2006/relationships/image" Target="/ppt/media/image.jpeg" Id="Rd7de644cdb924429" /><Relationship Type="http://schemas.openxmlformats.org/officeDocument/2006/relationships/notesSlide" Target="/ppt/notesSlides/notesSlide1.xml" Id="R2c8902c3bd9649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2a9432a58542d7" /><Relationship Type="http://schemas.openxmlformats.org/officeDocument/2006/relationships/image" Target="/ppt/media/image2.jpeg" Id="R0a977c2be9c94ad7" /><Relationship Type="http://schemas.openxmlformats.org/officeDocument/2006/relationships/image" Target="/ppt/media/image.svg" Id="R4cb6e28e6e3b458e" /><Relationship Type="http://schemas.openxmlformats.org/officeDocument/2006/relationships/image" Target="/ppt/media/image.jpeg" Id="R470cbebebb0848af" /><Relationship Type="http://schemas.openxmlformats.org/officeDocument/2006/relationships/image" Target="/ppt/media/image2.svg" Id="Rb0791cd369b9401f" /><Relationship Type="http://schemas.openxmlformats.org/officeDocument/2006/relationships/image" Target="/ppt/media/image3.jpeg" Id="R896d438d98414867" /><Relationship Type="http://schemas.openxmlformats.org/officeDocument/2006/relationships/image" Target="/ppt/media/image3.svg" Id="Reeca438b9f0c43d9" /><Relationship Type="http://schemas.openxmlformats.org/officeDocument/2006/relationships/image" Target="/ppt/media/image4.jpeg" Id="Rbe036537dbea413c" /><Relationship Type="http://schemas.openxmlformats.org/officeDocument/2006/relationships/image" Target="/ppt/media/image4.svg" Id="R2154862db6a44d6b" /><Relationship Type="http://schemas.openxmlformats.org/officeDocument/2006/relationships/notesSlide" Target="/ppt/notesSlides/notesSlide2.xml" Id="R27d724d40f224b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740fb89e484a8d" /><Relationship Type="http://schemas.openxmlformats.org/officeDocument/2006/relationships/image" Target="/ppt/media/image2.jpeg" Id="Ra8865fb0fa3e4070" /><Relationship Type="http://schemas.openxmlformats.org/officeDocument/2006/relationships/notesSlide" Target="/ppt/notesSlides/notesSlide3.xml" Id="R3b4ba77e433d4c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387a5813e548f4" /><Relationship Type="http://schemas.openxmlformats.org/officeDocument/2006/relationships/image" Target="/ppt/media/image2.jpeg" Id="R50c2307ccbf04aa9" /><Relationship Type="http://schemas.openxmlformats.org/officeDocument/2006/relationships/notesSlide" Target="/ppt/notesSlides/notesSlide4.xml" Id="R9c4c89bda064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b8cfc9505d4669" /><Relationship Type="http://schemas.openxmlformats.org/officeDocument/2006/relationships/image" Target="/ppt/media/image2.jpeg" Id="R04a4de1d6d3f4f9f" /><Relationship Type="http://schemas.openxmlformats.org/officeDocument/2006/relationships/notesSlide" Target="/ppt/notesSlides/notesSlide5.xml" Id="Re6850e32d627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13de64357c4f5f" /><Relationship Type="http://schemas.openxmlformats.org/officeDocument/2006/relationships/image" Target="/ppt/media/image2.jpeg" Id="R3a5171cdc1b04543" /><Relationship Type="http://schemas.openxmlformats.org/officeDocument/2006/relationships/notesSlide" Target="/ppt/notesSlides/notesSlide6.xml" Id="Rba2057313d7b45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4214077e9149dd" /><Relationship Type="http://schemas.openxmlformats.org/officeDocument/2006/relationships/image" Target="/ppt/media/image2.jpeg" Id="R9aaf2a5fdd8843f7" /><Relationship Type="http://schemas.openxmlformats.org/officeDocument/2006/relationships/notesSlide" Target="/ppt/notesSlides/notesSlide7.xml" Id="Rc31502b5819647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96dde4b6474058" /><Relationship Type="http://schemas.openxmlformats.org/officeDocument/2006/relationships/image" Target="/ppt/media/image2.jpeg" Id="Rb9f5348f72da4c84" /><Relationship Type="http://schemas.openxmlformats.org/officeDocument/2006/relationships/notesSlide" Target="/ppt/notesSlides/notesSlide8.xml" Id="R07b4029661664b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8c60d352114e52" /><Relationship Type="http://schemas.openxmlformats.org/officeDocument/2006/relationships/image" Target="/ppt/media/image2.jpeg" Id="R856b03908bb84763" /><Relationship Type="http://schemas.openxmlformats.org/officeDocument/2006/relationships/notesSlide" Target="/ppt/notesSlides/notesSlide9.xml" Id="R5fe77b82b9fc49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dfa5187f384445" /><Relationship Type="http://schemas.openxmlformats.org/officeDocument/2006/relationships/image" Target="/ppt/media/image2.jpeg" Id="R140ea8ba74d64afd" /><Relationship Type="http://schemas.openxmlformats.org/officeDocument/2006/relationships/notesSlide" Target="/ppt/notesSlides/notesSlide10.xml" Id="R6b515af7308949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84a75bfc564e0b" /><Relationship Type="http://schemas.openxmlformats.org/officeDocument/2006/relationships/image" Target="/ppt/media/image2.jpeg" Id="Rd028eedbb051439f" /><Relationship Type="http://schemas.openxmlformats.org/officeDocument/2006/relationships/notesSlide" Target="/ppt/notesSlides/notesSlide11.xml" Id="R9049f90b9af246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1bab450ae294685" /><Relationship Type="http://schemas.openxmlformats.org/officeDocument/2006/relationships/image" Target="/ppt/media/image2.jpeg" Id="R0bb22bc644084cc7" /><Relationship Type="http://schemas.openxmlformats.org/officeDocument/2006/relationships/notesSlide" Target="/ppt/notesSlides/notesSlide12.xml" Id="R138ec185c34a44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a6f4d406bb4557" /><Relationship Type="http://schemas.openxmlformats.org/officeDocument/2006/relationships/image" Target="/ppt/media/image2.jpeg" Id="R8077c5c71dee4889" /><Relationship Type="http://schemas.openxmlformats.org/officeDocument/2006/relationships/notesSlide" Target="/ppt/notesSlides/notesSlide13.xml" Id="R974e10275f8649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38e13fa3aa4568" /><Relationship Type="http://schemas.openxmlformats.org/officeDocument/2006/relationships/image" Target="/ppt/media/image2.jpeg" Id="R24e677eafa5e4e2d" /><Relationship Type="http://schemas.openxmlformats.org/officeDocument/2006/relationships/notesSlide" Target="/ppt/notesSlides/notesSlide14.xml" Id="Rdb7aa669822d4a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7d6422a8da452e" /><Relationship Type="http://schemas.openxmlformats.org/officeDocument/2006/relationships/image" Target="/ppt/media/image5.jpeg" Id="R1954eed897e54de4" /><Relationship Type="http://schemas.openxmlformats.org/officeDocument/2006/relationships/notesSlide" Target="/ppt/notesSlides/notesSlide15.xml" Id="R4c47f6dda900485d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de644cdb92442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10.3 实际问题与二元一次方程组（二）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教材印刷页104—106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a977c2be9c94ad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cbebebb0848af">
            <a:extLst>
              <a:ext uri="{96DAC541-7B7A-43D3-8B79-37D633B846F1}">
                <asvg:svgBlip xmlns:asvg="http://schemas.microsoft.com/office/drawing/2016/SVG/main" r:embed="R4cb6e28e6e3b45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通过阅读、观察或操作，准确说出表格建模、费用与产量关系、方程组应用检验的含义、表示或基本步骤。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77c2be9c94ad7">
            <a:extLst>
              <a:ext uri="{96DAC541-7B7A-43D3-8B79-37D633B846F1}">
                <asvg:svgBlip xmlns:asvg="http://schemas.microsoft.com/office/drawing/2016/SVG/main" r:embed="Rb0791cd369b940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在Q2—Q4中运用“借助表格整理复杂数量关系”，能用完整语言、式子、图形或图表说明依据。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d438d98414867">
            <a:extLst>
              <a:ext uri="{96DAC541-7B7A-43D3-8B79-37D633B846F1}">
                <asvg:svgBlip xmlns:asvg="http://schemas.microsoft.com/office/drawing/2016/SVG/main" r:embed="Reeca438b9f0c43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在基础与变式练习中运用“借助表格整理复杂数量关系”解决同类问题，并对结果进行检验。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36537dbea413c">
            <a:extLst>
              <a:ext uri="{96DAC541-7B7A-43D3-8B79-37D633B846F1}">
                <asvg:svgBlip xmlns:asvg="http://schemas.microsoft.com/office/drawing/2016/SVG/main" r:embed="R2154862db6a44d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865fb0fa3e407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对应印刷页104—106。先读图、读表或读题，圈出已知和所求。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调用学生已经学习实际问题与二元一次方程组基础，具备基本观察、计算、作图或整理数据的经验。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聚焦表格建模、费用与产量关系、方程组应用检验，不急于抄结论。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8FEAE38-A161-4FAF-A60D-246457BD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5F789C7-4567-477D-946D-ECE480B7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FE8417-056B-4C2A-94F4-5228F490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8CC7672-891C-43B3-9F7D-92F58C6F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7FE32CB-725B-4548-9E2B-BFEFC82F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D1E8130-6ADB-46F1-8545-FE2B6D8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B730791-306F-4A36-B384-3EF2315B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FBADA6-64BA-4E91-9659-6EC5D93E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4E43684-91F0-4433-ADB1-03FB66AD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5BC40EF-1D4D-45AA-92F0-67BCFD3E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7055DF1-8D75-43A3-BAC0-2133BBB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4AEC5AC-AFE1-4670-961A-A9D6DE87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DBB880-D905-4AE2-8D6B-4D8E240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9098750-365D-4CD7-8E59-1C493D5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7E68E34-5898-46C3-822C-E05FC382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3374F8F-FB50-4C6C-B017-B7145CFB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4E35ADE-3ECF-425E-ADF1-DBA68D4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1EDD7F-5F62-4E69-A524-75FC7DEF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511CE6B-0C00-49A9-A438-F7840C8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9FA907D-435A-4872-AC57-44AAC304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0c2307ccbf04aa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旧知回顾：回顾“实际问题与二元一次方程组基础”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回顾“实际问题与二元一次方程组基础”：写出一条与本课有关的定义、性质或计算规则。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参考要点：正确表述“实际问题与二元一次方程组基础”的核心含义，并说明它与“表格建模”的联系。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8112F0-B964-4D66-B1CF-E880F39C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5DDECF5-BE80-4982-A681-BE8998BB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8B8513-EAEC-4E15-9325-766BD032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EA7BD51-D58B-4A4A-AF1A-A69EB58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2EA9AD2-9789-4770-A80F-179BAD42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a4de1d6d3f4f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阅读教材印刷页104—106，圈出“表格建模、费用与产量关系、方程组应用检验”，分别用一句话记录它们解决什么问题。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小组探究：围绕“单位统一和实际答案解释”设计一次观察、操作或推理，记录现象、猜想和验证依据。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围绕“借助表格整理复杂数量关系”说明理由；同伴只追问条件和依据。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A49255E-6F83-4D80-A332-223D02D9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22155A2-148F-47F3-92C0-8D6098D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C242777-A979-4C0D-A287-7FA14B7A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667F0AB-58AC-4571-9D4D-C90D996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A425CFE-18CF-40F7-8607-39AFA2BD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5171cdc1b0454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概念一：表格建模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表格建模：按教材明确其定义、条件、表示、性质或步骤。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D69F3FD-B8D5-4EEF-9970-77E3399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9556AFF-51FD-4045-9604-65811FE4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A109489-46F0-490A-94B4-E44E88FC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878ABA4-6409-4E6C-9D01-BCA86C8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2CC075A-6F7F-4EA8-9759-E92C9CDB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aaf2a5fdd8843f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概念二：费用与产量关系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费用与产量关系：按教材明确其定义、条件、表示、性质或步骤。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易错提醒：单位统一和实际答案解释。先审条件，再使用结论。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BF9B623-3063-4163-9F18-C9D8AC99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FDDBEA0-FFC0-4C62-8ADA-F15B6C3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9C9AAD-1BB4-4142-9294-19D3F5BF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00AEA36-7C59-4C57-9D6C-E59EF61C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1286978-98A8-472E-9252-D4CC5827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9f5348f72da4c8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小组探究：围绕“单位统一和实际答案解释”设计一次观察、操作或推理，记录现象、猜想和验证依据。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参考思路：先明确条件，再围绕“借助表格整理复杂数量关系”形成猜想，最后用定义、计算、图表或反例验证。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9A21C50-F538-41C7-8C59-158441F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52440E5-A404-4312-A1BE-013977A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79C83B-6A79-4C01-9A57-8B83F14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3F8543-7F28-4FD0-A7F6-A1763240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511BA39-9A1D-4869-8D8E-73BFBF3C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56b03908bb8476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只记“表格建模”的结论，不检查适用条件。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把“借助表格整理复杂数量关系”与相近概念或逆命题混淆。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40ea8ba74d64af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教材例题：例题（对应教材10.3探究3）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例题（对应教材10.3探究3）：2元笔和5元本共买50件，花160元。各买多少？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选用借助表格整理复杂数量关系；3.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教材印刷页104—106：先思考，再对照规范解答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0792D63-6888-42A1-8508-2A65AEF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92F2BB1-CBC1-4B09-9499-12B92FC7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788CCA-C9BF-46A5-A326-3C50F1BC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FD6D04A-9FF3-4AB9-BC83-5A581FF7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5B67A28-CDBE-475D-8280-A1F8779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28eedbb05143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选择“借助表格整理复杂数量关系”对应的方法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设笔x支、本y本：x+y=50，2x+5y=160，解得x=30，y=20。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没有先确认“借助表格整理复杂数量关系”的条件，或只写结果不写依据。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2A90F73-4A15-4D6C-82C1-D134C99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9A2632A-67DD-4F4A-9281-62A49939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CC9517-8CD1-4836-ADCC-2483647A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6AA18EC-5D7A-4C05-B76A-D00459EA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030312A-452F-4793-851F-B910CDF7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b22bc644084cc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基础辨析：判断“使用‘表格建模’时不需要检查条件，只要结论看起来合理即可”，并说明理由。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变式练习：把Q4的一个条件、数据或表示方式作合理改变，仍用“借助表格整理复杂数量关系”解决，并写出检验。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F4CD646-631B-480A-9499-71CC839C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3DA26455-F032-49F9-9EEB-50D3E217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D50873-EE84-477D-A7FF-FE3F6F00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F9B7A62-29D6-44B7-9032-47AB7D4B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C413F6E-940F-4929-BB14-1C104327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077c5c71dee488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变式练习：把Q4的一个条件、数据或表示方式作合理改变，仍用“借助表格整理复杂数量关系”解决，并写出检验。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答案不唯一。评价要点：改变后的条件完整；方法仍属于“借助表格整理复杂数量关系”；过程正确；检验与新条件一致。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7A60C2E-AAAD-43A0-BBFE-48BBB238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34ED2F45-25B0-4D9B-82DC-9B7343F3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A1AD8A6-8898-451F-B7FB-C2B1AE90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FDA38B1-3702-44EF-9ECB-02EC3B66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41D5680-35EA-4D95-8563-B055FBE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e677eafa5e4e2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纠错：“研究实际问题与二元一次方程组（二）时，只记结论，不必区分条件、过程和依据。”这句话对吗？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当堂检测：用表格建模时至少应列出哪些栏目？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E597C5-15F4-4C2D-AF52-4A5F0EF5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28C4D88-A0C6-4051-BE52-9F8D8FDB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832506-4F48-4AFF-965E-2A90E644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347A880-8E66-405B-997E-DCBEE62F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E9EED99-5B32-40A7-B36F-5B9D03C5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954eed897e54de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小结参考：本课围绕“实际问题与二元一次方程组（二）”，掌握表格建模、费用与产量关系、方程组应用检验，并能运用借助表格整理复杂数量关系。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基础：完成教材10.3习题中的基础题并订正Q5、Q7 提升：当堂检测：用表格建模时至少应列出哪些栏目？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我能否：①准确表达表格建模；②运用借助表格整理复杂数量关系；③写清依据并检验？选择“会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A05A2E8-C93F-4136-A4FC-5AF473F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B0A6ECE-BE3E-418C-B0FE-CAA27A6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90D6289-0BA8-497C-9822-D8BD1880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B0D78C2-6BC9-4799-8BF8-17D91F27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F5E5FD6-6CC8-4364-9372-91665D53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2026-08-02T17:54:23.9630000Z</dcterms:created>
  <dcterms:modified xsi:type="dcterms:W3CDTF">2026-08-02T17:54:23.9630000Z</dcterms:modified>
</coreProperties>
</file>