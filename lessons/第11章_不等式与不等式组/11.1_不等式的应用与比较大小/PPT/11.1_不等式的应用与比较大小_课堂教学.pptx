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0cd9b4735a4328" /><Relationship Type="http://schemas.openxmlformats.org/officeDocument/2006/relationships/extended-properties" Target="/docProps/app.xml" Id="R31bb039204134827" /><Relationship Type="http://schemas.openxmlformats.org/officeDocument/2006/relationships/officeDocument" Target="/ppt/presentation.xml" Id="R96e353b694cf42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70c5cc41e5420e"/>
    <p:sldMasterId xmlns:r="http://schemas.openxmlformats.org/officeDocument/2006/relationships" id="2147483660" r:id="R228a6278e2de4da7"/>
  </p:sldMasterIdLst>
  <p:notesMasterIdLst>
    <p:notesMasterId xmlns:r="http://schemas.openxmlformats.org/officeDocument/2006/relationships" r:id="R053a0e7289f44d9d"/>
  </p:notesMasterIdLst>
  <p:sldIdLst>
    <p:sldId xmlns:r="http://schemas.openxmlformats.org/officeDocument/2006/relationships" id="256" r:id="R09c9c23437ad4cd5"/>
    <p:sldId xmlns:r="http://schemas.openxmlformats.org/officeDocument/2006/relationships" id="257" r:id="R34d6f3b15c024a82"/>
    <p:sldId xmlns:r="http://schemas.openxmlformats.org/officeDocument/2006/relationships" id="258" r:id="R5ec668d7bd2d4a59"/>
    <p:sldId xmlns:r="http://schemas.openxmlformats.org/officeDocument/2006/relationships" id="259" r:id="Rb690ec4e668b41f2"/>
    <p:sldId xmlns:r="http://schemas.openxmlformats.org/officeDocument/2006/relationships" id="260" r:id="R981c8dc18aa24a73"/>
    <p:sldId xmlns:r="http://schemas.openxmlformats.org/officeDocument/2006/relationships" id="261" r:id="R99953eebbbab437a"/>
    <p:sldId xmlns:r="http://schemas.openxmlformats.org/officeDocument/2006/relationships" id="262" r:id="R48d0e4ce45484ad4"/>
    <p:sldId xmlns:r="http://schemas.openxmlformats.org/officeDocument/2006/relationships" id="263" r:id="R7d071c72472a4537"/>
    <p:sldId xmlns:r="http://schemas.openxmlformats.org/officeDocument/2006/relationships" id="264" r:id="Rb5f88182a9db45a4"/>
    <p:sldId xmlns:r="http://schemas.openxmlformats.org/officeDocument/2006/relationships" id="265" r:id="R3a203147daa6400c"/>
    <p:sldId xmlns:r="http://schemas.openxmlformats.org/officeDocument/2006/relationships" id="266" r:id="Rdb792fd041b64522"/>
    <p:sldId xmlns:r="http://schemas.openxmlformats.org/officeDocument/2006/relationships" id="267" r:id="Ra849782dd1aa4335"/>
    <p:sldId xmlns:r="http://schemas.openxmlformats.org/officeDocument/2006/relationships" id="268" r:id="Rfb530c4fb4ce4f4c"/>
    <p:sldId xmlns:r="http://schemas.openxmlformats.org/officeDocument/2006/relationships" id="269" r:id="R865420c376734e8a"/>
    <p:sldId xmlns:r="http://schemas.openxmlformats.org/officeDocument/2006/relationships" id="270" r:id="R7805748686724b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2162f151014485" /><Relationship Type="http://schemas.openxmlformats.org/officeDocument/2006/relationships/slideMaster" Target="/ppt/slideMasters/slideMaster1.xml" Id="R9a70c5cc41e5420e" /><Relationship Type="http://schemas.openxmlformats.org/officeDocument/2006/relationships/slideMaster" Target="/ppt/slideMasters/slideMaster2.xml" Id="R228a6278e2de4da7" /><Relationship Type="http://schemas.openxmlformats.org/officeDocument/2006/relationships/notesMaster" Target="/ppt/notesMasters/notesMaster1.xml" Id="R053a0e7289f44d9d" /><Relationship Type="http://schemas.openxmlformats.org/officeDocument/2006/relationships/presProps" Target="/ppt/presProps.xml" Id="Rf3ba1b329b1f464a" /><Relationship Type="http://schemas.openxmlformats.org/officeDocument/2006/relationships/viewProps" Target="/ppt/viewProps.xml" Id="R9c940ca92dfa4f18" /><Relationship Type="http://schemas.openxmlformats.org/officeDocument/2006/relationships/tableStyles" Target="/ppt/tableStyles.xml" Id="Rbfe31d1bdda24642" /><Relationship Type="http://schemas.openxmlformats.org/officeDocument/2006/relationships/slide" Target="/ppt/slides/slide1.xml" Id="R09c9c23437ad4cd5" /><Relationship Type="http://schemas.openxmlformats.org/officeDocument/2006/relationships/slide" Target="/ppt/slides/slide2.xml" Id="R34d6f3b15c024a82" /><Relationship Type="http://schemas.openxmlformats.org/officeDocument/2006/relationships/slide" Target="/ppt/slides/slide3.xml" Id="R5ec668d7bd2d4a59" /><Relationship Type="http://schemas.openxmlformats.org/officeDocument/2006/relationships/slide" Target="/ppt/slides/slide4.xml" Id="Rb690ec4e668b41f2" /><Relationship Type="http://schemas.openxmlformats.org/officeDocument/2006/relationships/slide" Target="/ppt/slides/slide5.xml" Id="R981c8dc18aa24a73" /><Relationship Type="http://schemas.openxmlformats.org/officeDocument/2006/relationships/slide" Target="/ppt/slides/slide6.xml" Id="R99953eebbbab437a" /><Relationship Type="http://schemas.openxmlformats.org/officeDocument/2006/relationships/slide" Target="/ppt/slides/slide7.xml" Id="R48d0e4ce45484ad4" /><Relationship Type="http://schemas.openxmlformats.org/officeDocument/2006/relationships/slide" Target="/ppt/slides/slide8.xml" Id="R7d071c72472a4537" /><Relationship Type="http://schemas.openxmlformats.org/officeDocument/2006/relationships/slide" Target="/ppt/slides/slide9.xml" Id="Rb5f88182a9db45a4" /><Relationship Type="http://schemas.openxmlformats.org/officeDocument/2006/relationships/slide" Target="/ppt/slides/slide10.xml" Id="R3a203147daa6400c" /><Relationship Type="http://schemas.openxmlformats.org/officeDocument/2006/relationships/slide" Target="/ppt/slides/slide11.xml" Id="Rdb792fd041b64522" /><Relationship Type="http://schemas.openxmlformats.org/officeDocument/2006/relationships/slide" Target="/ppt/slides/slide12.xml" Id="Ra849782dd1aa4335" /><Relationship Type="http://schemas.openxmlformats.org/officeDocument/2006/relationships/slide" Target="/ppt/slides/slide13.xml" Id="Rfb530c4fb4ce4f4c" /><Relationship Type="http://schemas.openxmlformats.org/officeDocument/2006/relationships/slide" Target="/ppt/slides/slide14.xml" Id="R865420c376734e8a" /><Relationship Type="http://schemas.openxmlformats.org/officeDocument/2006/relationships/slide" Target="/ppt/slides/slide15.xml" Id="R7805748686724b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4d2b8895bc4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246e01295041d8" /><Relationship Type="http://schemas.openxmlformats.org/officeDocument/2006/relationships/notesMaster" Target="/ppt/notesMasters/notesMaster1.xml" Id="Rd66739617b0443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ae3d5f9b844295" /><Relationship Type="http://schemas.openxmlformats.org/officeDocument/2006/relationships/notesMaster" Target="/ppt/notesMasters/notesMaster1.xml" Id="Rab7f8b4f696a46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0e354a87a4713" /><Relationship Type="http://schemas.openxmlformats.org/officeDocument/2006/relationships/notesMaster" Target="/ppt/notesMasters/notesMaster1.xml" Id="R9987c7d7c8d24c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e0f7d2f06042db" /><Relationship Type="http://schemas.openxmlformats.org/officeDocument/2006/relationships/notesMaster" Target="/ppt/notesMasters/notesMaster1.xml" Id="R275ba82fc9bf41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33510b48444201" /><Relationship Type="http://schemas.openxmlformats.org/officeDocument/2006/relationships/notesMaster" Target="/ppt/notesMasters/notesMaster1.xml" Id="R1b374902e17c41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f437610090471f" /><Relationship Type="http://schemas.openxmlformats.org/officeDocument/2006/relationships/notesMaster" Target="/ppt/notesMasters/notesMaster1.xml" Id="Rd9dad500fbef45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0a47f5ab8f41b6" /><Relationship Type="http://schemas.openxmlformats.org/officeDocument/2006/relationships/notesMaster" Target="/ppt/notesMasters/notesMaster1.xml" Id="R555e6cc819a64b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86c0ee7a6645d8" /><Relationship Type="http://schemas.openxmlformats.org/officeDocument/2006/relationships/notesMaster" Target="/ppt/notesMasters/notesMaster1.xml" Id="R9efce5ddeebd4c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7d0f1e0e374a1b" /><Relationship Type="http://schemas.openxmlformats.org/officeDocument/2006/relationships/notesMaster" Target="/ppt/notesMasters/notesMaster1.xml" Id="R4267734673e749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2426fdafed46cf" /><Relationship Type="http://schemas.openxmlformats.org/officeDocument/2006/relationships/notesMaster" Target="/ppt/notesMasters/notesMaster1.xml" Id="R3e68babdd4a546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91fc584ed84217" /><Relationship Type="http://schemas.openxmlformats.org/officeDocument/2006/relationships/notesMaster" Target="/ppt/notesMasters/notesMaster1.xml" Id="Ra4ba0d14b72e46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5747575de74a6d" /><Relationship Type="http://schemas.openxmlformats.org/officeDocument/2006/relationships/notesMaster" Target="/ppt/notesMasters/notesMaster1.xml" Id="Rf476cb4eeb884e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d93cfbfc464add" /><Relationship Type="http://schemas.openxmlformats.org/officeDocument/2006/relationships/notesMaster" Target="/ppt/notesMasters/notesMaster1.xml" Id="R9f1d62a779214d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a85cee229b4506" /><Relationship Type="http://schemas.openxmlformats.org/officeDocument/2006/relationships/notesMaster" Target="/ppt/notesMasters/notesMaster1.xml" Id="R312c84e51d8343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4a6f6844684e7b" /><Relationship Type="http://schemas.openxmlformats.org/officeDocument/2006/relationships/notesMaster" Target="/ppt/notesMasters/notesMaster1.xml" Id="Rac7eb3a5481d40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从教材印刷页127—130进入《不等式的应用与比较大小》。说明本课在第11章 不等式与不等式组中的位置。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人教版《义务教育教科书·数学七年级下册》，印刷页127—130。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形成第一个核心概念：实际问题中的不等关系。要求学生标出对象、条件、表示和作用。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形成第二个核心概念或方法：解集范围。与前一概念对比，避免相近知识混淆。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呈现Q4，保留独立思考时间。题型对应教材印刷页127—130的例题或典型任务。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人教版《义务教育教科书·数学七年级下册》，印刷页127—130。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8c5c36ea743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e0b44408c4e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68d0cf32b44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838c2a0534a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481f8cc4240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d0bd570414f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7d8b024684cd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b78f262db431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f19018b6d49c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3eb82c5be48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674b3b4a848d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57a685c2a94d4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7341a0c29c40e7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3baa437a8f4652" /><Relationship Type="http://schemas.openxmlformats.org/officeDocument/2006/relationships/slideLayout" Target="/ppt/slideLayouts/slideLayout1.xml" Id="Rff6ec59736f7468e" /><Relationship Type="http://schemas.openxmlformats.org/officeDocument/2006/relationships/slideLayout" Target="/ppt/slideLayouts/slideLayout2.xml" Id="R7298dbcae1f34a7f" /><Relationship Type="http://schemas.openxmlformats.org/officeDocument/2006/relationships/slideLayout" Target="/ppt/slideLayouts/slideLayout3.xml" Id="R613d510c62694181" /><Relationship Type="http://schemas.openxmlformats.org/officeDocument/2006/relationships/slideLayout" Target="/ppt/slideLayouts/slideLayout4.xml" Id="R7bcc46c46d934ed8" /><Relationship Type="http://schemas.openxmlformats.org/officeDocument/2006/relationships/slideLayout" Target="/ppt/slideLayouts/slideLayout5.xml" Id="R170348c2a51b4bd6" /><Relationship Type="http://schemas.openxmlformats.org/officeDocument/2006/relationships/slideLayout" Target="/ppt/slideLayouts/slideLayout6.xml" Id="Re51637520c26412b" /><Relationship Type="http://schemas.openxmlformats.org/officeDocument/2006/relationships/slideLayout" Target="/ppt/slideLayouts/slideLayout7.xml" Id="Rdef91d7b394a433a" /><Relationship Type="http://schemas.openxmlformats.org/officeDocument/2006/relationships/slideLayout" Target="/ppt/slideLayouts/slideLayout8.xml" Id="Re51b96144e5c4224" /><Relationship Type="http://schemas.openxmlformats.org/officeDocument/2006/relationships/slideLayout" Target="/ppt/slideLayouts/slideLayout9.xml" Id="Rbe352e22e31f4901" /><Relationship Type="http://schemas.openxmlformats.org/officeDocument/2006/relationships/slideLayout" Target="/ppt/slideLayouts/slideLayout10.xml" Id="R982f8f157f424b18" /><Relationship Type="http://schemas.openxmlformats.org/officeDocument/2006/relationships/slideLayout" Target="/ppt/slideLayouts/slideLayout11.xml" Id="R028efe80dbe44b2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52a9c0fee1144c1" /><Relationship Type="http://schemas.openxmlformats.org/officeDocument/2006/relationships/slideLayout" Target="/ppt/slideLayouts/slideLayout12.xml" Id="R3ae046c2ccd34e81" /><Relationship Type="http://schemas.openxmlformats.org/officeDocument/2006/relationships/slideLayout" Target="/ppt/slideLayouts/slideLayout13.xml" Id="Rb780761468c94cb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6ec59736f7468e"/>
    <p:sldLayoutId xmlns:r="http://schemas.openxmlformats.org/officeDocument/2006/relationships" id="2147483650" r:id="R7298dbcae1f34a7f"/>
    <p:sldLayoutId xmlns:r="http://schemas.openxmlformats.org/officeDocument/2006/relationships" id="2147483651" r:id="R613d510c62694181"/>
    <p:sldLayoutId xmlns:r="http://schemas.openxmlformats.org/officeDocument/2006/relationships" id="2147483652" r:id="R7bcc46c46d934ed8"/>
    <p:sldLayoutId xmlns:r="http://schemas.openxmlformats.org/officeDocument/2006/relationships" id="2147483653" r:id="R170348c2a51b4bd6"/>
    <p:sldLayoutId xmlns:r="http://schemas.openxmlformats.org/officeDocument/2006/relationships" id="2147483654" r:id="Re51637520c26412b"/>
    <p:sldLayoutId xmlns:r="http://schemas.openxmlformats.org/officeDocument/2006/relationships" id="2147483655" r:id="Rdef91d7b394a433a"/>
    <p:sldLayoutId xmlns:r="http://schemas.openxmlformats.org/officeDocument/2006/relationships" id="2147483656" r:id="Re51b96144e5c4224"/>
    <p:sldLayoutId xmlns:r="http://schemas.openxmlformats.org/officeDocument/2006/relationships" id="2147483657" r:id="Rbe352e22e31f4901"/>
    <p:sldLayoutId xmlns:r="http://schemas.openxmlformats.org/officeDocument/2006/relationships" id="2147483658" r:id="R982f8f157f424b18"/>
    <p:sldLayoutId xmlns:r="http://schemas.openxmlformats.org/officeDocument/2006/relationships" id="2147483659" r:id="R028efe80dbe44b2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ae046c2ccd34e81"/>
    <p:sldLayoutId xmlns:r="http://schemas.openxmlformats.org/officeDocument/2006/relationships" id="2147483662" r:id="Rb780761468c94cb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74d868e6c984e8d" /><Relationship Type="http://schemas.openxmlformats.org/officeDocument/2006/relationships/image" Target="/ppt/media/image.jpeg" Id="Rd97798f3be6b4fb5" /><Relationship Type="http://schemas.openxmlformats.org/officeDocument/2006/relationships/notesSlide" Target="/ppt/notesSlides/notesSlide1.xml" Id="R43877897c4914a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42ea21b3b14c8e" /><Relationship Type="http://schemas.openxmlformats.org/officeDocument/2006/relationships/image" Target="/ppt/media/image2.jpeg" Id="R46912e8752284220" /><Relationship Type="http://schemas.openxmlformats.org/officeDocument/2006/relationships/image" Target="/ppt/media/image.svg" Id="R48e72058b67747c0" /><Relationship Type="http://schemas.openxmlformats.org/officeDocument/2006/relationships/image" Target="/ppt/media/image.jpeg" Id="R2dc73731544f4c90" /><Relationship Type="http://schemas.openxmlformats.org/officeDocument/2006/relationships/image" Target="/ppt/media/image2.svg" Id="R90a2e1177b0b4731" /><Relationship Type="http://schemas.openxmlformats.org/officeDocument/2006/relationships/image" Target="/ppt/media/image3.jpeg" Id="R25b50ea51a24462f" /><Relationship Type="http://schemas.openxmlformats.org/officeDocument/2006/relationships/image" Target="/ppt/media/image3.svg" Id="R5f7c5c9c1d4b466c" /><Relationship Type="http://schemas.openxmlformats.org/officeDocument/2006/relationships/image" Target="/ppt/media/image4.jpeg" Id="R77e911dcaa554bc7" /><Relationship Type="http://schemas.openxmlformats.org/officeDocument/2006/relationships/image" Target="/ppt/media/image4.svg" Id="R7c7633c9fc084708" /><Relationship Type="http://schemas.openxmlformats.org/officeDocument/2006/relationships/notesSlide" Target="/ppt/notesSlides/notesSlide2.xml" Id="Rce44a8aa6b6147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374f2e3b5ae4603" /><Relationship Type="http://schemas.openxmlformats.org/officeDocument/2006/relationships/image" Target="/ppt/media/image2.jpeg" Id="R20f1c4d3e228453b" /><Relationship Type="http://schemas.openxmlformats.org/officeDocument/2006/relationships/notesSlide" Target="/ppt/notesSlides/notesSlide3.xml" Id="Rfa996399411e44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e68b7dab634c60" /><Relationship Type="http://schemas.openxmlformats.org/officeDocument/2006/relationships/image" Target="/ppt/media/image2.jpeg" Id="R11820d4ef2e8445d" /><Relationship Type="http://schemas.openxmlformats.org/officeDocument/2006/relationships/notesSlide" Target="/ppt/notesSlides/notesSlide4.xml" Id="Rc43e92d49d944b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a3499e2a6d43b9" /><Relationship Type="http://schemas.openxmlformats.org/officeDocument/2006/relationships/image" Target="/ppt/media/image2.jpeg" Id="R5f442e5482d240af" /><Relationship Type="http://schemas.openxmlformats.org/officeDocument/2006/relationships/notesSlide" Target="/ppt/notesSlides/notesSlide5.xml" Id="R120c362eafbb49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c24700f070402f" /><Relationship Type="http://schemas.openxmlformats.org/officeDocument/2006/relationships/image" Target="/ppt/media/image2.jpeg" Id="R39c31f0a039e48ae" /><Relationship Type="http://schemas.openxmlformats.org/officeDocument/2006/relationships/notesSlide" Target="/ppt/notesSlides/notesSlide6.xml" Id="Rb70c8956d9704e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7bc4c5d47540e6" /><Relationship Type="http://schemas.openxmlformats.org/officeDocument/2006/relationships/image" Target="/ppt/media/image2.jpeg" Id="R333639d4f6a342a2" /><Relationship Type="http://schemas.openxmlformats.org/officeDocument/2006/relationships/notesSlide" Target="/ppt/notesSlides/notesSlide7.xml" Id="R3beb5d29c7b74a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ed6c757c3bf4522" /><Relationship Type="http://schemas.openxmlformats.org/officeDocument/2006/relationships/image" Target="/ppt/media/image2.jpeg" Id="R2be22045edf54849" /><Relationship Type="http://schemas.openxmlformats.org/officeDocument/2006/relationships/notesSlide" Target="/ppt/notesSlides/notesSlide8.xml" Id="R48bc4732a4eb49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93a6b3bcfd4882" /><Relationship Type="http://schemas.openxmlformats.org/officeDocument/2006/relationships/image" Target="/ppt/media/image2.jpeg" Id="R27522d8f63db497d" /><Relationship Type="http://schemas.openxmlformats.org/officeDocument/2006/relationships/notesSlide" Target="/ppt/notesSlides/notesSlide9.xml" Id="R179535a0f1bb4e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90f19b487a04323" /><Relationship Type="http://schemas.openxmlformats.org/officeDocument/2006/relationships/image" Target="/ppt/media/image2.jpeg" Id="R085d771fa7924f8b" /><Relationship Type="http://schemas.openxmlformats.org/officeDocument/2006/relationships/notesSlide" Target="/ppt/notesSlides/notesSlide10.xml" Id="R82f7086ebd6544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7f9c92cc3934627" /><Relationship Type="http://schemas.openxmlformats.org/officeDocument/2006/relationships/image" Target="/ppt/media/image2.jpeg" Id="R5cdf8c09e1a94ea2" /><Relationship Type="http://schemas.openxmlformats.org/officeDocument/2006/relationships/notesSlide" Target="/ppt/notesSlides/notesSlide11.xml" Id="R1b8fcef272744e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fee8bcbd06f4f6b" /><Relationship Type="http://schemas.openxmlformats.org/officeDocument/2006/relationships/image" Target="/ppt/media/image2.jpeg" Id="R1513fa349fff499e" /><Relationship Type="http://schemas.openxmlformats.org/officeDocument/2006/relationships/notesSlide" Target="/ppt/notesSlides/notesSlide12.xml" Id="R93d59de22cb440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ca9818e8f64738" /><Relationship Type="http://schemas.openxmlformats.org/officeDocument/2006/relationships/image" Target="/ppt/media/image2.jpeg" Id="R011cc6fce15c4d44" /><Relationship Type="http://schemas.openxmlformats.org/officeDocument/2006/relationships/notesSlide" Target="/ppt/notesSlides/notesSlide13.xml" Id="R6aa7ac894ff642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8a0ade1b36467a" /><Relationship Type="http://schemas.openxmlformats.org/officeDocument/2006/relationships/image" Target="/ppt/media/image2.jpeg" Id="Rf7d3efbe9db2439a" /><Relationship Type="http://schemas.openxmlformats.org/officeDocument/2006/relationships/notesSlide" Target="/ppt/notesSlides/notesSlide14.xml" Id="Raca0401081e74b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27c150b42148db" /><Relationship Type="http://schemas.openxmlformats.org/officeDocument/2006/relationships/image" Target="/ppt/media/image5.jpeg" Id="R4924d16deb9a452f" /><Relationship Type="http://schemas.openxmlformats.org/officeDocument/2006/relationships/notesSlide" Target="/ppt/notesSlides/notesSlide15.xml" Id="R7ac4ac835b3444e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97798f3be6b4fb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11.1 不等式的应用与比较大小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第11章 不等式与不等式组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教材印刷页127—130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6912e875228422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73731544f4c90">
            <a:extLst>
              <a:ext uri="{96DAC541-7B7A-43D3-8B79-37D633B846F1}">
                <asvg:svgBlip xmlns:asvg="http://schemas.microsoft.com/office/drawing/2016/SVG/main" r:embed="R48e72058b67747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通过阅读、观察或操作，准确说出实际问题中的不等关系、解集范围、求差法比较大小的含义、表示或基本步骤。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12e8752284220">
            <a:extLst>
              <a:ext uri="{96DAC541-7B7A-43D3-8B79-37D633B846F1}">
                <asvg:svgBlip xmlns:asvg="http://schemas.microsoft.com/office/drawing/2016/SVG/main" r:embed="R90a2e1177b0b47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在Q2—Q4中运用“从实际限制列不等式并解释解集”，能用完整语言、式子、图形或图表说明依据。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50ea51a24462f">
            <a:extLst>
              <a:ext uri="{96DAC541-7B7A-43D3-8B79-37D633B846F1}">
                <asvg:svgBlip xmlns:asvg="http://schemas.microsoft.com/office/drawing/2016/SVG/main" r:embed="R5f7c5c9c1d4b46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在基础与变式练习中运用“从实际限制列不等式并解释解集”解决同类问题，并对结果进行检验。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911dcaa554bc7">
            <a:extLst>
              <a:ext uri="{96DAC541-7B7A-43D3-8B79-37D633B846F1}">
                <asvg:svgBlip xmlns:asvg="http://schemas.microsoft.com/office/drawing/2016/SVG/main" r:embed="R7c7633c9fc0847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0f1c4d3e228453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对应印刷页127—130。先读图、读表或读题，圈出已知和所求。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调用学生已经学习不等式性质，具备基本观察、计算、作图或整理数据的经验。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聚焦实际问题中的不等关系、解集范围、求差法比较大小，不急于抄结论。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BEEED57-9510-4B8E-BBD7-99AE5B23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7542FE-D99C-4E7E-8EBD-62BCCAB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A11B6B1-2BDB-4130-A487-A361D527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32CD5C9-D2AD-4DF6-A5E6-6DA46926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C1CAB96-D011-4520-B14D-BFBD6F63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8268D82-F181-48ED-AF32-781BFD4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3F13584-B355-449B-9318-CDD8C2C0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71C386E-72D9-4594-9687-3239BE9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0DE01F0-64A1-4427-A767-8127DDDA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BF8A50-C84C-4844-A409-741730D9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85A8FA5-764A-4521-B02D-7DE9A552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BBFB579-CA48-4529-807C-E71FAD46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033ADF1-347C-4054-92CC-772490C0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E463776-49E8-42BD-A822-79AC23F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B843062-6086-470E-9831-09AAF633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CEAC700-7C31-4007-842A-E79A9DF1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820d4ef2e8445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旧知回顾：回顾“不等式性质”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回顾“不等式性质”：写出一条与本课有关的定义、性质或计算规则。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参考要点：正确表述“不等式性质”的核心含义，并说明它与“实际问题中的不等关系”的联系。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5040801-0495-4065-969E-14DD0AA8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00A37E7-9A4C-4366-A3A2-6FF26A5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C24E554-15B6-4C1B-BE32-C4BD2DFD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728886F-60C3-46D2-816D-01C20061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C209794-2C96-46B7-9EE9-9296C7B3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f442e5482d240a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阅读教材印刷页127—130，圈出“实际问题中的不等关系、解集范围、求差法比较大小”，分别用一句话记录它们解决什么问题。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小组探究：围绕“确定是否包含端点”设计一次观察、操作或推理，记录现象、猜想和验证依据。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围绕“从实际限制列不等式并解释解集”说明理由；同伴只追问条件和依据。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2894A4B-C16C-48A0-B263-9D687BA5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2F416C-00C6-46AC-9CA9-46CCB822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85E29AD6-C767-4972-9F04-EFF35454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BD051A-4784-4218-A640-6F165E07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9c31f0a039e48a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概念一：实际问题中的不等关系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实际问题中的不等关系：按教材明确其定义、条件、表示、性质或步骤。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ECC6CC2-CF2B-46D2-95FB-670A5E8F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A13B4D7-5800-4EA2-A7D4-59FF7885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A47D519F-0E74-4D74-BCBD-68BD8450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19B7DA-974B-48C3-AD28-E1EBE21B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46CBC55-D4D0-4036-BBA0-6C814AD5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33639d4f6a342a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概念二：解集范围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解集范围：按教材明确其定义、条件、表示、性质或步骤。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易错提醒：确定是否包含端点。先审条件，再使用结论。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72A621A-701A-416A-A17C-F1DC2B28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6784A4E-CDD6-4512-863F-D71A685B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EE3A476B-52E1-4870-819A-3F28F86B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A8186F-C6C6-408B-BB81-85DC1BCB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FAF0261-2672-4EA5-9BFF-67DBF5F6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be22045edf548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小组探究：围绕“确定是否包含端点”设计一次观察、操作或推理，记录现象、猜想和验证依据。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参考思路：先明确条件，再围绕“从实际限制列不等式并解释解集”形成猜想，最后用定义、计算、图表或反例验证。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E1756BD-3DB1-4E7D-A8F0-1DD46D35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679AC2D-2015-42FF-8AF3-00DA5448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62CE2D9-B12C-4F51-89A3-84644DEB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347F7B-E791-4D3C-96F5-D8D3D75F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7384112-E075-4631-9832-60CD2F9E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7522d8f63db497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只记“实际问题中的不等关系”的结论，不检查适用条件。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把“从实际限制列不等式并解释解集”与相近概念或逆命题混淆。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85d771fa7924f8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教材例题：例题（对应教材11.1例4、阅读与思考“用…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例题（对应教材11.1例4、阅读与思考“用求差法比较大小”）：某商品每件3元，另付5元包装费，总费用不超过20元，最多买几件？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选用从实际限制列不等式并解释解集；3.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教材印刷页127—130：先思考，再对照规范解答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EC8CA86-FFAA-4970-867C-E08DBE61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6DCB46A-1695-4574-8348-593B0BB3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580AA21D-964F-4281-A9B0-39B70CB0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988672-B7B8-4664-9CDC-96B23331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cdf8c09e1a94ea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选择“从实际限制列不等式并解释解集”对应的方法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3x+5≤20，x≤5；按整数件数，最多5件。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没有先确认“从实际限制列不等式并解释解集”的条件，或只写结果不写依据。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4E546F8-E888-49CC-AF7A-FBE6189C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1D011A7-53D8-40F2-827D-625EE17A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F098209-1A3D-4C6F-A2B3-938894D7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CFEF554-5DBA-4B44-948A-5C50B2B0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331C580-6B3A-4256-A640-FE6D5B40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13fa349fff499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基础辨析：判断“使用‘实际问题中的不等关系’时不需要检查条件，只要结论看起来合理即可”，并说明理由。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变式练习：把Q4的一个条件、数据或表示方式作合理改变，仍用“从实际限制列不等式并解释解集”解决，并写出检验。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E009D78-B2F5-45CB-ADD4-4DA695A8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250A009-4B35-4E9F-A081-A04E2495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527C7EA-14D3-47B2-9E3F-E83222BA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67B5166-A6BE-44CC-8D16-678C37D1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cc6fce15c4d4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变式练习：把Q4的一个条件、数据或表示方式作合理改变，仍用“从实际限制列不等式并解释解集”解决，并写出检验。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答案不唯一。评价要点：改变后的条件完整；方法仍属于“从实际限制列不等式并解释解集”；过程正确；检验与新条件一致。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60B5836-1FEC-4E6F-8664-FF26A213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5962B81-5658-4ADB-A6D3-B86CAA92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49943279-CC90-450C-8C8C-718270D5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BB3786E-7C41-4D90-9B79-160FC8FD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7d3efbe9db2439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纠错：“研究不等式的应用与比较大小时，只记结论，不必区分条件、过程和依据。”这句话对吗？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当堂检测：用求差法比较a和b的大小时看什么？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27ED71F-A870-45B6-B2BC-60495879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3CBC3D-E42B-46FB-BABD-EC3AA6D9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BA3A74C1-1BDE-43A4-B6BC-B5AB7D70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0F38DCD-8921-48ED-A276-25E355FE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24d16deb9a452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小结参考：本课围绕“不等式的应用与比较大小”，掌握实际问题中的不等关系、解集范围、求差法比较大小，并能运用从实际限制列不等式并解释解集。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基础：完成教材11.1习题中的基础题并订正Q5、Q7 提升：当堂检测：用求差法比较a和b的大小时看什么？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我能否：①准确表达实际问题中的不等关系；②运用从实际限制列不等式并解释解集；③写清依据并检验？选择“会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D5D2987-A85F-4237-AF4F-C1273137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18BECC1-2892-4E81-BDCD-22FC1D70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853571AB-B6F5-4363-82D0-1962D71E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9741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F6E99E4-CF1C-4AA8-BC99-1878156C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80158" y="3040856"/>
            <a:ext cx="1473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2026-08-02T17:50:05.3820000Z</dcterms:created>
  <dcterms:modified xsi:type="dcterms:W3CDTF">2026-08-02T17:50:05.3820000Z</dcterms:modified>
</coreProperties>
</file>