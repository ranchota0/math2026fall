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0393d20bba402c" /><Relationship Type="http://schemas.openxmlformats.org/officeDocument/2006/relationships/extended-properties" Target="/docProps/app.xml" Id="R4e701a3657a7497b" /><Relationship Type="http://schemas.openxmlformats.org/officeDocument/2006/relationships/officeDocument" Target="/ppt/presentation.xml" Id="R20240ce9aa944f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54da7d6de2415c"/>
    <p:sldMasterId xmlns:r="http://schemas.openxmlformats.org/officeDocument/2006/relationships" id="2147483660" r:id="Rf7d078da1da84c1d"/>
  </p:sldMasterIdLst>
  <p:notesMasterIdLst>
    <p:notesMasterId xmlns:r="http://schemas.openxmlformats.org/officeDocument/2006/relationships" r:id="R0d5775af91d341a6"/>
  </p:notesMasterIdLst>
  <p:sldIdLst>
    <p:sldId xmlns:r="http://schemas.openxmlformats.org/officeDocument/2006/relationships" id="256" r:id="R025c43d4d53b4779"/>
    <p:sldId xmlns:r="http://schemas.openxmlformats.org/officeDocument/2006/relationships" id="257" r:id="R1a57c34af7a2425e"/>
    <p:sldId xmlns:r="http://schemas.openxmlformats.org/officeDocument/2006/relationships" id="258" r:id="R8f2b1ad264474834"/>
    <p:sldId xmlns:r="http://schemas.openxmlformats.org/officeDocument/2006/relationships" id="259" r:id="R73489684ab9c4e61"/>
    <p:sldId xmlns:r="http://schemas.openxmlformats.org/officeDocument/2006/relationships" id="260" r:id="R52f9dd66047f443c"/>
    <p:sldId xmlns:r="http://schemas.openxmlformats.org/officeDocument/2006/relationships" id="261" r:id="Rdb4ec13673074fb5"/>
    <p:sldId xmlns:r="http://schemas.openxmlformats.org/officeDocument/2006/relationships" id="262" r:id="Rfb226e35b9af4484"/>
    <p:sldId xmlns:r="http://schemas.openxmlformats.org/officeDocument/2006/relationships" id="263" r:id="R87ff9b954d9d45e2"/>
    <p:sldId xmlns:r="http://schemas.openxmlformats.org/officeDocument/2006/relationships" id="264" r:id="R9a213ffffb7546ba"/>
    <p:sldId xmlns:r="http://schemas.openxmlformats.org/officeDocument/2006/relationships" id="265" r:id="R36a32032ca954a5e"/>
    <p:sldId xmlns:r="http://schemas.openxmlformats.org/officeDocument/2006/relationships" id="266" r:id="R5e22114bd2f24ee1"/>
    <p:sldId xmlns:r="http://schemas.openxmlformats.org/officeDocument/2006/relationships" id="267" r:id="Ra5f075c92f4e4cb1"/>
    <p:sldId xmlns:r="http://schemas.openxmlformats.org/officeDocument/2006/relationships" id="268" r:id="Ra5a1d42c858f4eb7"/>
    <p:sldId xmlns:r="http://schemas.openxmlformats.org/officeDocument/2006/relationships" id="269" r:id="R8127614eb2414eed"/>
    <p:sldId xmlns:r="http://schemas.openxmlformats.org/officeDocument/2006/relationships" id="270" r:id="R1421c8c020174a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791ea363d64660" /><Relationship Type="http://schemas.openxmlformats.org/officeDocument/2006/relationships/slideMaster" Target="/ppt/slideMasters/slideMaster1.xml" Id="R2d54da7d6de2415c" /><Relationship Type="http://schemas.openxmlformats.org/officeDocument/2006/relationships/slideMaster" Target="/ppt/slideMasters/slideMaster2.xml" Id="Rf7d078da1da84c1d" /><Relationship Type="http://schemas.openxmlformats.org/officeDocument/2006/relationships/notesMaster" Target="/ppt/notesMasters/notesMaster1.xml" Id="R0d5775af91d341a6" /><Relationship Type="http://schemas.openxmlformats.org/officeDocument/2006/relationships/presProps" Target="/ppt/presProps.xml" Id="Rfaad3db3c91b44e0" /><Relationship Type="http://schemas.openxmlformats.org/officeDocument/2006/relationships/viewProps" Target="/ppt/viewProps.xml" Id="R8e44be69f57b4238" /><Relationship Type="http://schemas.openxmlformats.org/officeDocument/2006/relationships/tableStyles" Target="/ppt/tableStyles.xml" Id="R2a8a79bbfdbd46d7" /><Relationship Type="http://schemas.openxmlformats.org/officeDocument/2006/relationships/slide" Target="/ppt/slides/slide1.xml" Id="R025c43d4d53b4779" /><Relationship Type="http://schemas.openxmlformats.org/officeDocument/2006/relationships/slide" Target="/ppt/slides/slide2.xml" Id="R1a57c34af7a2425e" /><Relationship Type="http://schemas.openxmlformats.org/officeDocument/2006/relationships/slide" Target="/ppt/slides/slide3.xml" Id="R8f2b1ad264474834" /><Relationship Type="http://schemas.openxmlformats.org/officeDocument/2006/relationships/slide" Target="/ppt/slides/slide4.xml" Id="R73489684ab9c4e61" /><Relationship Type="http://schemas.openxmlformats.org/officeDocument/2006/relationships/slide" Target="/ppt/slides/slide5.xml" Id="R52f9dd66047f443c" /><Relationship Type="http://schemas.openxmlformats.org/officeDocument/2006/relationships/slide" Target="/ppt/slides/slide6.xml" Id="Rdb4ec13673074fb5" /><Relationship Type="http://schemas.openxmlformats.org/officeDocument/2006/relationships/slide" Target="/ppt/slides/slide7.xml" Id="Rfb226e35b9af4484" /><Relationship Type="http://schemas.openxmlformats.org/officeDocument/2006/relationships/slide" Target="/ppt/slides/slide8.xml" Id="R87ff9b954d9d45e2" /><Relationship Type="http://schemas.openxmlformats.org/officeDocument/2006/relationships/slide" Target="/ppt/slides/slide9.xml" Id="R9a213ffffb7546ba" /><Relationship Type="http://schemas.openxmlformats.org/officeDocument/2006/relationships/slide" Target="/ppt/slides/slide10.xml" Id="R36a32032ca954a5e" /><Relationship Type="http://schemas.openxmlformats.org/officeDocument/2006/relationships/slide" Target="/ppt/slides/slide11.xml" Id="R5e22114bd2f24ee1" /><Relationship Type="http://schemas.openxmlformats.org/officeDocument/2006/relationships/slide" Target="/ppt/slides/slide12.xml" Id="Ra5f075c92f4e4cb1" /><Relationship Type="http://schemas.openxmlformats.org/officeDocument/2006/relationships/slide" Target="/ppt/slides/slide13.xml" Id="Ra5a1d42c858f4eb7" /><Relationship Type="http://schemas.openxmlformats.org/officeDocument/2006/relationships/slide" Target="/ppt/slides/slide14.xml" Id="R8127614eb2414eed" /><Relationship Type="http://schemas.openxmlformats.org/officeDocument/2006/relationships/slide" Target="/ppt/slides/slide15.xml" Id="R1421c8c020174a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769bb0dbd4c842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b4f48059e947c6" /><Relationship Type="http://schemas.openxmlformats.org/officeDocument/2006/relationships/notesMaster" Target="/ppt/notesMasters/notesMaster1.xml" Id="Rad7fc18b07fd45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7d4d0036804481" /><Relationship Type="http://schemas.openxmlformats.org/officeDocument/2006/relationships/notesMaster" Target="/ppt/notesMasters/notesMaster1.xml" Id="Ra15ec4e5f44942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26d015d1bf4a72" /><Relationship Type="http://schemas.openxmlformats.org/officeDocument/2006/relationships/notesMaster" Target="/ppt/notesMasters/notesMaster1.xml" Id="R97e6c8e4dff74e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02139f7e514401" /><Relationship Type="http://schemas.openxmlformats.org/officeDocument/2006/relationships/notesMaster" Target="/ppt/notesMasters/notesMaster1.xml" Id="Ra9123d459f3748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0197b7194a4031" /><Relationship Type="http://schemas.openxmlformats.org/officeDocument/2006/relationships/notesMaster" Target="/ppt/notesMasters/notesMaster1.xml" Id="R5f1fd94654e745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e304855fee476f" /><Relationship Type="http://schemas.openxmlformats.org/officeDocument/2006/relationships/notesMaster" Target="/ppt/notesMasters/notesMaster1.xml" Id="R4bce9e93e50549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8611bc5c0940ff" /><Relationship Type="http://schemas.openxmlformats.org/officeDocument/2006/relationships/notesMaster" Target="/ppt/notesMasters/notesMaster1.xml" Id="Rc9c3a3e8f7cb46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0e805a07ed4e5c" /><Relationship Type="http://schemas.openxmlformats.org/officeDocument/2006/relationships/notesMaster" Target="/ppt/notesMasters/notesMaster1.xml" Id="Ref090bc4f4eb42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858eef0be54d16" /><Relationship Type="http://schemas.openxmlformats.org/officeDocument/2006/relationships/notesMaster" Target="/ppt/notesMasters/notesMaster1.xml" Id="R5de405d3b34d4d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743b2eb56c45f8" /><Relationship Type="http://schemas.openxmlformats.org/officeDocument/2006/relationships/notesMaster" Target="/ppt/notesMasters/notesMaster1.xml" Id="Rebceb84380b844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f1438c7efb4cf8" /><Relationship Type="http://schemas.openxmlformats.org/officeDocument/2006/relationships/notesMaster" Target="/ppt/notesMasters/notesMaster1.xml" Id="R377034bbcbca40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dba42463084359" /><Relationship Type="http://schemas.openxmlformats.org/officeDocument/2006/relationships/notesMaster" Target="/ppt/notesMasters/notesMaster1.xml" Id="R5c3d40960fa046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02470e6d7943c8" /><Relationship Type="http://schemas.openxmlformats.org/officeDocument/2006/relationships/notesMaster" Target="/ppt/notesMasters/notesMaster1.xml" Id="Rb2a9594c1c554c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698a0c2d6040b7" /><Relationship Type="http://schemas.openxmlformats.org/officeDocument/2006/relationships/notesMaster" Target="/ppt/notesMasters/notesMaster1.xml" Id="R73ae552824b140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8e6a459c314ab8" /><Relationship Type="http://schemas.openxmlformats.org/officeDocument/2006/relationships/notesMaster" Target="/ppt/notesMasters/notesMaster1.xml" Id="R03d53b1cfd1246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从教材印刷页138—141进入《一元一次不等式组》。说明本课在第11章 不等式与不等式组中的位置。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人教版《义务教育教科书·数学七年级下册》，印刷页138—141。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形成第一个核心概念：一元一次不等式组。要求学生标出对象、条件、表示和作用。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形成第二个核心概念或方法：公共解集。与前一概念对比，避免相近知识混淆。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呈现Q4，保留独立思考时间。题型对应教材印刷页138—141的例题或典型任务。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人教版《义务教育教科书·数学七年级下册》，印刷页138—141。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163e5c433e4f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5e9a2c32074a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c438b210364e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b8975885dd47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fce256a67746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ae3c9afd9431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2958b7f3f641f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510c1f3963478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07d70690cb4a5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83f8446f0e4c4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35b307b4a74c1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97ded4cf3c446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6426529e0644f3a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35a0eeff50459c" /><Relationship Type="http://schemas.openxmlformats.org/officeDocument/2006/relationships/slideLayout" Target="/ppt/slideLayouts/slideLayout1.xml" Id="R1454dd2d6a9d4e37" /><Relationship Type="http://schemas.openxmlformats.org/officeDocument/2006/relationships/slideLayout" Target="/ppt/slideLayouts/slideLayout2.xml" Id="Re59ea2d82c2f4185" /><Relationship Type="http://schemas.openxmlformats.org/officeDocument/2006/relationships/slideLayout" Target="/ppt/slideLayouts/slideLayout3.xml" Id="Ra83f82536e3641b2" /><Relationship Type="http://schemas.openxmlformats.org/officeDocument/2006/relationships/slideLayout" Target="/ppt/slideLayouts/slideLayout4.xml" Id="Ra058c46fe88a4fa5" /><Relationship Type="http://schemas.openxmlformats.org/officeDocument/2006/relationships/slideLayout" Target="/ppt/slideLayouts/slideLayout5.xml" Id="R5cdff9eea8df428d" /><Relationship Type="http://schemas.openxmlformats.org/officeDocument/2006/relationships/slideLayout" Target="/ppt/slideLayouts/slideLayout6.xml" Id="R542bc55b9fbf4657" /><Relationship Type="http://schemas.openxmlformats.org/officeDocument/2006/relationships/slideLayout" Target="/ppt/slideLayouts/slideLayout7.xml" Id="Rd1a09ad202ed4326" /><Relationship Type="http://schemas.openxmlformats.org/officeDocument/2006/relationships/slideLayout" Target="/ppt/slideLayouts/slideLayout8.xml" Id="R50cb3c6f5c2f4c34" /><Relationship Type="http://schemas.openxmlformats.org/officeDocument/2006/relationships/slideLayout" Target="/ppt/slideLayouts/slideLayout9.xml" Id="Re62b034bb9264d77" /><Relationship Type="http://schemas.openxmlformats.org/officeDocument/2006/relationships/slideLayout" Target="/ppt/slideLayouts/slideLayout10.xml" Id="R8c5861dc2f6f4b29" /><Relationship Type="http://schemas.openxmlformats.org/officeDocument/2006/relationships/slideLayout" Target="/ppt/slideLayouts/slideLayout11.xml" Id="R612d9cbcaab24fd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394f4e663b6436f" /><Relationship Type="http://schemas.openxmlformats.org/officeDocument/2006/relationships/slideLayout" Target="/ppt/slideLayouts/slideLayout12.xml" Id="Rffd101401ed748f3" /><Relationship Type="http://schemas.openxmlformats.org/officeDocument/2006/relationships/slideLayout" Target="/ppt/slideLayouts/slideLayout13.xml" Id="Reec47aa7cb9046b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54dd2d6a9d4e37"/>
    <p:sldLayoutId xmlns:r="http://schemas.openxmlformats.org/officeDocument/2006/relationships" id="2147483650" r:id="Re59ea2d82c2f4185"/>
    <p:sldLayoutId xmlns:r="http://schemas.openxmlformats.org/officeDocument/2006/relationships" id="2147483651" r:id="Ra83f82536e3641b2"/>
    <p:sldLayoutId xmlns:r="http://schemas.openxmlformats.org/officeDocument/2006/relationships" id="2147483652" r:id="Ra058c46fe88a4fa5"/>
    <p:sldLayoutId xmlns:r="http://schemas.openxmlformats.org/officeDocument/2006/relationships" id="2147483653" r:id="R5cdff9eea8df428d"/>
    <p:sldLayoutId xmlns:r="http://schemas.openxmlformats.org/officeDocument/2006/relationships" id="2147483654" r:id="R542bc55b9fbf4657"/>
    <p:sldLayoutId xmlns:r="http://schemas.openxmlformats.org/officeDocument/2006/relationships" id="2147483655" r:id="Rd1a09ad202ed4326"/>
    <p:sldLayoutId xmlns:r="http://schemas.openxmlformats.org/officeDocument/2006/relationships" id="2147483656" r:id="R50cb3c6f5c2f4c34"/>
    <p:sldLayoutId xmlns:r="http://schemas.openxmlformats.org/officeDocument/2006/relationships" id="2147483657" r:id="Re62b034bb9264d77"/>
    <p:sldLayoutId xmlns:r="http://schemas.openxmlformats.org/officeDocument/2006/relationships" id="2147483658" r:id="R8c5861dc2f6f4b29"/>
    <p:sldLayoutId xmlns:r="http://schemas.openxmlformats.org/officeDocument/2006/relationships" id="2147483659" r:id="R612d9cbcaab24fd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ffd101401ed748f3"/>
    <p:sldLayoutId xmlns:r="http://schemas.openxmlformats.org/officeDocument/2006/relationships" id="2147483662" r:id="Reec47aa7cb9046b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2ea3c81c3a4415d" /><Relationship Type="http://schemas.openxmlformats.org/officeDocument/2006/relationships/image" Target="/ppt/media/image.jpeg" Id="Rab8ef6aa146f4625" /><Relationship Type="http://schemas.openxmlformats.org/officeDocument/2006/relationships/notesSlide" Target="/ppt/notesSlides/notesSlide1.xml" Id="R2ac51f9f82d043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c6834dc610d4024" /><Relationship Type="http://schemas.openxmlformats.org/officeDocument/2006/relationships/image" Target="/ppt/media/image2.jpeg" Id="R94e76d00c1fc4d65" /><Relationship Type="http://schemas.openxmlformats.org/officeDocument/2006/relationships/image" Target="/ppt/media/image.svg" Id="Re86081fbca024c34" /><Relationship Type="http://schemas.openxmlformats.org/officeDocument/2006/relationships/image" Target="/ppt/media/image.jpeg" Id="Rcd063f4e072e4fce" /><Relationship Type="http://schemas.openxmlformats.org/officeDocument/2006/relationships/image" Target="/ppt/media/image2.svg" Id="R4a55e96e9dcb4aeb" /><Relationship Type="http://schemas.openxmlformats.org/officeDocument/2006/relationships/image" Target="/ppt/media/image3.jpeg" Id="R07f87ad905874b2d" /><Relationship Type="http://schemas.openxmlformats.org/officeDocument/2006/relationships/image" Target="/ppt/media/image3.svg" Id="Re153a751c6564a60" /><Relationship Type="http://schemas.openxmlformats.org/officeDocument/2006/relationships/image" Target="/ppt/media/image4.jpeg" Id="R5178dbe970b74181" /><Relationship Type="http://schemas.openxmlformats.org/officeDocument/2006/relationships/image" Target="/ppt/media/image4.svg" Id="R63af924c4dfe4fb3" /><Relationship Type="http://schemas.openxmlformats.org/officeDocument/2006/relationships/notesSlide" Target="/ppt/notesSlides/notesSlide2.xml" Id="R475420e5da3049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cb6f8b2b8034d7b" /><Relationship Type="http://schemas.openxmlformats.org/officeDocument/2006/relationships/image" Target="/ppt/media/image2.jpeg" Id="R1df3aa15e83a4ee7" /><Relationship Type="http://schemas.openxmlformats.org/officeDocument/2006/relationships/notesSlide" Target="/ppt/notesSlides/notesSlide3.xml" Id="R08622acf04f046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91cbdaaefb84c01" /><Relationship Type="http://schemas.openxmlformats.org/officeDocument/2006/relationships/image" Target="/ppt/media/image2.jpeg" Id="Rb452c2e1c81f4d27" /><Relationship Type="http://schemas.openxmlformats.org/officeDocument/2006/relationships/notesSlide" Target="/ppt/notesSlides/notesSlide4.xml" Id="R747e86e2a9d944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b49ef840f404988" /><Relationship Type="http://schemas.openxmlformats.org/officeDocument/2006/relationships/image" Target="/ppt/media/image2.jpeg" Id="Ra76b884357ce4249" /><Relationship Type="http://schemas.openxmlformats.org/officeDocument/2006/relationships/notesSlide" Target="/ppt/notesSlides/notesSlide5.xml" Id="R482bf71f424b4f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ec48231df7247cd" /><Relationship Type="http://schemas.openxmlformats.org/officeDocument/2006/relationships/image" Target="/ppt/media/image2.jpeg" Id="R4d7124c331ba4d8f" /><Relationship Type="http://schemas.openxmlformats.org/officeDocument/2006/relationships/notesSlide" Target="/ppt/notesSlides/notesSlide6.xml" Id="Ra0911b943c0044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ba7a627897d4fd1" /><Relationship Type="http://schemas.openxmlformats.org/officeDocument/2006/relationships/image" Target="/ppt/media/image2.jpeg" Id="Rba032394a78e4392" /><Relationship Type="http://schemas.openxmlformats.org/officeDocument/2006/relationships/notesSlide" Target="/ppt/notesSlides/notesSlide7.xml" Id="Rb4ff6f713a394f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e6a6accef444e88" /><Relationship Type="http://schemas.openxmlformats.org/officeDocument/2006/relationships/image" Target="/ppt/media/image2.jpeg" Id="Rf7bff1abdba44d42" /><Relationship Type="http://schemas.openxmlformats.org/officeDocument/2006/relationships/notesSlide" Target="/ppt/notesSlides/notesSlide8.xml" Id="R9a88136b60d34d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409af0032f94aa6" /><Relationship Type="http://schemas.openxmlformats.org/officeDocument/2006/relationships/image" Target="/ppt/media/image2.jpeg" Id="Rad8e99b8270c4731" /><Relationship Type="http://schemas.openxmlformats.org/officeDocument/2006/relationships/notesSlide" Target="/ppt/notesSlides/notesSlide9.xml" Id="Rfddb1faa1c2249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a603251fdf24682" /><Relationship Type="http://schemas.openxmlformats.org/officeDocument/2006/relationships/image" Target="/ppt/media/image2.jpeg" Id="R1cf83d2b4c014a50" /><Relationship Type="http://schemas.openxmlformats.org/officeDocument/2006/relationships/notesSlide" Target="/ppt/notesSlides/notesSlide10.xml" Id="Rf2d319cce97f4c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bedf2df7cc64af2" /><Relationship Type="http://schemas.openxmlformats.org/officeDocument/2006/relationships/image" Target="/ppt/media/image2.jpeg" Id="R0b6df9baede343c2" /><Relationship Type="http://schemas.openxmlformats.org/officeDocument/2006/relationships/notesSlide" Target="/ppt/notesSlides/notesSlide11.xml" Id="R5ff98afca0684c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9d8baa4d9af4e83" /><Relationship Type="http://schemas.openxmlformats.org/officeDocument/2006/relationships/image" Target="/ppt/media/image2.jpeg" Id="R862b545eff064cec" /><Relationship Type="http://schemas.openxmlformats.org/officeDocument/2006/relationships/notesSlide" Target="/ppt/notesSlides/notesSlide12.xml" Id="Rc2b2618c320244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93a824e463c4317" /><Relationship Type="http://schemas.openxmlformats.org/officeDocument/2006/relationships/image" Target="/ppt/media/image2.jpeg" Id="R8aa81d9d65ce47ac" /><Relationship Type="http://schemas.openxmlformats.org/officeDocument/2006/relationships/notesSlide" Target="/ppt/notesSlides/notesSlide13.xml" Id="R5555b9a6cfb543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7153248c42b4f03" /><Relationship Type="http://schemas.openxmlformats.org/officeDocument/2006/relationships/image" Target="/ppt/media/image2.jpeg" Id="R7a7f49cf93804f7b" /><Relationship Type="http://schemas.openxmlformats.org/officeDocument/2006/relationships/notesSlide" Target="/ppt/notesSlides/notesSlide14.xml" Id="Rc85c63763d9046a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d7b454300644dd5" /><Relationship Type="http://schemas.openxmlformats.org/officeDocument/2006/relationships/image" Target="/ppt/media/image5.jpeg" Id="R568e6517b4f04967" /><Relationship Type="http://schemas.openxmlformats.org/officeDocument/2006/relationships/notesSlide" Target="/ppt/notesSlides/notesSlide15.xml" Id="Rec71636655e34c6a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b8ef6aa146f462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11.3 一元一次不等式组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第11章 不等式与不等式组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教材印刷页138—141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4e76d00c1fc4d6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63f4e072e4fce">
            <a:extLst>
              <a:ext uri="{96DAC541-7B7A-43D3-8B79-37D633B846F1}">
                <asvg:svgBlip xmlns:asvg="http://schemas.microsoft.com/office/drawing/2016/SVG/main" r:embed="Re86081fbca024c3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通过阅读、观察或操作，准确说出一元一次不等式组、公共解集、数轴法、整数解的含义、表示或基本步骤。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76d00c1fc4d65">
            <a:extLst>
              <a:ext uri="{96DAC541-7B7A-43D3-8B79-37D633B846F1}">
                <asvg:svgBlip xmlns:asvg="http://schemas.microsoft.com/office/drawing/2016/SVG/main" r:embed="R4a55e96e9dcb4ae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在Q2—Q4中运用“分别求解并取解集公共部分”，能用完整语言、式子、图形或图表说明依据。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87ad905874b2d">
            <a:extLst>
              <a:ext uri="{96DAC541-7B7A-43D3-8B79-37D633B846F1}">
                <asvg:svgBlip xmlns:asvg="http://schemas.microsoft.com/office/drawing/2016/SVG/main" r:embed="Re153a751c6564a6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在基础与变式练习中运用“分别求解并取解集公共部分”解决同类问题，并对结果进行检验。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8dbe970b74181">
            <a:extLst>
              <a:ext uri="{96DAC541-7B7A-43D3-8B79-37D633B846F1}">
                <asvg:svgBlip xmlns:asvg="http://schemas.microsoft.com/office/drawing/2016/SVG/main" r:embed="R63af924c4dfe4fb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df3aa15e83a4ee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对应印刷页138—141。先读图、读表或读题，圈出已知和所求。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调用学生已经学习一元一次不等式，具备基本观察、计算、作图或整理数据的经验。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聚焦一元一次不等式组、公共解集、数轴法、整数解，不急于抄结论。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0A25C7D-B656-4F51-A7B9-DE4E597C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8D9176B-EED7-4335-B780-59794D53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B3C7E8A6-574F-470A-BA7F-42D39075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30" y="26129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71CB5DA-2893-4268-B80E-B871C3D2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3405" y="26796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7A9975E-25A9-449F-AD1B-DA3EE603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BDCBC32-CCFE-4606-9242-F0FE49F7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31BBBB5E-4CFC-4E55-AAE1-96923F3F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499" y="26129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FAF768A-AA40-4E68-A33A-7816D662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4374" y="26796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C859923-6B19-4986-B65B-6651BC13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92D0EEC-0685-4A08-B463-273014F5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9167EF7A-7385-4119-BA21-61F17827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30" y="50894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C8EF144-D728-4EFA-9942-9CFC0840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3405" y="51561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AF21500-0778-4E65-8A4E-59715C48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07ACCDD-182C-41AA-B881-A8C92AC5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E41E59BB-2944-4088-B53C-A42120D7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499" y="50894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3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DF56AF3-D952-4E90-BE13-7A65F57E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4374" y="51561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452c2e1c81f4d2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旧知回顾：回顾“一元一次不等式”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回顾“一元一次不等式”：写出一条与本课有关的定义、性质或计算规则。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参考要点：正确表述“一元一次不等式”的核心含义，并说明它与“一元一次不等式组”的联系。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7E4D0CB-E5B8-4BBD-9E1A-D68097AB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9E88FC6-4B71-4352-A0C4-29C7F73D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2FB31EE2-13BC-415E-9DC1-2CE251FC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4EC20A0-F02F-4637-9E25-9D3AE609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2129C0C-2272-4EF8-B431-D59785C6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76b884357ce424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阅读教材印刷页138—141，圈出“一元一次不等式组、公共解集、数轴法、整数解”，分别用一句话记录它们解决什么问题。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小组探究：围绕“正确判断无解和端点取舍”设计一次观察、操作或推理，记录现象、猜想和验证依据。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围绕“分别求解并取解集公共部分”说明理由；同伴只追问条件和依据。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60BF759-01B9-4688-B124-C07F0C7D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C5CB3C5-D87C-416D-AFBA-D64B1CA2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E0EAB475-656C-4E62-8E27-74DFE268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84E5AB9-1986-4F8C-8E6B-B3ECB326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d7124c331ba4d8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概念一：一元一次不等式组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一元一次不等式组：按教材明确其定义、条件、表示、性质或步骤。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D8A97F0-A294-49A7-A48F-1E5E130D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960D347-7DBF-46C9-9942-508B5BD1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6EE91280-9237-4F0A-8C4A-7DF24D0B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C39B565-0D6A-4F9F-96A0-6D085D8E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C7E31E7-E992-43B5-BA4F-736F8990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a032394a78e439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概念二：公共解集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公共解集：按教材明确其定义、条件、表示、性质或步骤。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易错提醒：正确判断无解和端点取舍。先审条件，再使用结论。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E308109-4EB5-4AEE-94CD-E6C00667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716CFF2-FBC9-47C1-A3FC-CAE4A31D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7B62417C-3401-4DB8-917B-B72F59B5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F459797-8DDE-4167-AC71-4D465E81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89105D1-A954-4FE8-B3A7-6C56E107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7bff1abdba44d4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小组探究：围绕“正确判断无解和端点取舍”设计一次观察、操作或推理，记录现象、猜想和验证依据。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参考思路：先明确条件，再围绕“分别求解并取解集公共部分”形成猜想，最后用定义、计算、图表或反例验证。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402DBF2-5363-4D6C-AC6C-D371118B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34C8DE8-F22A-46C1-A42A-6E5689FD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A6CC692A-B16C-452F-BCBC-BDC4D597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32908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08CC4B7-3A30-408E-83F3-2CB0799E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85898" y="3357563"/>
            <a:ext cx="13439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7C11BEE-33D8-4472-8C02-1D12FA61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148" y="29003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d8e99b8270c473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只记“一元一次不等式组”的结论，不检查适用条件。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把“分别求解并取解集公共部分”与相近概念或逆命题混淆。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cf83d2b4c014a5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教材例题：例题（对应教材11.3例1、教材11.3例…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例题（对应教材11.3例1、教材11.3例2）：解不等式组x&gt;1，x≤4，并写出整数解。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选用分别求解并取解集公共部分；3.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教材印刷页138—141：先思考，再对照规范解答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3779222-405D-4B09-A6A0-0BADE0CC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5D397C7-DAF0-4D3C-883E-480FFEB6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A8ED0505-0728-4D96-9488-95ADBF36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837263D-81D7-489E-B2C1-E1D5A802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b6df9baede343c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选择“分别求解并取解集公共部分”对应的方法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公共解集为1&lt;x≤4；整数解为2、3、4。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没有先确认“分别求解并取解集公共部分”的条件，或只写结果不写依据。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A07633B-08BE-42A3-B705-A38B9631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3985BC5-A489-4030-96D4-BD1FEDD6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A2FF9E44-E6F0-4467-95EA-6B1C5B5E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32908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F3FC58B-3041-419A-8D4C-95A4A211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85898" y="3357563"/>
            <a:ext cx="13439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36B66E6-A187-47E7-8346-DE1C2355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148" y="29003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62b545eff064ce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基础辨析：判断“使用‘一元一次不等式组’时不需要检查条件，只要结论看起来合理即可”，并说明理由。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变式练习：把Q4的一个条件、数据或表示方式作合理改变，仍用“分别求解并取解集公共部分”解决，并写出检验。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5EE8EB7-C1C4-4373-84DF-062FD81B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694AEE5-0AA2-4140-B68F-1323C06A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44CBB436-6C91-4B32-BDAB-EEE728FE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708" y="51649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0D98B09-965F-46F9-AA19-00B2C1EA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55583" y="5231606"/>
            <a:ext cx="13115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aa81d9d65ce47a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变式练习：把Q4的一个条件、数据或表示方式作合理改变，仍用“分别求解并取解集公共部分”解决，并写出检验。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答案不唯一。评价要点：改变后的条件完整；方法仍属于“分别求解并取解集公共部分”；过程正确；检验与新条件一致。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F2435B5-24BB-4DB3-9620-2D9A84B4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2A08551-7B26-44B7-8F5B-614BB478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4BE7F55E-1D61-4E0D-BAFF-7CD59021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EB05DED-3CC9-4761-8BAF-B5CB49A3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a7f49cf93804f7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纠错：“研究一元一次不等式组时，只记结论，不必区分条件、过程和依据。”这句话对吗？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当堂检测：数轴法求不等式组解集的实质是什么？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9C5564C-49F7-4AF4-91AF-561D4337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8DE0D1E-AE86-489B-80D7-34CDBC3B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D0A1E602-263F-407D-AFD0-9B1D59C1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708" y="51649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422F585-E43D-4D15-BF4A-7E2E137A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55583" y="5231606"/>
            <a:ext cx="13115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68e6517b4f0496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小结参考：本课围绕“一元一次不等式组”，掌握一元一次不等式组、公共解集、数轴法、整数解，并能运用分别求解并取解集公共部分。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基础：完成教材第140页练习与11.3习题中的基础题并订正Q5、Q7 提升：当堂检测：数轴法求不等式组解集的实质是什么？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我能否：①准确表达一元一次不等式组；②运用分别求解并取解集公共部分；③写清依据并检验？选择“会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4684223-2E9C-4E23-BF30-A25D6C37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86FFAEF-69BB-4C2B-AEA9-32F6EDA7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040856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1607747F-4EBF-4530-A391-16D07CFF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283" y="297418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1A2A447-51B7-44ED-B579-B761B3C5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880158" y="3040856"/>
            <a:ext cx="1473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2026-08-02T17:50:07.8490000Z</dcterms:created>
  <dcterms:modified xsi:type="dcterms:W3CDTF">2026-08-02T17:50:07.8490000Z</dcterms:modified>
</coreProperties>
</file>