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f64f1ee26445b8" /><Relationship Type="http://schemas.openxmlformats.org/officeDocument/2006/relationships/extended-properties" Target="/docProps/app.xml" Id="Rb71ea73f5ada414c" /><Relationship Type="http://schemas.openxmlformats.org/officeDocument/2006/relationships/officeDocument" Target="/ppt/presentation.xml" Id="R3b961831c4b34c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8192a486c04c1a"/>
    <p:sldMasterId xmlns:r="http://schemas.openxmlformats.org/officeDocument/2006/relationships" id="2147483660" r:id="R79506b3725ee47ba"/>
  </p:sldMasterIdLst>
  <p:notesMasterIdLst>
    <p:notesMasterId xmlns:r="http://schemas.openxmlformats.org/officeDocument/2006/relationships" r:id="R18c11d77730247ef"/>
  </p:notesMasterIdLst>
  <p:sldIdLst>
    <p:sldId xmlns:r="http://schemas.openxmlformats.org/officeDocument/2006/relationships" id="256" r:id="R4f39263c266e4897"/>
    <p:sldId xmlns:r="http://schemas.openxmlformats.org/officeDocument/2006/relationships" id="257" r:id="Rd15e722ccc6f455b"/>
    <p:sldId xmlns:r="http://schemas.openxmlformats.org/officeDocument/2006/relationships" id="258" r:id="Re38baaa8a6444b38"/>
    <p:sldId xmlns:r="http://schemas.openxmlformats.org/officeDocument/2006/relationships" id="259" r:id="R152c51af41f74f47"/>
    <p:sldId xmlns:r="http://schemas.openxmlformats.org/officeDocument/2006/relationships" id="260" r:id="Ra1562089fc174756"/>
    <p:sldId xmlns:r="http://schemas.openxmlformats.org/officeDocument/2006/relationships" id="261" r:id="R4ec77104889c4cb9"/>
    <p:sldId xmlns:r="http://schemas.openxmlformats.org/officeDocument/2006/relationships" id="262" r:id="Rfc059fc701cb4045"/>
    <p:sldId xmlns:r="http://schemas.openxmlformats.org/officeDocument/2006/relationships" id="263" r:id="R68afd63912c448b4"/>
    <p:sldId xmlns:r="http://schemas.openxmlformats.org/officeDocument/2006/relationships" id="264" r:id="R0f228e2e5dc04d04"/>
    <p:sldId xmlns:r="http://schemas.openxmlformats.org/officeDocument/2006/relationships" id="265" r:id="R2448f40144604ba6"/>
    <p:sldId xmlns:r="http://schemas.openxmlformats.org/officeDocument/2006/relationships" id="266" r:id="Rad28699857ce4a67"/>
    <p:sldId xmlns:r="http://schemas.openxmlformats.org/officeDocument/2006/relationships" id="267" r:id="R7d24046d70db4e0e"/>
    <p:sldId xmlns:r="http://schemas.openxmlformats.org/officeDocument/2006/relationships" id="268" r:id="R300e6a9512bb4f13"/>
    <p:sldId xmlns:r="http://schemas.openxmlformats.org/officeDocument/2006/relationships" id="269" r:id="Raa58a74f6cb44480"/>
    <p:sldId xmlns:r="http://schemas.openxmlformats.org/officeDocument/2006/relationships" id="270" r:id="Rb8a846f2bc5344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6b68c27d9941c5" /><Relationship Type="http://schemas.openxmlformats.org/officeDocument/2006/relationships/slideMaster" Target="/ppt/slideMasters/slideMaster1.xml" Id="R3a8192a486c04c1a" /><Relationship Type="http://schemas.openxmlformats.org/officeDocument/2006/relationships/slideMaster" Target="/ppt/slideMasters/slideMaster2.xml" Id="R79506b3725ee47ba" /><Relationship Type="http://schemas.openxmlformats.org/officeDocument/2006/relationships/notesMaster" Target="/ppt/notesMasters/notesMaster1.xml" Id="R18c11d77730247ef" /><Relationship Type="http://schemas.openxmlformats.org/officeDocument/2006/relationships/presProps" Target="/ppt/presProps.xml" Id="R6bc099569b31487c" /><Relationship Type="http://schemas.openxmlformats.org/officeDocument/2006/relationships/viewProps" Target="/ppt/viewProps.xml" Id="R633c078a41994293" /><Relationship Type="http://schemas.openxmlformats.org/officeDocument/2006/relationships/tableStyles" Target="/ppt/tableStyles.xml" Id="R7d678b93bbc240f4" /><Relationship Type="http://schemas.openxmlformats.org/officeDocument/2006/relationships/slide" Target="/ppt/slides/slide1.xml" Id="R4f39263c266e4897" /><Relationship Type="http://schemas.openxmlformats.org/officeDocument/2006/relationships/slide" Target="/ppt/slides/slide2.xml" Id="Rd15e722ccc6f455b" /><Relationship Type="http://schemas.openxmlformats.org/officeDocument/2006/relationships/slide" Target="/ppt/slides/slide3.xml" Id="Re38baaa8a6444b38" /><Relationship Type="http://schemas.openxmlformats.org/officeDocument/2006/relationships/slide" Target="/ppt/slides/slide4.xml" Id="R152c51af41f74f47" /><Relationship Type="http://schemas.openxmlformats.org/officeDocument/2006/relationships/slide" Target="/ppt/slides/slide5.xml" Id="Ra1562089fc174756" /><Relationship Type="http://schemas.openxmlformats.org/officeDocument/2006/relationships/slide" Target="/ppt/slides/slide6.xml" Id="R4ec77104889c4cb9" /><Relationship Type="http://schemas.openxmlformats.org/officeDocument/2006/relationships/slide" Target="/ppt/slides/slide7.xml" Id="Rfc059fc701cb4045" /><Relationship Type="http://schemas.openxmlformats.org/officeDocument/2006/relationships/slide" Target="/ppt/slides/slide8.xml" Id="R68afd63912c448b4" /><Relationship Type="http://schemas.openxmlformats.org/officeDocument/2006/relationships/slide" Target="/ppt/slides/slide9.xml" Id="R0f228e2e5dc04d04" /><Relationship Type="http://schemas.openxmlformats.org/officeDocument/2006/relationships/slide" Target="/ppt/slides/slide10.xml" Id="R2448f40144604ba6" /><Relationship Type="http://schemas.openxmlformats.org/officeDocument/2006/relationships/slide" Target="/ppt/slides/slide11.xml" Id="Rad28699857ce4a67" /><Relationship Type="http://schemas.openxmlformats.org/officeDocument/2006/relationships/slide" Target="/ppt/slides/slide12.xml" Id="R7d24046d70db4e0e" /><Relationship Type="http://schemas.openxmlformats.org/officeDocument/2006/relationships/slide" Target="/ppt/slides/slide13.xml" Id="R300e6a9512bb4f13" /><Relationship Type="http://schemas.openxmlformats.org/officeDocument/2006/relationships/slide" Target="/ppt/slides/slide14.xml" Id="Raa58a74f6cb44480" /><Relationship Type="http://schemas.openxmlformats.org/officeDocument/2006/relationships/slide" Target="/ppt/slides/slide15.xml" Id="Rb8a846f2bc5344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e4836204141740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2a1229388f4e5b" /><Relationship Type="http://schemas.openxmlformats.org/officeDocument/2006/relationships/notesMaster" Target="/ppt/notesMasters/notesMaster1.xml" Id="R6edcf6a1ec5847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5504497ef74956" /><Relationship Type="http://schemas.openxmlformats.org/officeDocument/2006/relationships/notesMaster" Target="/ppt/notesMasters/notesMaster1.xml" Id="R28c92f1bb83649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421ef2c93b462a" /><Relationship Type="http://schemas.openxmlformats.org/officeDocument/2006/relationships/notesMaster" Target="/ppt/notesMasters/notesMaster1.xml" Id="R632ed4936db345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79b586e493439d" /><Relationship Type="http://schemas.openxmlformats.org/officeDocument/2006/relationships/notesMaster" Target="/ppt/notesMasters/notesMaster1.xml" Id="R1e29d321bb1e42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ef669c1adf425a" /><Relationship Type="http://schemas.openxmlformats.org/officeDocument/2006/relationships/notesMaster" Target="/ppt/notesMasters/notesMaster1.xml" Id="Rd3edfe7334cc45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285b72e83c4c37" /><Relationship Type="http://schemas.openxmlformats.org/officeDocument/2006/relationships/notesMaster" Target="/ppt/notesMasters/notesMaster1.xml" Id="R2f33672523c643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ed26e54d354026" /><Relationship Type="http://schemas.openxmlformats.org/officeDocument/2006/relationships/notesMaster" Target="/ppt/notesMasters/notesMaster1.xml" Id="R614dec5e56994d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42be9203c04530" /><Relationship Type="http://schemas.openxmlformats.org/officeDocument/2006/relationships/notesMaster" Target="/ppt/notesMasters/notesMaster1.xml" Id="Re601a91dc57648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eaee219ad04fe2" /><Relationship Type="http://schemas.openxmlformats.org/officeDocument/2006/relationships/notesMaster" Target="/ppt/notesMasters/notesMaster1.xml" Id="R19c296706e934f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33be8707704a00" /><Relationship Type="http://schemas.openxmlformats.org/officeDocument/2006/relationships/notesMaster" Target="/ppt/notesMasters/notesMaster1.xml" Id="R34b2ce344cbf45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0ec0812bbe4ed3" /><Relationship Type="http://schemas.openxmlformats.org/officeDocument/2006/relationships/notesMaster" Target="/ppt/notesMasters/notesMaster1.xml" Id="Rf591d920aea041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7af32acefe4757" /><Relationship Type="http://schemas.openxmlformats.org/officeDocument/2006/relationships/notesMaster" Target="/ppt/notesMasters/notesMaster1.xml" Id="R5da8265e47914a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edb29ed85e4a41" /><Relationship Type="http://schemas.openxmlformats.org/officeDocument/2006/relationships/notesMaster" Target="/ppt/notesMasters/notesMaster1.xml" Id="R96b3c82ca68f4b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511e84fc880499f" /><Relationship Type="http://schemas.openxmlformats.org/officeDocument/2006/relationships/notesMaster" Target="/ppt/notesMasters/notesMaster1.xml" Id="R7523dda4c173494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cf29084765b4d6a" /><Relationship Type="http://schemas.openxmlformats.org/officeDocument/2006/relationships/notesMaster" Target="/ppt/notesMasters/notesMaster1.xml" Id="R7cdfd19d42804a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从教材印刷页120—123进入《不等式及其解集》。说明本课在第11章 不等式与不等式组中的位置。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人教版《义务教育教科书·数学七年级下册》，印刷页120—123。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形成第一个核心概念：不等式。要求学生标出对象、条件、表示和作用。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形成第二个核心概念或方法：不等式的解。与前一概念对比，避免相近知识混淆。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呈现Q4，保留独立思考时间。题型对应教材印刷页120—123的例题或典型任务。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人教版《义务教育教科书·数学七年级下册》，印刷页120—123。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f80358f4594d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4578126d7b459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6a931e237746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6da1339e747b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16daff360c40e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65ae19fac041f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e204aaec3a402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0a6630b67547b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7ca243614b46b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73e49f3644b8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fffa99bf6d456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35763d993ed4d3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706ffa98eab431d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d6500a29df4842" /><Relationship Type="http://schemas.openxmlformats.org/officeDocument/2006/relationships/slideLayout" Target="/ppt/slideLayouts/slideLayout1.xml" Id="R87b3c476e4d645cc" /><Relationship Type="http://schemas.openxmlformats.org/officeDocument/2006/relationships/slideLayout" Target="/ppt/slideLayouts/slideLayout2.xml" Id="R7db4d256d8034593" /><Relationship Type="http://schemas.openxmlformats.org/officeDocument/2006/relationships/slideLayout" Target="/ppt/slideLayouts/slideLayout3.xml" Id="R0e44617d121142de" /><Relationship Type="http://schemas.openxmlformats.org/officeDocument/2006/relationships/slideLayout" Target="/ppt/slideLayouts/slideLayout4.xml" Id="R9c577d11b5ea4a6f" /><Relationship Type="http://schemas.openxmlformats.org/officeDocument/2006/relationships/slideLayout" Target="/ppt/slideLayouts/slideLayout5.xml" Id="R3255bfb9609044ff" /><Relationship Type="http://schemas.openxmlformats.org/officeDocument/2006/relationships/slideLayout" Target="/ppt/slideLayouts/slideLayout6.xml" Id="Rdb3d6578d7e649c5" /><Relationship Type="http://schemas.openxmlformats.org/officeDocument/2006/relationships/slideLayout" Target="/ppt/slideLayouts/slideLayout7.xml" Id="R805a167a4f4343cf" /><Relationship Type="http://schemas.openxmlformats.org/officeDocument/2006/relationships/slideLayout" Target="/ppt/slideLayouts/slideLayout8.xml" Id="R2d7352e2802d48c6" /><Relationship Type="http://schemas.openxmlformats.org/officeDocument/2006/relationships/slideLayout" Target="/ppt/slideLayouts/slideLayout9.xml" Id="Re94824ed0a1f49f0" /><Relationship Type="http://schemas.openxmlformats.org/officeDocument/2006/relationships/slideLayout" Target="/ppt/slideLayouts/slideLayout10.xml" Id="Reb90b3f24ce14fea" /><Relationship Type="http://schemas.openxmlformats.org/officeDocument/2006/relationships/slideLayout" Target="/ppt/slideLayouts/slideLayout11.xml" Id="R3b47bb0197f24d3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93a42c9c00148b5" /><Relationship Type="http://schemas.openxmlformats.org/officeDocument/2006/relationships/slideLayout" Target="/ppt/slideLayouts/slideLayout12.xml" Id="R0ef647bcc6c541b2" /><Relationship Type="http://schemas.openxmlformats.org/officeDocument/2006/relationships/slideLayout" Target="/ppt/slideLayouts/slideLayout13.xml" Id="R7acec17b39cb49b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b3c476e4d645cc"/>
    <p:sldLayoutId xmlns:r="http://schemas.openxmlformats.org/officeDocument/2006/relationships" id="2147483650" r:id="R7db4d256d8034593"/>
    <p:sldLayoutId xmlns:r="http://schemas.openxmlformats.org/officeDocument/2006/relationships" id="2147483651" r:id="R0e44617d121142de"/>
    <p:sldLayoutId xmlns:r="http://schemas.openxmlformats.org/officeDocument/2006/relationships" id="2147483652" r:id="R9c577d11b5ea4a6f"/>
    <p:sldLayoutId xmlns:r="http://schemas.openxmlformats.org/officeDocument/2006/relationships" id="2147483653" r:id="R3255bfb9609044ff"/>
    <p:sldLayoutId xmlns:r="http://schemas.openxmlformats.org/officeDocument/2006/relationships" id="2147483654" r:id="Rdb3d6578d7e649c5"/>
    <p:sldLayoutId xmlns:r="http://schemas.openxmlformats.org/officeDocument/2006/relationships" id="2147483655" r:id="R805a167a4f4343cf"/>
    <p:sldLayoutId xmlns:r="http://schemas.openxmlformats.org/officeDocument/2006/relationships" id="2147483656" r:id="R2d7352e2802d48c6"/>
    <p:sldLayoutId xmlns:r="http://schemas.openxmlformats.org/officeDocument/2006/relationships" id="2147483657" r:id="Re94824ed0a1f49f0"/>
    <p:sldLayoutId xmlns:r="http://schemas.openxmlformats.org/officeDocument/2006/relationships" id="2147483658" r:id="Reb90b3f24ce14fea"/>
    <p:sldLayoutId xmlns:r="http://schemas.openxmlformats.org/officeDocument/2006/relationships" id="2147483659" r:id="R3b47bb0197f24d3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0ef647bcc6c541b2"/>
    <p:sldLayoutId xmlns:r="http://schemas.openxmlformats.org/officeDocument/2006/relationships" id="2147483662" r:id="R7acec17b39cb49b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1a5aa0e222e4446" /><Relationship Type="http://schemas.openxmlformats.org/officeDocument/2006/relationships/image" Target="/ppt/media/image.jpeg" Id="R92002d49c33f4d7d" /><Relationship Type="http://schemas.openxmlformats.org/officeDocument/2006/relationships/notesSlide" Target="/ppt/notesSlides/notesSlide1.xml" Id="R7759665cbc2447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dee801bcf894abf" /><Relationship Type="http://schemas.openxmlformats.org/officeDocument/2006/relationships/image" Target="/ppt/media/image2.jpeg" Id="R370e817970704aee" /><Relationship Type="http://schemas.openxmlformats.org/officeDocument/2006/relationships/image" Target="/ppt/media/image.svg" Id="R82c3f1c1d94f4c49" /><Relationship Type="http://schemas.openxmlformats.org/officeDocument/2006/relationships/image" Target="/ppt/media/image.jpeg" Id="R980f28c86d8949ca" /><Relationship Type="http://schemas.openxmlformats.org/officeDocument/2006/relationships/image" Target="/ppt/media/image2.svg" Id="R722041a082ca4a89" /><Relationship Type="http://schemas.openxmlformats.org/officeDocument/2006/relationships/image" Target="/ppt/media/image3.jpeg" Id="R36590f377f4c458e" /><Relationship Type="http://schemas.openxmlformats.org/officeDocument/2006/relationships/image" Target="/ppt/media/image3.svg" Id="Rc239d26b37a24742" /><Relationship Type="http://schemas.openxmlformats.org/officeDocument/2006/relationships/image" Target="/ppt/media/image4.jpeg" Id="Rf0fa68eacc6b4bab" /><Relationship Type="http://schemas.openxmlformats.org/officeDocument/2006/relationships/image" Target="/ppt/media/image4.svg" Id="R2e0c78bed31d42fb" /><Relationship Type="http://schemas.openxmlformats.org/officeDocument/2006/relationships/notesSlide" Target="/ppt/notesSlides/notesSlide2.xml" Id="R2f8422414d1442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3a3f653ea5f436e" /><Relationship Type="http://schemas.openxmlformats.org/officeDocument/2006/relationships/image" Target="/ppt/media/image2.jpeg" Id="R07f70e9218cb4683" /><Relationship Type="http://schemas.openxmlformats.org/officeDocument/2006/relationships/notesSlide" Target="/ppt/notesSlides/notesSlide3.xml" Id="R85509ad4cb494c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f83904f4c114480" /><Relationship Type="http://schemas.openxmlformats.org/officeDocument/2006/relationships/image" Target="/ppt/media/image2.jpeg" Id="R9d067f64d52c4b7d" /><Relationship Type="http://schemas.openxmlformats.org/officeDocument/2006/relationships/notesSlide" Target="/ppt/notesSlides/notesSlide4.xml" Id="R5076e9a1482344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024fb51284c4ef3" /><Relationship Type="http://schemas.openxmlformats.org/officeDocument/2006/relationships/image" Target="/ppt/media/image2.jpeg" Id="Rd738885276df45a3" /><Relationship Type="http://schemas.openxmlformats.org/officeDocument/2006/relationships/notesSlide" Target="/ppt/notesSlides/notesSlide5.xml" Id="Rd4dbf8edddf646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e62e264ae6040f0" /><Relationship Type="http://schemas.openxmlformats.org/officeDocument/2006/relationships/image" Target="/ppt/media/image2.jpeg" Id="Rcdf1eef094374fc5" /><Relationship Type="http://schemas.openxmlformats.org/officeDocument/2006/relationships/notesSlide" Target="/ppt/notesSlides/notesSlide6.xml" Id="Rdecea8631fef4c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227dafc2d574bd5" /><Relationship Type="http://schemas.openxmlformats.org/officeDocument/2006/relationships/image" Target="/ppt/media/image2.jpeg" Id="R37d34bb02b954b44" /><Relationship Type="http://schemas.openxmlformats.org/officeDocument/2006/relationships/notesSlide" Target="/ppt/notesSlides/notesSlide7.xml" Id="R793f697fd84040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550d193968c4110" /><Relationship Type="http://schemas.openxmlformats.org/officeDocument/2006/relationships/image" Target="/ppt/media/image2.jpeg" Id="Rd372d5ca80104527" /><Relationship Type="http://schemas.openxmlformats.org/officeDocument/2006/relationships/notesSlide" Target="/ppt/notesSlides/notesSlide8.xml" Id="Rb079f60c619f49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1bd7682369e4d5c" /><Relationship Type="http://schemas.openxmlformats.org/officeDocument/2006/relationships/image" Target="/ppt/media/image2.jpeg" Id="R89a489c66d31434a" /><Relationship Type="http://schemas.openxmlformats.org/officeDocument/2006/relationships/notesSlide" Target="/ppt/notesSlides/notesSlide9.xml" Id="R61efdf4a7c3d41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943af8e460740dd" /><Relationship Type="http://schemas.openxmlformats.org/officeDocument/2006/relationships/image" Target="/ppt/media/image2.jpeg" Id="Ra1e5f86c4f5a478c" /><Relationship Type="http://schemas.openxmlformats.org/officeDocument/2006/relationships/notesSlide" Target="/ppt/notesSlides/notesSlide10.xml" Id="R22caaee808ec49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290f6470c354d95" /><Relationship Type="http://schemas.openxmlformats.org/officeDocument/2006/relationships/image" Target="/ppt/media/image2.jpeg" Id="R06ca982d648c4ace" /><Relationship Type="http://schemas.openxmlformats.org/officeDocument/2006/relationships/notesSlide" Target="/ppt/notesSlides/notesSlide11.xml" Id="Ree3ecb5c037e4c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1c8a2eb75564b93" /><Relationship Type="http://schemas.openxmlformats.org/officeDocument/2006/relationships/image" Target="/ppt/media/image2.jpeg" Id="R2f2f9f8aae7e40b3" /><Relationship Type="http://schemas.openxmlformats.org/officeDocument/2006/relationships/notesSlide" Target="/ppt/notesSlides/notesSlide12.xml" Id="Rc72536057e6b4cd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4309f6a347a4925" /><Relationship Type="http://schemas.openxmlformats.org/officeDocument/2006/relationships/image" Target="/ppt/media/image2.jpeg" Id="Rcb4dec557ff643c5" /><Relationship Type="http://schemas.openxmlformats.org/officeDocument/2006/relationships/notesSlide" Target="/ppt/notesSlides/notesSlide13.xml" Id="R4479f4fbd4cb4a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aeff389bedc4fea" /><Relationship Type="http://schemas.openxmlformats.org/officeDocument/2006/relationships/image" Target="/ppt/media/image2.jpeg" Id="Rf968f63b0ef245f1" /><Relationship Type="http://schemas.openxmlformats.org/officeDocument/2006/relationships/notesSlide" Target="/ppt/notesSlides/notesSlide14.xml" Id="R4a1435a2c9f64fa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bc723d4b9d14fd1" /><Relationship Type="http://schemas.openxmlformats.org/officeDocument/2006/relationships/image" Target="/ppt/media/image5.jpeg" Id="R986733d8ef1d488d" /><Relationship Type="http://schemas.openxmlformats.org/officeDocument/2006/relationships/notesSlide" Target="/ppt/notesSlides/notesSlide15.xml" Id="R6eb272630195441d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2002d49c33f4d7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11.1 不等式及其解集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第11章 不等式与不等式组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教材印刷页120—123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70e817970704ae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f28c86d8949ca">
            <a:extLst>
              <a:ext uri="{96DAC541-7B7A-43D3-8B79-37D633B846F1}">
                <asvg:svgBlip xmlns:asvg="http://schemas.microsoft.com/office/drawing/2016/SVG/main" r:embed="R82c3f1c1d94f4c4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通过阅读、观察或操作，准确说出不等式、不等式的解、解集、用数轴表示解集的含义、表示或基本步骤。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e817970704aee">
            <a:extLst>
              <a:ext uri="{96DAC541-7B7A-43D3-8B79-37D633B846F1}">
                <asvg:svgBlip xmlns:asvg="http://schemas.microsoft.com/office/drawing/2016/SVG/main" r:embed="R722041a082ca4a8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在Q2—Q4中运用“区分一个解与解集”，能用完整语言、式子、图形或图表说明依据。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90f377f4c458e">
            <a:extLst>
              <a:ext uri="{96DAC541-7B7A-43D3-8B79-37D633B846F1}">
                <asvg:svgBlip xmlns:asvg="http://schemas.microsoft.com/office/drawing/2016/SVG/main" r:embed="Rc239d26b37a2474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在基础与变式练习中运用“区分一个解与解集”解决同类问题，并对结果进行检验。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a68eacc6b4bab">
            <a:extLst>
              <a:ext uri="{96DAC541-7B7A-43D3-8B79-37D633B846F1}">
                <asvg:svgBlip xmlns:asvg="http://schemas.microsoft.com/office/drawing/2016/SVG/main" r:embed="R2e0c78bed31d42f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7f70e9218cb468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对应印刷页120—123。先读图、读表或读题，圈出已知和所求。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调用学生已经学习等式、数轴、大小比较，具备基本观察、计算、作图或整理数据的经验。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聚焦不等式、不等式的解、解集、用数轴表示解集，不急于抄结论。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B9D6046-2D41-4F62-8520-60C144C2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ECF897F-C3D6-411C-819E-6F8A80FC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EE8002FB-1C02-43A9-A6D5-B24B4826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30" y="26129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FF469D1-F7F5-4ABA-993A-DE46056E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3405" y="26796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758490B-A362-4BF4-9599-88C1AD19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4B31F6E-D4DD-4272-8957-00BC2E08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ABE9AFE2-BA9B-492C-A6C1-ACE915B5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499" y="26129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4ADEA63-9AFE-41CA-A563-C3EA0136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4374" y="26796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1CB17F2-52AA-4C74-A243-98542C5C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60735EF-5F5F-4036-9359-AB8D81F5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983CF26F-CCDF-4362-A3EE-CECED511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30" y="50894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0D11972-AD84-4FF9-BC0F-39AFE2FF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3405" y="51561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B8FCF48-319A-4E22-8594-B8C8463F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4FD7746-EE65-464F-B4F9-9730B8BF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CE49CF89-EB26-49A9-BCDE-E3D7849B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499" y="50894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3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164CE90-1E4B-4E66-BDDB-4A57E642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4374" y="51561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d067f64d52c4b7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旧知回顾：回顾“等式”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回顾“等式”：写出一条与本课有关的定义、性质或计算规则。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参考要点：正确表述“等式”的核心含义，并说明它与“不等式”的联系。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102EDAE-028A-4DF7-AB5F-D63F57BC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D043F5B-7D4C-42D9-9171-7A6CB749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B4AB7B32-C28A-40D9-9645-A2727831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C449F4A-AA6A-48B7-976D-822D7919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7FD94D5-005D-4375-A60D-DC8769C6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738885276df45a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阅读教材印刷页120—123，圈出“不等式、不等式的解、解集、用数轴表示解集”，分别用一句话记录它们解决什么问题。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小组探究：围绕“把文字范围、符号和数轴表示互相转换”设计一次观察、操作或推理，记录现象、猜想和验证依据。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围绕“区分一个解与解集”说明理由；同伴只追问条件和依据。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6759A97-113D-4C9A-B00E-6817A1E0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42B83BE-03D7-4C37-BECC-3D219F42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2DBF2034-717F-4D3B-8837-2271EEDC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B55C265-1880-47A0-99D4-944C655B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df1eef094374fc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概念一：不等式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不等式：按教材明确其定义、条件、表示、性质或步骤。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A5423B9-A6E5-4352-992A-FDCABBD2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8087006-737C-47E5-AE7B-AD29CD65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C31590C0-4E1B-45B2-97AA-E5A8E218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BF73A59-2961-425D-AFAF-D3F80074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23154AF-3CD4-4475-A07E-0A79C5D2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7d34bb02b954b4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概念二：不等式的解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不等式的解：按教材明确其定义、条件、表示、性质或步骤。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易错提醒：把文字范围、符号和数轴表示互相转换。先审条件，再使用结论。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99D3DAE-8B95-4CAC-8A7C-82F90D21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20A62A2-99EC-4315-AEC2-A036CFBA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E644CA43-06D5-4F4D-B84A-2C73262F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855BF3A-9AEB-4943-B787-38EA6D66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86D45C8-5623-4BD0-A8ED-616F2078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372d5ca8010452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小组探究：围绕“把文字范围、符号和数轴表示互相转换”设计一次观察、操作或推理，记录现象、猜想和验证依据。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参考思路：先明确条件，再围绕“区分一个解与解集”形成猜想，最后用定义、计算、图表或反例验证。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D6D8EAC-EE32-4EBA-AB1E-07BE692F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A312CB2-5EFF-49E6-B92A-E1B5DA8D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1022355A-D0CD-4F30-9538-1365BF54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32908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C3FA5EF-3B6E-4080-8477-D69184CD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85898" y="3357563"/>
            <a:ext cx="13439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6CEB213-A7AC-42D3-8259-D027BAA2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148" y="29003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9a489c66d31434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只记“不等式”的结论，不检查适用条件。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把“区分一个解与解集”与相近概念或逆命题混淆。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1e5f86c4f5a478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教材例题：例题（对应教材11.1例1、教材11.1例…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例题（对应教材11.1例1、教材11.1例2）：不等式x+3&gt;7的解是什么？在数轴上怎样表示？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选用区分一个解与解集；3.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教材印刷页120—123：先思考，再对照规范解答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59138A9-A43C-4D26-A732-16AC24E9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F57C386-0FF3-4E37-B461-A5865408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319BE59D-55C9-4934-A98D-E08655E1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59D9515-2011-4408-8014-F026744E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6ca982d648c4ac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选择“区分一个解与解集”对应的方法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x&gt;4；在4处画空心圆，向右画射线。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没有先确认“区分一个解与解集”的条件，或只写结果不写依据。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FEACE9E-1D2B-4007-A031-E43F606C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3BF84FF-B913-4E78-B5D1-492D3E81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972A9F26-6EA4-4C5A-8579-CCA57961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32908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A0C2B45-3F77-47E6-8340-A57ADF37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85898" y="3357563"/>
            <a:ext cx="13439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18F550B-D1F1-46CA-B77A-B4870EDF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148" y="29003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f2f9f8aae7e40b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基础辨析：判断“使用‘不等式’时不需要检查条件，只要结论看起来合理即可”，并说明理由。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变式练习：把Q4的一个条件、数据或表示方式作合理改变，仍用“区分一个解与解集”解决，并写出检验。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DB2ACC9-651D-48E5-8FEB-09678BD3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6AA00F5-A016-459A-98A1-07D06045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7EDA1B1F-177B-4E15-9A20-739F82D6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708" y="516493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61BA18D-6601-4651-AD22-A165267F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55583" y="5231606"/>
            <a:ext cx="13115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b4dec557ff643c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变式练习：把Q4的一个条件、数据或表示方式作合理改变，仍用“区分一个解与解集”解决，并写出检验。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答案不唯一。评价要点：改变后的条件完整；方法仍属于“区分一个解与解集”；过程正确；检验与新条件一致。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CA109EF-03A1-4B49-821B-4C0AB2CA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1B1E3A9-E706-452A-B1D4-4D44B17F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E4A0850D-BC88-4CFF-B867-E68DC17B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510A584-DDBD-4C93-A19B-5D698824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968f63b0ef245f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纠错：“研究不等式及其解集时，只记结论，不必区分条件、过程和依据。”这句话对吗？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当堂检测：x=5是否是不等式2x−1&lt;10的解？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D2E3E0F-8B8D-4FD0-AF86-866F2B8B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63E9CBF-6BDD-4E73-9134-82EF95C7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73E389CD-AC29-4833-9BEF-D39C069F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708" y="516493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B39CDC2-0A6D-41C1-AEF0-9EF969D7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55583" y="5231606"/>
            <a:ext cx="13115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86733d8ef1d488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小结参考：本课围绕“不等式及其解集”，掌握不等式、不等式的解、解集、用数轴表示解集，并能运用区分一个解与解集。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基础：完成教材第122—123页练习中的基础题并订正Q5、Q7 提升：当堂检测：x=5是否是不等式2x−1&lt;10的解？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我能否：①准确表达不等式；②运用区分一个解与解集；③写清依据并检验？选择“会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B2D576E-31AD-4E02-9699-86182709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AA5E3F4-A9A2-4296-8675-811CF89C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3040856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C9F06696-AA92-40F4-BC95-D84746D2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283" y="297418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C5C2BFF-FDE0-490A-9B3E-E387EF91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880158" y="3040856"/>
            <a:ext cx="1473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2026-08-02T17:50:03.6940000Z</dcterms:created>
  <dcterms:modified xsi:type="dcterms:W3CDTF">2026-08-02T17:50:03.6940000Z</dcterms:modified>
</coreProperties>
</file>