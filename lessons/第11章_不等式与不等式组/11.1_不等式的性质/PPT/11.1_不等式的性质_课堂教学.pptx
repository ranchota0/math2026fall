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c1383486614e13" /><Relationship Type="http://schemas.openxmlformats.org/officeDocument/2006/relationships/extended-properties" Target="/docProps/app.xml" Id="Rfabe5e91598e4cf7" /><Relationship Type="http://schemas.openxmlformats.org/officeDocument/2006/relationships/officeDocument" Target="/ppt/presentation.xml" Id="Rc5cd453f8a11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1442f820e34653"/>
    <p:sldMasterId xmlns:r="http://schemas.openxmlformats.org/officeDocument/2006/relationships" id="2147483660" r:id="Ra836e514a3754219"/>
  </p:sldMasterIdLst>
  <p:notesMasterIdLst>
    <p:notesMasterId xmlns:r="http://schemas.openxmlformats.org/officeDocument/2006/relationships" r:id="R748c8a897ffa4984"/>
  </p:notesMasterIdLst>
  <p:sldIdLst>
    <p:sldId xmlns:r="http://schemas.openxmlformats.org/officeDocument/2006/relationships" id="256" r:id="R9a34dbe264d54c10"/>
    <p:sldId xmlns:r="http://schemas.openxmlformats.org/officeDocument/2006/relationships" id="257" r:id="R75b9a89177134953"/>
    <p:sldId xmlns:r="http://schemas.openxmlformats.org/officeDocument/2006/relationships" id="258" r:id="Ra8ca5dad27a54d84"/>
    <p:sldId xmlns:r="http://schemas.openxmlformats.org/officeDocument/2006/relationships" id="259" r:id="R44191313248940ec"/>
    <p:sldId xmlns:r="http://schemas.openxmlformats.org/officeDocument/2006/relationships" id="260" r:id="R561453b85d224ba0"/>
    <p:sldId xmlns:r="http://schemas.openxmlformats.org/officeDocument/2006/relationships" id="261" r:id="Rb7e5cae6bf3645c5"/>
    <p:sldId xmlns:r="http://schemas.openxmlformats.org/officeDocument/2006/relationships" id="262" r:id="R529228a44a014535"/>
    <p:sldId xmlns:r="http://schemas.openxmlformats.org/officeDocument/2006/relationships" id="263" r:id="R8d89fce18d8d42ba"/>
    <p:sldId xmlns:r="http://schemas.openxmlformats.org/officeDocument/2006/relationships" id="264" r:id="Rb19d22ddcc0c4df7"/>
    <p:sldId xmlns:r="http://schemas.openxmlformats.org/officeDocument/2006/relationships" id="265" r:id="R6d6f2235f1d54f7f"/>
    <p:sldId xmlns:r="http://schemas.openxmlformats.org/officeDocument/2006/relationships" id="266" r:id="R6731b5cd9f34448e"/>
    <p:sldId xmlns:r="http://schemas.openxmlformats.org/officeDocument/2006/relationships" id="267" r:id="R5432f7035e5f433a"/>
    <p:sldId xmlns:r="http://schemas.openxmlformats.org/officeDocument/2006/relationships" id="268" r:id="R148ee79ebc9a4eec"/>
    <p:sldId xmlns:r="http://schemas.openxmlformats.org/officeDocument/2006/relationships" id="269" r:id="Rf1ff532366494e32"/>
    <p:sldId xmlns:r="http://schemas.openxmlformats.org/officeDocument/2006/relationships" id="270" r:id="R20e050b50c4744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0adfafc2834d20" /><Relationship Type="http://schemas.openxmlformats.org/officeDocument/2006/relationships/slideMaster" Target="/ppt/slideMasters/slideMaster1.xml" Id="Ra81442f820e34653" /><Relationship Type="http://schemas.openxmlformats.org/officeDocument/2006/relationships/slideMaster" Target="/ppt/slideMasters/slideMaster2.xml" Id="Ra836e514a3754219" /><Relationship Type="http://schemas.openxmlformats.org/officeDocument/2006/relationships/notesMaster" Target="/ppt/notesMasters/notesMaster1.xml" Id="R748c8a897ffa4984" /><Relationship Type="http://schemas.openxmlformats.org/officeDocument/2006/relationships/presProps" Target="/ppt/presProps.xml" Id="R5ad0747130fe4c7c" /><Relationship Type="http://schemas.openxmlformats.org/officeDocument/2006/relationships/viewProps" Target="/ppt/viewProps.xml" Id="R0f135d6d59844640" /><Relationship Type="http://schemas.openxmlformats.org/officeDocument/2006/relationships/tableStyles" Target="/ppt/tableStyles.xml" Id="R90adee231f0b44c4" /><Relationship Type="http://schemas.openxmlformats.org/officeDocument/2006/relationships/slide" Target="/ppt/slides/slide1.xml" Id="R9a34dbe264d54c10" /><Relationship Type="http://schemas.openxmlformats.org/officeDocument/2006/relationships/slide" Target="/ppt/slides/slide2.xml" Id="R75b9a89177134953" /><Relationship Type="http://schemas.openxmlformats.org/officeDocument/2006/relationships/slide" Target="/ppt/slides/slide3.xml" Id="Ra8ca5dad27a54d84" /><Relationship Type="http://schemas.openxmlformats.org/officeDocument/2006/relationships/slide" Target="/ppt/slides/slide4.xml" Id="R44191313248940ec" /><Relationship Type="http://schemas.openxmlformats.org/officeDocument/2006/relationships/slide" Target="/ppt/slides/slide5.xml" Id="R561453b85d224ba0" /><Relationship Type="http://schemas.openxmlformats.org/officeDocument/2006/relationships/slide" Target="/ppt/slides/slide6.xml" Id="Rb7e5cae6bf3645c5" /><Relationship Type="http://schemas.openxmlformats.org/officeDocument/2006/relationships/slide" Target="/ppt/slides/slide7.xml" Id="R529228a44a014535" /><Relationship Type="http://schemas.openxmlformats.org/officeDocument/2006/relationships/slide" Target="/ppt/slides/slide8.xml" Id="R8d89fce18d8d42ba" /><Relationship Type="http://schemas.openxmlformats.org/officeDocument/2006/relationships/slide" Target="/ppt/slides/slide9.xml" Id="Rb19d22ddcc0c4df7" /><Relationship Type="http://schemas.openxmlformats.org/officeDocument/2006/relationships/slide" Target="/ppt/slides/slide10.xml" Id="R6d6f2235f1d54f7f" /><Relationship Type="http://schemas.openxmlformats.org/officeDocument/2006/relationships/slide" Target="/ppt/slides/slide11.xml" Id="R6731b5cd9f34448e" /><Relationship Type="http://schemas.openxmlformats.org/officeDocument/2006/relationships/slide" Target="/ppt/slides/slide12.xml" Id="R5432f7035e5f433a" /><Relationship Type="http://schemas.openxmlformats.org/officeDocument/2006/relationships/slide" Target="/ppt/slides/slide13.xml" Id="R148ee79ebc9a4eec" /><Relationship Type="http://schemas.openxmlformats.org/officeDocument/2006/relationships/slide" Target="/ppt/slides/slide14.xml" Id="Rf1ff532366494e32" /><Relationship Type="http://schemas.openxmlformats.org/officeDocument/2006/relationships/slide" Target="/ppt/slides/slide15.xml" Id="R20e050b50c4744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7b6ae43beb0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f9967c3524fe8" /><Relationship Type="http://schemas.openxmlformats.org/officeDocument/2006/relationships/notesMaster" Target="/ppt/notesMasters/notesMaster1.xml" Id="R0d3053d97c17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d7f88932d4421" /><Relationship Type="http://schemas.openxmlformats.org/officeDocument/2006/relationships/notesMaster" Target="/ppt/notesMasters/notesMaster1.xml" Id="R49d65958339f46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378a6febad46e3" /><Relationship Type="http://schemas.openxmlformats.org/officeDocument/2006/relationships/notesMaster" Target="/ppt/notesMasters/notesMaster1.xml" Id="R3c000ce8c60f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db022655f6443c" /><Relationship Type="http://schemas.openxmlformats.org/officeDocument/2006/relationships/notesMaster" Target="/ppt/notesMasters/notesMaster1.xml" Id="R9ca1102967b844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6be347a034653" /><Relationship Type="http://schemas.openxmlformats.org/officeDocument/2006/relationships/notesMaster" Target="/ppt/notesMasters/notesMaster1.xml" Id="Rc2330c0a2c024a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eedfe2bea24390" /><Relationship Type="http://schemas.openxmlformats.org/officeDocument/2006/relationships/notesMaster" Target="/ppt/notesMasters/notesMaster1.xml" Id="R6edc2a321d0340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ac44795afe4cdf" /><Relationship Type="http://schemas.openxmlformats.org/officeDocument/2006/relationships/notesMaster" Target="/ppt/notesMasters/notesMaster1.xml" Id="Ra7fca823d5724c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4e5469dec44dc1" /><Relationship Type="http://schemas.openxmlformats.org/officeDocument/2006/relationships/notesMaster" Target="/ppt/notesMasters/notesMaster1.xml" Id="R3471cf97099b4f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dbfe559e334571" /><Relationship Type="http://schemas.openxmlformats.org/officeDocument/2006/relationships/notesMaster" Target="/ppt/notesMasters/notesMaster1.xml" Id="R5d6f7e2601d7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82957eb78d4c59" /><Relationship Type="http://schemas.openxmlformats.org/officeDocument/2006/relationships/notesMaster" Target="/ppt/notesMasters/notesMaster1.xml" Id="Rbe1ea76328ce43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c266a95e1840e4" /><Relationship Type="http://schemas.openxmlformats.org/officeDocument/2006/relationships/notesMaster" Target="/ppt/notesMasters/notesMaster1.xml" Id="R13815accd5ff47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4f4c8c75284d96" /><Relationship Type="http://schemas.openxmlformats.org/officeDocument/2006/relationships/notesMaster" Target="/ppt/notesMasters/notesMaster1.xml" Id="R10c077c5009942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ce66093e01462b" /><Relationship Type="http://schemas.openxmlformats.org/officeDocument/2006/relationships/notesMaster" Target="/ppt/notesMasters/notesMaster1.xml" Id="Rb99d281cd8824c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67f4763cb54b1d" /><Relationship Type="http://schemas.openxmlformats.org/officeDocument/2006/relationships/notesMaster" Target="/ppt/notesMasters/notesMaster1.xml" Id="R60b485284d0144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d57279ef654f45" /><Relationship Type="http://schemas.openxmlformats.org/officeDocument/2006/relationships/notesMaster" Target="/ppt/notesMasters/notesMaster1.xml" Id="R67fc1d3809e548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从教材印刷页124—126进入《不等式的性质》。说明本课在第11章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人教版《义务教育教科书·数学七年级下册》，印刷页124—126。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形成第一个核心概念：不等式三条性质。要求学生标出对象、条件、表示和作用。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形成第二个核心概念或方法：利用性质解简单不等式。与前一概念对比，避免相近知识混淆。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呈现Q4，保留独立思考时间。题型对应教材印刷页124—126的例题或典型任务。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人教版《义务教育教科书·数学七年级下册》，印刷页124—126。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de895e60849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0fcb0d66b40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855f3c0034c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a8a3d3f3d40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3bd398a4f4d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8586cf5d84be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afcbd679340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99efccf844c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bd6907bfd4f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4583783704cc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8f14d9d16401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141971930b4c2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f54319c07e457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83f53e67554fb1" /><Relationship Type="http://schemas.openxmlformats.org/officeDocument/2006/relationships/slideLayout" Target="/ppt/slideLayouts/slideLayout1.xml" Id="R1ea283a1eadb44c4" /><Relationship Type="http://schemas.openxmlformats.org/officeDocument/2006/relationships/slideLayout" Target="/ppt/slideLayouts/slideLayout2.xml" Id="Rdce0e6b9067845b3" /><Relationship Type="http://schemas.openxmlformats.org/officeDocument/2006/relationships/slideLayout" Target="/ppt/slideLayouts/slideLayout3.xml" Id="R0a38bdea0d2a442f" /><Relationship Type="http://schemas.openxmlformats.org/officeDocument/2006/relationships/slideLayout" Target="/ppt/slideLayouts/slideLayout4.xml" Id="R2b79bf4b5df44d45" /><Relationship Type="http://schemas.openxmlformats.org/officeDocument/2006/relationships/slideLayout" Target="/ppt/slideLayouts/slideLayout5.xml" Id="R45ce9adb4ea14e57" /><Relationship Type="http://schemas.openxmlformats.org/officeDocument/2006/relationships/slideLayout" Target="/ppt/slideLayouts/slideLayout6.xml" Id="R63a2294bf7ea4b8c" /><Relationship Type="http://schemas.openxmlformats.org/officeDocument/2006/relationships/slideLayout" Target="/ppt/slideLayouts/slideLayout7.xml" Id="R8fc1fe925c314bd9" /><Relationship Type="http://schemas.openxmlformats.org/officeDocument/2006/relationships/slideLayout" Target="/ppt/slideLayouts/slideLayout8.xml" Id="R92b1147fc8f5479a" /><Relationship Type="http://schemas.openxmlformats.org/officeDocument/2006/relationships/slideLayout" Target="/ppt/slideLayouts/slideLayout9.xml" Id="Rddf542782a8d4e0d" /><Relationship Type="http://schemas.openxmlformats.org/officeDocument/2006/relationships/slideLayout" Target="/ppt/slideLayouts/slideLayout10.xml" Id="R211b8f1f3b334343" /><Relationship Type="http://schemas.openxmlformats.org/officeDocument/2006/relationships/slideLayout" Target="/ppt/slideLayouts/slideLayout11.xml" Id="Raa424cb4dd08456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5fd9f67ee484cab" /><Relationship Type="http://schemas.openxmlformats.org/officeDocument/2006/relationships/slideLayout" Target="/ppt/slideLayouts/slideLayout12.xml" Id="R1645f5a10ba84826" /><Relationship Type="http://schemas.openxmlformats.org/officeDocument/2006/relationships/slideLayout" Target="/ppt/slideLayouts/slideLayout13.xml" Id="R44a97116ed704b4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a283a1eadb44c4"/>
    <p:sldLayoutId xmlns:r="http://schemas.openxmlformats.org/officeDocument/2006/relationships" id="2147483650" r:id="Rdce0e6b9067845b3"/>
    <p:sldLayoutId xmlns:r="http://schemas.openxmlformats.org/officeDocument/2006/relationships" id="2147483651" r:id="R0a38bdea0d2a442f"/>
    <p:sldLayoutId xmlns:r="http://schemas.openxmlformats.org/officeDocument/2006/relationships" id="2147483652" r:id="R2b79bf4b5df44d45"/>
    <p:sldLayoutId xmlns:r="http://schemas.openxmlformats.org/officeDocument/2006/relationships" id="2147483653" r:id="R45ce9adb4ea14e57"/>
    <p:sldLayoutId xmlns:r="http://schemas.openxmlformats.org/officeDocument/2006/relationships" id="2147483654" r:id="R63a2294bf7ea4b8c"/>
    <p:sldLayoutId xmlns:r="http://schemas.openxmlformats.org/officeDocument/2006/relationships" id="2147483655" r:id="R8fc1fe925c314bd9"/>
    <p:sldLayoutId xmlns:r="http://schemas.openxmlformats.org/officeDocument/2006/relationships" id="2147483656" r:id="R92b1147fc8f5479a"/>
    <p:sldLayoutId xmlns:r="http://schemas.openxmlformats.org/officeDocument/2006/relationships" id="2147483657" r:id="Rddf542782a8d4e0d"/>
    <p:sldLayoutId xmlns:r="http://schemas.openxmlformats.org/officeDocument/2006/relationships" id="2147483658" r:id="R211b8f1f3b334343"/>
    <p:sldLayoutId xmlns:r="http://schemas.openxmlformats.org/officeDocument/2006/relationships" id="2147483659" r:id="Raa424cb4dd08456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645f5a10ba84826"/>
    <p:sldLayoutId xmlns:r="http://schemas.openxmlformats.org/officeDocument/2006/relationships" id="2147483662" r:id="R44a97116ed704b4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09674cdb3344c1" /><Relationship Type="http://schemas.openxmlformats.org/officeDocument/2006/relationships/image" Target="/ppt/media/image.jpeg" Id="R03e7451b2e30454a" /><Relationship Type="http://schemas.openxmlformats.org/officeDocument/2006/relationships/notesSlide" Target="/ppt/notesSlides/notesSlide1.xml" Id="Rf577879d81b7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1efe34eeab47a2" /><Relationship Type="http://schemas.openxmlformats.org/officeDocument/2006/relationships/image" Target="/ppt/media/image2.jpeg" Id="R5903bd3797064db2" /><Relationship Type="http://schemas.openxmlformats.org/officeDocument/2006/relationships/image" Target="/ppt/media/image.svg" Id="R8e249b5ce1834d5d" /><Relationship Type="http://schemas.openxmlformats.org/officeDocument/2006/relationships/image" Target="/ppt/media/image.jpeg" Id="Ra128e51f98784d25" /><Relationship Type="http://schemas.openxmlformats.org/officeDocument/2006/relationships/image" Target="/ppt/media/image2.svg" Id="R1a525da5c4254080" /><Relationship Type="http://schemas.openxmlformats.org/officeDocument/2006/relationships/image" Target="/ppt/media/image3.jpeg" Id="Re0cc698e0f94442e" /><Relationship Type="http://schemas.openxmlformats.org/officeDocument/2006/relationships/image" Target="/ppt/media/image3.svg" Id="R7d74dc94a91a4f6d" /><Relationship Type="http://schemas.openxmlformats.org/officeDocument/2006/relationships/image" Target="/ppt/media/image4.jpeg" Id="R75c819f5e11a44b1" /><Relationship Type="http://schemas.openxmlformats.org/officeDocument/2006/relationships/image" Target="/ppt/media/image4.svg" Id="R546ca9e4e1304901" /><Relationship Type="http://schemas.openxmlformats.org/officeDocument/2006/relationships/notesSlide" Target="/ppt/notesSlides/notesSlide2.xml" Id="Rcc83543f90a8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ab2c6ef2db415e" /><Relationship Type="http://schemas.openxmlformats.org/officeDocument/2006/relationships/image" Target="/ppt/media/image2.jpeg" Id="Rb44d46d95db04a13" /><Relationship Type="http://schemas.openxmlformats.org/officeDocument/2006/relationships/notesSlide" Target="/ppt/notesSlides/notesSlide3.xml" Id="Rd39f2e6f4f7448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bf8c94809474458" /><Relationship Type="http://schemas.openxmlformats.org/officeDocument/2006/relationships/image" Target="/ppt/media/image2.jpeg" Id="R8e21cca35f2d48f5" /><Relationship Type="http://schemas.openxmlformats.org/officeDocument/2006/relationships/notesSlide" Target="/ppt/notesSlides/notesSlide4.xml" Id="R9cc3aea6147b42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b9e7fc265fb453e" /><Relationship Type="http://schemas.openxmlformats.org/officeDocument/2006/relationships/image" Target="/ppt/media/image2.jpeg" Id="Rfcd7e582ef3b4540" /><Relationship Type="http://schemas.openxmlformats.org/officeDocument/2006/relationships/notesSlide" Target="/ppt/notesSlides/notesSlide5.xml" Id="Rc5aaa442ce7a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ee981318ac49d4" /><Relationship Type="http://schemas.openxmlformats.org/officeDocument/2006/relationships/image" Target="/ppt/media/image2.jpeg" Id="R384b83fe88fc4abb" /><Relationship Type="http://schemas.openxmlformats.org/officeDocument/2006/relationships/notesSlide" Target="/ppt/notesSlides/notesSlide6.xml" Id="R98a5df2c02624e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7a521eadd34aae" /><Relationship Type="http://schemas.openxmlformats.org/officeDocument/2006/relationships/image" Target="/ppt/media/image2.jpeg" Id="R2c6e18333a4b419c" /><Relationship Type="http://schemas.openxmlformats.org/officeDocument/2006/relationships/notesSlide" Target="/ppt/notesSlides/notesSlide7.xml" Id="R4c38314ec03845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3ffbbaa14c41bf" /><Relationship Type="http://schemas.openxmlformats.org/officeDocument/2006/relationships/image" Target="/ppt/media/image2.jpeg" Id="Rc281c2a6527b48ee" /><Relationship Type="http://schemas.openxmlformats.org/officeDocument/2006/relationships/notesSlide" Target="/ppt/notesSlides/notesSlide8.xml" Id="Rd9c702e997574e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ebe84389b84692" /><Relationship Type="http://schemas.openxmlformats.org/officeDocument/2006/relationships/image" Target="/ppt/media/image2.jpeg" Id="R5da9e01903074bb1" /><Relationship Type="http://schemas.openxmlformats.org/officeDocument/2006/relationships/notesSlide" Target="/ppt/notesSlides/notesSlide9.xml" Id="R8da95dec2efa48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049025e95d4b2b" /><Relationship Type="http://schemas.openxmlformats.org/officeDocument/2006/relationships/image" Target="/ppt/media/image2.jpeg" Id="R07e78db513724895" /><Relationship Type="http://schemas.openxmlformats.org/officeDocument/2006/relationships/notesSlide" Target="/ppt/notesSlides/notesSlide10.xml" Id="R5569bce7362b46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520925036f4ad4" /><Relationship Type="http://schemas.openxmlformats.org/officeDocument/2006/relationships/image" Target="/ppt/media/image2.jpeg" Id="Reba49dc6afaa47b9" /><Relationship Type="http://schemas.openxmlformats.org/officeDocument/2006/relationships/notesSlide" Target="/ppt/notesSlides/notesSlide11.xml" Id="R37bf3648517d4b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55f405fd804ee9" /><Relationship Type="http://schemas.openxmlformats.org/officeDocument/2006/relationships/image" Target="/ppt/media/image2.jpeg" Id="R615c7ea58b624b58" /><Relationship Type="http://schemas.openxmlformats.org/officeDocument/2006/relationships/notesSlide" Target="/ppt/notesSlides/notesSlide12.xml" Id="R7337558c81214d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c75370bad94b99" /><Relationship Type="http://schemas.openxmlformats.org/officeDocument/2006/relationships/image" Target="/ppt/media/image2.jpeg" Id="R2cbf78038bbf4cc6" /><Relationship Type="http://schemas.openxmlformats.org/officeDocument/2006/relationships/notesSlide" Target="/ppt/notesSlides/notesSlide13.xml" Id="Rb2e8dd1e179d44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3d8d60c1e34060" /><Relationship Type="http://schemas.openxmlformats.org/officeDocument/2006/relationships/image" Target="/ppt/media/image2.jpeg" Id="Ra9c2abdd85b64f67" /><Relationship Type="http://schemas.openxmlformats.org/officeDocument/2006/relationships/notesSlide" Target="/ppt/notesSlides/notesSlide14.xml" Id="R769b4dd6038045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a0f9fab7444e57" /><Relationship Type="http://schemas.openxmlformats.org/officeDocument/2006/relationships/image" Target="/ppt/media/image5.jpeg" Id="R619c344d845a44d2" /><Relationship Type="http://schemas.openxmlformats.org/officeDocument/2006/relationships/notesSlide" Target="/ppt/notesSlides/notesSlide15.xml" Id="Rb3f83bdc52f9456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e7451b2e30454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11.1 不等式的性质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教材印刷页124—126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903bd3797064d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8e51f98784d25">
            <a:extLst>
              <a:ext uri="{96DAC541-7B7A-43D3-8B79-37D633B846F1}">
                <asvg:svgBlip xmlns:asvg="http://schemas.microsoft.com/office/drawing/2016/SVG/main" r:embed="R8e249b5ce1834d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通过阅读、观察或操作，准确说出不等式三条性质、利用性质解简单不等式的含义、表示或基本步骤。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3bd3797064db2">
            <a:extLst>
              <a:ext uri="{96DAC541-7B7A-43D3-8B79-37D633B846F1}">
                <asvg:svgBlip xmlns:asvg="http://schemas.microsoft.com/office/drawing/2016/SVG/main" r:embed="R1a525da5c425408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在Q2—Q4中运用“乘除负数时改变不等号方向”，能用完整语言、式子、图形或图表说明依据。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c698e0f94442e">
            <a:extLst>
              <a:ext uri="{96DAC541-7B7A-43D3-8B79-37D633B846F1}">
                <asvg:svgBlip xmlns:asvg="http://schemas.microsoft.com/office/drawing/2016/SVG/main" r:embed="R7d74dc94a91a4f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在基础与变式练习中运用“乘除负数时改变不等号方向”解决同类问题，并对结果进行检验。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819f5e11a44b1">
            <a:extLst>
              <a:ext uri="{96DAC541-7B7A-43D3-8B79-37D633B846F1}">
                <asvg:svgBlip xmlns:asvg="http://schemas.microsoft.com/office/drawing/2016/SVG/main" r:embed="R546ca9e4e13049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4d46d95db04a1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对应印刷页124—126。先读图、读表或读题，圈出已知和所求。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调用学生已经学习等式性质、数的大小，具备基本观察、计算、作图或整理数据的经验。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聚焦不等式三条性质、利用性质解简单不等式、关键方法，不急于抄结论。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CE06FFD-94D0-413A-955B-2EBDFBD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BCC8F0-26A3-41B8-B517-C31846E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C36E13A-BD7C-4F93-8F7A-17B7813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87ED31-4189-405D-B5AF-4323F85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779FED6-05CE-40D7-BB0D-BE456A11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07D0B1-F2B6-4FBC-9A8B-61B5872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E9A4AAA-55EE-4F98-96FF-6EFE097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28C0B15-595C-4001-9D8B-EDC9992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11D94DA-9ABA-4E1A-9674-03A2446F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93F5DE-0C52-43BD-BB74-672A54DE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B85BBCC-7444-4A0A-AE37-C172DCC8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1EB2D2-38B8-426A-AD88-AA19FAB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7A72BAE-51D7-49F9-86C9-293F9B86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8F9379-5E1E-48A8-9BEE-27E6053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21655FFB-5EEF-4110-8F36-43510881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0993B6-60EB-4E60-9B32-BEBCC6FA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e21cca35f2d48f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旧知回顾：回顾“等式性质”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回顾“等式性质”：写出一条与本课有关的定义、性质或计算规则。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参考要点：正确表述“等式性质”的核心含义，并说明它与“不等式三条性质”的联系。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C32353F-FEB4-4D34-94B4-DACD960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74A3D1E-9349-4A6E-B3B5-A60E5719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511B1100-056F-4FE6-9760-CB099AB0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8B66DD3-5714-437B-B1D6-F601BD1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306B40D-C337-4648-9A68-431E5981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cd7e582ef3b454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阅读教材印刷页124—126，圈出“不等式三条性质、利用性质解简单不等式”，分别用一句话记录它们解决什么问题。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小组探究：围绕“理解性质3并避免方向错误”设计一次观察、操作或推理，记录现象、猜想和验证依据。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围绕“乘除负数时改变不等号方向”说明理由；同伴只追问条件和依据。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641E6B4-79A1-45EA-874B-E1860196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DAA11B4-5EA2-41A5-B608-A802D72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3EA7AAB-B64F-49F7-A66C-75F0641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780623-0881-4206-9A2E-ADADF7F4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4b83fe88fc4ab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概念一：不等式三条性质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不等式三条性质：按教材明确其定义、条件、表示、性质或步骤。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51C287F-926C-471F-AD20-824AEA0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89E020A-C789-46C0-B8B1-1108B64F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DC7BC65E-8BD0-4767-B045-8B38821F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BE98E66-0D45-4535-8354-7F17D7F1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E2CBFF0-64A4-4C17-A094-B726432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6e18333a4b41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概念二：利用性质解简单不等式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利用性质解简单不等式：按教材明确其定义、条件、表示、性质或步骤。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易错提醒：理解性质3并避免方向错误。先审条件，再使用结论。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F90318C-B2BF-4091-9DE6-1A38F622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C5E7EEA-7BE6-433E-8564-E857A144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CC3526A-2574-492A-B452-299BB6F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6403F0-1BB2-40F5-9F1B-6FFDA79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E81ED13-FB3F-4339-A9B6-12AAAB59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281c2a6527b48e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小组探究：围绕“理解性质3并避免方向错误”设计一次观察、操作或推理，记录现象、猜想和验证依据。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参考思路：先明确条件，再围绕“乘除负数时改变不等号方向”形成猜想，最后用定义、计算、图表或反例验证。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A66D94-FC24-468C-9DEB-EFA0F312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AFEB5A-FDCF-41CF-AE53-989ECA59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5E874A03-DA83-491A-B438-A15A408F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68E053-CF12-4A3D-9505-206627A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C1C4F57-F73C-4B09-AE8C-BDC33185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a9e01903074bb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只记“不等式三条性质”的结论，不检查适用条件。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把“乘除负数时改变不等号方向”与相近概念或逆命题混淆。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e78db5137248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教材例题：例题（对应教材11.1例3）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例题（对应教材11.1例3）：由−2x&gt;6求x的范围，并说明不等号为何改变方向。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选用乘除负数时改变不等号方向；3.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教材印刷页124—126：先思考，再对照规范解答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0E74899-FAAC-4D00-B940-490AEBD4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F988139-1192-48AD-B5A0-828952BA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E41BCFC-4274-48E7-A139-0A41848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27E760F-88D6-4024-9EAE-34A1F5A1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ba49dc6afaa47b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选择“乘除负数时改变不等号方向”对应的方法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两边同除以−2，不等号方向改变，得x&lt;−3。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没有先确认“乘除负数时改变不等号方向”的条件，或只写结果不写依据。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E021A80-07D6-434A-8F8E-3238CEB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BDB11E-4CDF-4F1A-BCA4-B35F934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C4896B6C-F59C-4A78-AFCB-F0BB3C7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62EDA27-5F4A-4451-A859-7DD643F3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C3E71C8-1DB0-4A60-975F-0D5279A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15c7ea58b624b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基础辨析：判断“使用‘不等式三条性质’时不需要检查条件，只要结论看起来合理即可”，并说明理由。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变式练习：把Q4的一个条件、数据或表示方式作合理改变，仍用“乘除负数时改变不等号方向”解决，并写出检验。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5A5D3AC-1F9E-4728-9F7E-3C472F6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235ADEE-2535-411D-A9CA-F5D737C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055D0BDD-55E2-4EB0-A1B3-0C2D21F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F513860-C75B-48B9-A922-DFCB644C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bf78038bbf4cc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变式练习：把Q4的一个条件、数据或表示方式作合理改变，仍用“乘除负数时改变不等号方向”解决，并写出检验。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答案不唯一。评价要点：改变后的条件完整；方法仍属于“乘除负数时改变不等号方向”；过程正确；检验与新条件一致。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03A6E4F-5BA7-4AD8-8DA0-37D3575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EF5EE9-6774-4CB8-891C-693627F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801606B-D91C-4526-93E3-52FD89A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5E0C1F-864C-4E7C-B92A-55A8240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9c2abdd85b64f6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纠错：“研究不等式的性质时，只记结论，不必区分条件、过程和依据。”这句话对吗？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当堂检测：若a&gt;b，两边同时加5、同时乘3、同时乘−1后关系怎样？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A6DCD8B-967E-4A60-BAFD-14F966FA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90FB7C-9816-4EB2-B149-4611164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FEEF4D4-E0DA-4FF2-AC06-5ACB21C9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C2E05C8-C7C2-4C1F-B2C6-95374012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19c344d845a44d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小结参考：本课围绕“不等式的性质”，掌握不等式三条性质、利用性质解简单不等式，并能运用乘除负数时改变不等号方向。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基础：完成教材第125—126页练习中的基础题并订正Q5、Q7 提升：当堂检测：若a&gt;b，两边同时加5、同时乘3、同时乘−1后关系怎样？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我能否：①准确表达不等式三条性质；②运用乘除负数时改变不等号方向；③写清依据并检验？选择“会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2B80377-FA1B-4F86-963B-FCA53F78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9B2EF07-A40D-444A-9C6E-0A78E87E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4A173E3C-8049-4708-AA7F-8944C94B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76FB0F-AD79-419B-AC60-6491F7F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2026-08-02T17:50:04.5920000Z</dcterms:created>
  <dcterms:modified xsi:type="dcterms:W3CDTF">2026-08-02T17:50:04.5920000Z</dcterms:modified>
</coreProperties>
</file>