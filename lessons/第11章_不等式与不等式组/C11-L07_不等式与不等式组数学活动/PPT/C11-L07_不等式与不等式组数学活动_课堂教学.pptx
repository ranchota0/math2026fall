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1f9a0d1204ae4" /><Relationship Type="http://schemas.openxmlformats.org/officeDocument/2006/relationships/extended-properties" Target="/docProps/app.xml" Id="R996aa79f5d73420c" /><Relationship Type="http://schemas.openxmlformats.org/officeDocument/2006/relationships/officeDocument" Target="/ppt/presentation.xml" Id="R9fb9e3b29a6c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ab09c488e4ed3"/>
    <p:sldMasterId xmlns:r="http://schemas.openxmlformats.org/officeDocument/2006/relationships" id="2147483660" r:id="Re1eb7239760a4a1e"/>
  </p:sldMasterIdLst>
  <p:notesMasterIdLst>
    <p:notesMasterId xmlns:r="http://schemas.openxmlformats.org/officeDocument/2006/relationships" r:id="R477407a0e7084177"/>
  </p:notesMasterIdLst>
  <p:sldIdLst>
    <p:sldId xmlns:r="http://schemas.openxmlformats.org/officeDocument/2006/relationships" id="256" r:id="Ra8dc3f7b5c984f96"/>
    <p:sldId xmlns:r="http://schemas.openxmlformats.org/officeDocument/2006/relationships" id="257" r:id="Rbcd21c3fb3af4bd3"/>
    <p:sldId xmlns:r="http://schemas.openxmlformats.org/officeDocument/2006/relationships" id="258" r:id="R2c9d35a9b15449a8"/>
    <p:sldId xmlns:r="http://schemas.openxmlformats.org/officeDocument/2006/relationships" id="259" r:id="Rcb35b1aec7e84ea2"/>
    <p:sldId xmlns:r="http://schemas.openxmlformats.org/officeDocument/2006/relationships" id="260" r:id="R35811c10f2a646a5"/>
    <p:sldId xmlns:r="http://schemas.openxmlformats.org/officeDocument/2006/relationships" id="261" r:id="R0da41d572b714c52"/>
    <p:sldId xmlns:r="http://schemas.openxmlformats.org/officeDocument/2006/relationships" id="262" r:id="Rc31f1a044ce34f33"/>
    <p:sldId xmlns:r="http://schemas.openxmlformats.org/officeDocument/2006/relationships" id="263" r:id="R14333d68550f45a0"/>
    <p:sldId xmlns:r="http://schemas.openxmlformats.org/officeDocument/2006/relationships" id="264" r:id="R5d0c5cb5b5254b03"/>
    <p:sldId xmlns:r="http://schemas.openxmlformats.org/officeDocument/2006/relationships" id="265" r:id="R7196c48914574bc5"/>
    <p:sldId xmlns:r="http://schemas.openxmlformats.org/officeDocument/2006/relationships" id="266" r:id="Rcf6a0f8dd12e4b77"/>
    <p:sldId xmlns:r="http://schemas.openxmlformats.org/officeDocument/2006/relationships" id="267" r:id="R730f6f66ce9b4807"/>
    <p:sldId xmlns:r="http://schemas.openxmlformats.org/officeDocument/2006/relationships" id="268" r:id="R9d7a7c2185a74c90"/>
    <p:sldId xmlns:r="http://schemas.openxmlformats.org/officeDocument/2006/relationships" id="269" r:id="Rd2d99f54206c4621"/>
    <p:sldId xmlns:r="http://schemas.openxmlformats.org/officeDocument/2006/relationships" id="270" r:id="R0cb5e97fc38943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ff543448647dd" /><Relationship Type="http://schemas.openxmlformats.org/officeDocument/2006/relationships/slideMaster" Target="/ppt/slideMasters/slideMaster1.xml" Id="Rc4fab09c488e4ed3" /><Relationship Type="http://schemas.openxmlformats.org/officeDocument/2006/relationships/slideMaster" Target="/ppt/slideMasters/slideMaster2.xml" Id="Re1eb7239760a4a1e" /><Relationship Type="http://schemas.openxmlformats.org/officeDocument/2006/relationships/notesMaster" Target="/ppt/notesMasters/notesMaster1.xml" Id="R477407a0e7084177" /><Relationship Type="http://schemas.openxmlformats.org/officeDocument/2006/relationships/presProps" Target="/ppt/presProps.xml" Id="Rc610a17e41354631" /><Relationship Type="http://schemas.openxmlformats.org/officeDocument/2006/relationships/viewProps" Target="/ppt/viewProps.xml" Id="Rd366e37585a64e96" /><Relationship Type="http://schemas.openxmlformats.org/officeDocument/2006/relationships/tableStyles" Target="/ppt/tableStyles.xml" Id="R1bdfcf7512b94f8f" /><Relationship Type="http://schemas.openxmlformats.org/officeDocument/2006/relationships/slide" Target="/ppt/slides/slide1.xml" Id="Ra8dc3f7b5c984f96" /><Relationship Type="http://schemas.openxmlformats.org/officeDocument/2006/relationships/slide" Target="/ppt/slides/slide2.xml" Id="Rbcd21c3fb3af4bd3" /><Relationship Type="http://schemas.openxmlformats.org/officeDocument/2006/relationships/slide" Target="/ppt/slides/slide3.xml" Id="R2c9d35a9b15449a8" /><Relationship Type="http://schemas.openxmlformats.org/officeDocument/2006/relationships/slide" Target="/ppt/slides/slide4.xml" Id="Rcb35b1aec7e84ea2" /><Relationship Type="http://schemas.openxmlformats.org/officeDocument/2006/relationships/slide" Target="/ppt/slides/slide5.xml" Id="R35811c10f2a646a5" /><Relationship Type="http://schemas.openxmlformats.org/officeDocument/2006/relationships/slide" Target="/ppt/slides/slide6.xml" Id="R0da41d572b714c52" /><Relationship Type="http://schemas.openxmlformats.org/officeDocument/2006/relationships/slide" Target="/ppt/slides/slide7.xml" Id="Rc31f1a044ce34f33" /><Relationship Type="http://schemas.openxmlformats.org/officeDocument/2006/relationships/slide" Target="/ppt/slides/slide8.xml" Id="R14333d68550f45a0" /><Relationship Type="http://schemas.openxmlformats.org/officeDocument/2006/relationships/slide" Target="/ppt/slides/slide9.xml" Id="R5d0c5cb5b5254b03" /><Relationship Type="http://schemas.openxmlformats.org/officeDocument/2006/relationships/slide" Target="/ppt/slides/slide10.xml" Id="R7196c48914574bc5" /><Relationship Type="http://schemas.openxmlformats.org/officeDocument/2006/relationships/slide" Target="/ppt/slides/slide11.xml" Id="Rcf6a0f8dd12e4b77" /><Relationship Type="http://schemas.openxmlformats.org/officeDocument/2006/relationships/slide" Target="/ppt/slides/slide12.xml" Id="R730f6f66ce9b4807" /><Relationship Type="http://schemas.openxmlformats.org/officeDocument/2006/relationships/slide" Target="/ppt/slides/slide13.xml" Id="R9d7a7c2185a74c90" /><Relationship Type="http://schemas.openxmlformats.org/officeDocument/2006/relationships/slide" Target="/ppt/slides/slide14.xml" Id="Rd2d99f54206c4621" /><Relationship Type="http://schemas.openxmlformats.org/officeDocument/2006/relationships/slide" Target="/ppt/slides/slide15.xml" Id="R0cb5e97fc38943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3e83fe9e61043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54da33dacb4432" /><Relationship Type="http://schemas.openxmlformats.org/officeDocument/2006/relationships/notesMaster" Target="/ppt/notesMasters/notesMaster1.xml" Id="R9f4d97c8780e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4208fe4a94b08" /><Relationship Type="http://schemas.openxmlformats.org/officeDocument/2006/relationships/notesMaster" Target="/ppt/notesMasters/notesMaster1.xml" Id="Rf36ad466f127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d53dcbaa642a9" /><Relationship Type="http://schemas.openxmlformats.org/officeDocument/2006/relationships/notesMaster" Target="/ppt/notesMasters/notesMaster1.xml" Id="Rcd46d8f193134e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fa07230c74284" /><Relationship Type="http://schemas.openxmlformats.org/officeDocument/2006/relationships/notesMaster" Target="/ppt/notesMasters/notesMaster1.xml" Id="R300c7fdd8d79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f8c6dfff04ff2" /><Relationship Type="http://schemas.openxmlformats.org/officeDocument/2006/relationships/notesMaster" Target="/ppt/notesMasters/notesMaster1.xml" Id="R589d540cdf644c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abb3657c54a1c" /><Relationship Type="http://schemas.openxmlformats.org/officeDocument/2006/relationships/notesMaster" Target="/ppt/notesMasters/notesMaster1.xml" Id="R77c4d0023d90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3519a9b142419d" /><Relationship Type="http://schemas.openxmlformats.org/officeDocument/2006/relationships/notesMaster" Target="/ppt/notesMasters/notesMaster1.xml" Id="R27d7a678259344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7fc82322694e1c" /><Relationship Type="http://schemas.openxmlformats.org/officeDocument/2006/relationships/notesMaster" Target="/ppt/notesMasters/notesMaster1.xml" Id="R05dec6847b9a4e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c9d0a4f09d4ee3" /><Relationship Type="http://schemas.openxmlformats.org/officeDocument/2006/relationships/notesMaster" Target="/ppt/notesMasters/notesMaster1.xml" Id="R182ae16b12744a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69dbf250f54f48" /><Relationship Type="http://schemas.openxmlformats.org/officeDocument/2006/relationships/notesMaster" Target="/ppt/notesMasters/notesMaster1.xml" Id="R94be3aae295a45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374559d7a74877" /><Relationship Type="http://schemas.openxmlformats.org/officeDocument/2006/relationships/notesMaster" Target="/ppt/notesMasters/notesMaster1.xml" Id="R5b29c41c55d045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bb295f6d4646aa" /><Relationship Type="http://schemas.openxmlformats.org/officeDocument/2006/relationships/notesMaster" Target="/ppt/notesMasters/notesMaster1.xml" Id="R439b928077594e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d652a7bd1d4255" /><Relationship Type="http://schemas.openxmlformats.org/officeDocument/2006/relationships/notesMaster" Target="/ppt/notesMasters/notesMaster1.xml" Id="Ra7965c77ae564b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e452e0d662486e" /><Relationship Type="http://schemas.openxmlformats.org/officeDocument/2006/relationships/notesMaster" Target="/ppt/notesMasters/notesMaster1.xml" Id="R51b2db89a9d148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88d9253f3846fb" /><Relationship Type="http://schemas.openxmlformats.org/officeDocument/2006/relationships/notesMaster" Target="/ppt/notesMasters/notesMaster1.xml" Id="Raef8179b785546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从教材印刷页142进入《不等式与不等式组数学活动》。说明本课在第11章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形成第一个核心概念：不等关系探究。要求学生标出对象、条件、表示和作用。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形成第二个核心概念或方法：解集表示。与前一概念对比，避免相近知识混淆。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呈现Q4，保留独立思考时间。题型对应教材印刷页142的例题或典型任务。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7322b56ec41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4d660cfa145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223bc37cd4c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c82a32f8b4e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d662f2c7346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efb843c948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8a1b94b974d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ba6c5177442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c92ef16ac43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d6ccca57a46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0ef75696f444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cade20893841d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0a3689834a4b5f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380df0cb04395" /><Relationship Type="http://schemas.openxmlformats.org/officeDocument/2006/relationships/slideLayout" Target="/ppt/slideLayouts/slideLayout1.xml" Id="Redce596853884043" /><Relationship Type="http://schemas.openxmlformats.org/officeDocument/2006/relationships/slideLayout" Target="/ppt/slideLayouts/slideLayout2.xml" Id="R00c3e854b5924f25" /><Relationship Type="http://schemas.openxmlformats.org/officeDocument/2006/relationships/slideLayout" Target="/ppt/slideLayouts/slideLayout3.xml" Id="Rbbdb9b00e4984429" /><Relationship Type="http://schemas.openxmlformats.org/officeDocument/2006/relationships/slideLayout" Target="/ppt/slideLayouts/slideLayout4.xml" Id="R8ccbf3a47ab74599" /><Relationship Type="http://schemas.openxmlformats.org/officeDocument/2006/relationships/slideLayout" Target="/ppt/slideLayouts/slideLayout5.xml" Id="R05c541b2e99c47c6" /><Relationship Type="http://schemas.openxmlformats.org/officeDocument/2006/relationships/slideLayout" Target="/ppt/slideLayouts/slideLayout6.xml" Id="R06cd0961606e4ba8" /><Relationship Type="http://schemas.openxmlformats.org/officeDocument/2006/relationships/slideLayout" Target="/ppt/slideLayouts/slideLayout7.xml" Id="R89ee3f9ed4554d72" /><Relationship Type="http://schemas.openxmlformats.org/officeDocument/2006/relationships/slideLayout" Target="/ppt/slideLayouts/slideLayout8.xml" Id="R0d239b1382264963" /><Relationship Type="http://schemas.openxmlformats.org/officeDocument/2006/relationships/slideLayout" Target="/ppt/slideLayouts/slideLayout9.xml" Id="Raef6d9d5f50043da" /><Relationship Type="http://schemas.openxmlformats.org/officeDocument/2006/relationships/slideLayout" Target="/ppt/slideLayouts/slideLayout10.xml" Id="Rf180e443ad094501" /><Relationship Type="http://schemas.openxmlformats.org/officeDocument/2006/relationships/slideLayout" Target="/ppt/slideLayouts/slideLayout11.xml" Id="Rebd73c43252a4c5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4fbc5a5fc9f4a8a" /><Relationship Type="http://schemas.openxmlformats.org/officeDocument/2006/relationships/slideLayout" Target="/ppt/slideLayouts/slideLayout12.xml" Id="Rd727d55c246e4bfc" /><Relationship Type="http://schemas.openxmlformats.org/officeDocument/2006/relationships/slideLayout" Target="/ppt/slideLayouts/slideLayout13.xml" Id="R189d503d4928473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e596853884043"/>
    <p:sldLayoutId xmlns:r="http://schemas.openxmlformats.org/officeDocument/2006/relationships" id="2147483650" r:id="R00c3e854b5924f25"/>
    <p:sldLayoutId xmlns:r="http://schemas.openxmlformats.org/officeDocument/2006/relationships" id="2147483651" r:id="Rbbdb9b00e4984429"/>
    <p:sldLayoutId xmlns:r="http://schemas.openxmlformats.org/officeDocument/2006/relationships" id="2147483652" r:id="R8ccbf3a47ab74599"/>
    <p:sldLayoutId xmlns:r="http://schemas.openxmlformats.org/officeDocument/2006/relationships" id="2147483653" r:id="R05c541b2e99c47c6"/>
    <p:sldLayoutId xmlns:r="http://schemas.openxmlformats.org/officeDocument/2006/relationships" id="2147483654" r:id="R06cd0961606e4ba8"/>
    <p:sldLayoutId xmlns:r="http://schemas.openxmlformats.org/officeDocument/2006/relationships" id="2147483655" r:id="R89ee3f9ed4554d72"/>
    <p:sldLayoutId xmlns:r="http://schemas.openxmlformats.org/officeDocument/2006/relationships" id="2147483656" r:id="R0d239b1382264963"/>
    <p:sldLayoutId xmlns:r="http://schemas.openxmlformats.org/officeDocument/2006/relationships" id="2147483657" r:id="Raef6d9d5f50043da"/>
    <p:sldLayoutId xmlns:r="http://schemas.openxmlformats.org/officeDocument/2006/relationships" id="2147483658" r:id="Rf180e443ad094501"/>
    <p:sldLayoutId xmlns:r="http://schemas.openxmlformats.org/officeDocument/2006/relationships" id="2147483659" r:id="Rebd73c43252a4c5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727d55c246e4bfc"/>
    <p:sldLayoutId xmlns:r="http://schemas.openxmlformats.org/officeDocument/2006/relationships" id="2147483662" r:id="R189d503d4928473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21280b84164f99" /><Relationship Type="http://schemas.openxmlformats.org/officeDocument/2006/relationships/image" Target="/ppt/media/image.jpeg" Id="R812aa9d95b3c47bc" /><Relationship Type="http://schemas.openxmlformats.org/officeDocument/2006/relationships/notesSlide" Target="/ppt/notesSlides/notesSlide1.xml" Id="R7ea5d211be3a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a6805f413b4ca1" /><Relationship Type="http://schemas.openxmlformats.org/officeDocument/2006/relationships/image" Target="/ppt/media/image2.jpeg" Id="R1eab1ac6e274486e" /><Relationship Type="http://schemas.openxmlformats.org/officeDocument/2006/relationships/image" Target="/ppt/media/image.svg" Id="R001dbcb61b75476c" /><Relationship Type="http://schemas.openxmlformats.org/officeDocument/2006/relationships/image" Target="/ppt/media/image.jpeg" Id="Rd6c136ffd5524614" /><Relationship Type="http://schemas.openxmlformats.org/officeDocument/2006/relationships/image" Target="/ppt/media/image2.svg" Id="R65ebb19e3d814bb0" /><Relationship Type="http://schemas.openxmlformats.org/officeDocument/2006/relationships/image" Target="/ppt/media/image3.jpeg" Id="R49acf3dfc18648b9" /><Relationship Type="http://schemas.openxmlformats.org/officeDocument/2006/relationships/image" Target="/ppt/media/image3.svg" Id="R8a57dfc5701941e0" /><Relationship Type="http://schemas.openxmlformats.org/officeDocument/2006/relationships/image" Target="/ppt/media/image4.jpeg" Id="Rbdc89e2c2a7f4815" /><Relationship Type="http://schemas.openxmlformats.org/officeDocument/2006/relationships/image" Target="/ppt/media/image4.svg" Id="R00a7350a1f644f26" /><Relationship Type="http://schemas.openxmlformats.org/officeDocument/2006/relationships/notesSlide" Target="/ppt/notesSlides/notesSlide2.xml" Id="R79134d08da1c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c3ed9ea8f94ae3" /><Relationship Type="http://schemas.openxmlformats.org/officeDocument/2006/relationships/image" Target="/ppt/media/image2.jpeg" Id="R6edc194d90b644f2" /><Relationship Type="http://schemas.openxmlformats.org/officeDocument/2006/relationships/notesSlide" Target="/ppt/notesSlides/notesSlide3.xml" Id="Rafaabd8b77f0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889e0d01da48ef" /><Relationship Type="http://schemas.openxmlformats.org/officeDocument/2006/relationships/image" Target="/ppt/media/image2.jpeg" Id="R4ac6fe18c7c74d1d" /><Relationship Type="http://schemas.openxmlformats.org/officeDocument/2006/relationships/notesSlide" Target="/ppt/notesSlides/notesSlide4.xml" Id="R1c157f94ca18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b7ef58452f4648" /><Relationship Type="http://schemas.openxmlformats.org/officeDocument/2006/relationships/image" Target="/ppt/media/image2.jpeg" Id="R3dc7baaf8e1b412f" /><Relationship Type="http://schemas.openxmlformats.org/officeDocument/2006/relationships/notesSlide" Target="/ppt/notesSlides/notesSlide5.xml" Id="R94131f163159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9dab48843945fa" /><Relationship Type="http://schemas.openxmlformats.org/officeDocument/2006/relationships/image" Target="/ppt/media/image2.jpeg" Id="R7ec01c2e1e9f4680" /><Relationship Type="http://schemas.openxmlformats.org/officeDocument/2006/relationships/notesSlide" Target="/ppt/notesSlides/notesSlide6.xml" Id="Re4cb4abb0b4c45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2d201df472461e" /><Relationship Type="http://schemas.openxmlformats.org/officeDocument/2006/relationships/image" Target="/ppt/media/image2.jpeg" Id="R52c63494b67f41e0" /><Relationship Type="http://schemas.openxmlformats.org/officeDocument/2006/relationships/notesSlide" Target="/ppt/notesSlides/notesSlide7.xml" Id="Redb51b4e1dde42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feb19dfe184560" /><Relationship Type="http://schemas.openxmlformats.org/officeDocument/2006/relationships/image" Target="/ppt/media/image2.jpeg" Id="R6b41e30a08d44b9e" /><Relationship Type="http://schemas.openxmlformats.org/officeDocument/2006/relationships/notesSlide" Target="/ppt/notesSlides/notesSlide8.xml" Id="Rcf4c975a52e741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ade9124f004a6b" /><Relationship Type="http://schemas.openxmlformats.org/officeDocument/2006/relationships/image" Target="/ppt/media/image2.jpeg" Id="R9edb9bae233c4656" /><Relationship Type="http://schemas.openxmlformats.org/officeDocument/2006/relationships/notesSlide" Target="/ppt/notesSlides/notesSlide9.xml" Id="R70ef89add62144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5f3e1f16814e5a" /><Relationship Type="http://schemas.openxmlformats.org/officeDocument/2006/relationships/image" Target="/ppt/media/image2.jpeg" Id="R9b8b913bcb994ee0" /><Relationship Type="http://schemas.openxmlformats.org/officeDocument/2006/relationships/notesSlide" Target="/ppt/notesSlides/notesSlide10.xml" Id="Rccbbadd5553446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9fd76ff67804daf" /><Relationship Type="http://schemas.openxmlformats.org/officeDocument/2006/relationships/image" Target="/ppt/media/image2.jpeg" Id="R0770bb1d73524020" /><Relationship Type="http://schemas.openxmlformats.org/officeDocument/2006/relationships/notesSlide" Target="/ppt/notesSlides/notesSlide11.xml" Id="Rc7f20f59cec64b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ecf9dfae0c4046" /><Relationship Type="http://schemas.openxmlformats.org/officeDocument/2006/relationships/image" Target="/ppt/media/image2.jpeg" Id="R49f4a8d73ce44674" /><Relationship Type="http://schemas.openxmlformats.org/officeDocument/2006/relationships/notesSlide" Target="/ppt/notesSlides/notesSlide12.xml" Id="Rb025a16eedaa40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3b800b859a4fa6" /><Relationship Type="http://schemas.openxmlformats.org/officeDocument/2006/relationships/image" Target="/ppt/media/image2.jpeg" Id="R5cf7c9d0aed643f9" /><Relationship Type="http://schemas.openxmlformats.org/officeDocument/2006/relationships/notesSlide" Target="/ppt/notesSlides/notesSlide13.xml" Id="R90bd3e89b92e45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720cf045cc4eee" /><Relationship Type="http://schemas.openxmlformats.org/officeDocument/2006/relationships/image" Target="/ppt/media/image2.jpeg" Id="R25ac8325358a4e71" /><Relationship Type="http://schemas.openxmlformats.org/officeDocument/2006/relationships/notesSlide" Target="/ppt/notesSlides/notesSlide14.xml" Id="Rea2d56c0cd1e44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adaef053874c8e" /><Relationship Type="http://schemas.openxmlformats.org/officeDocument/2006/relationships/image" Target="/ppt/media/image5.jpeg" Id="R6380bc4d8aa847bd" /><Relationship Type="http://schemas.openxmlformats.org/officeDocument/2006/relationships/notesSlide" Target="/ppt/notesSlides/notesSlide15.xml" Id="Rd44f61429e6b4ff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2aa9d95b3c47b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数学活动 不等式与不等式组数学活动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教材印刷页142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ab1ac6e274486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136ffd5524614">
            <a:extLst>
              <a:ext uri="{96DAC541-7B7A-43D3-8B79-37D633B846F1}">
                <asvg:svgBlip xmlns:asvg="http://schemas.microsoft.com/office/drawing/2016/SVG/main" r:embed="R001dbcb61b7547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通过阅读、观察或操作，准确说出不等关系探究、解集表示的含义、表示或基本步骤。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b1ac6e274486e">
            <a:extLst>
              <a:ext uri="{96DAC541-7B7A-43D3-8B79-37D633B846F1}">
                <asvg:svgBlip xmlns:asvg="http://schemas.microsoft.com/office/drawing/2016/SVG/main" r:embed="R65ebb19e3d814b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在Q2—Q4中运用“用不等式模型解释活动结果”，能用完整语言、式子、图形或图表说明依据。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cf3dfc18648b9">
            <a:extLst>
              <a:ext uri="{96DAC541-7B7A-43D3-8B79-37D633B846F1}">
                <asvg:svgBlip xmlns:asvg="http://schemas.microsoft.com/office/drawing/2016/SVG/main" r:embed="R8a57dfc5701941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在基础与变式练习中运用“用不等式模型解释活动结果”解决同类问题，并对结果进行检验。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89e2c2a7f4815">
            <a:extLst>
              <a:ext uri="{96DAC541-7B7A-43D3-8B79-37D633B846F1}">
                <asvg:svgBlip xmlns:asvg="http://schemas.microsoft.com/office/drawing/2016/SVG/main" r:embed="R00a7350a1f644f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dc194d90b644f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对应印刷页142。先读图、读表或读题，圈出已知和所求。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调用学生已经学习第十一章新授内容，具备基本观察、计算、作图或整理数据的经验。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聚焦不等关系探究、解集表示、关键方法，不急于抄结论。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599EFF9-A586-40A4-A731-5DB4607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C7C198-0DEF-4269-89BF-A9AC2D5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F9FEDE6-34FD-4F6B-8478-F76F6C2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41C8C4-50AD-4D4B-B0AD-B4ECCFE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1188A9A-A7D1-4AB1-81F6-3FE919F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7AE484-FEC7-4504-8065-D06B382E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38843D6-3D69-4991-A78A-67D1F57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9AEAF6-5396-427D-8008-787EDD5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F277B5-A269-4D33-80DE-E2FD2AB8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EB75344-C9BC-444E-82C3-85575E8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32FE98D-D38B-4975-ADB5-6F40475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49EFBB3-714B-4ACA-BB56-5E7E7BB4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D9D094-3CE2-45E1-A77B-A3E13B07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5AD805-5877-467B-99EF-EC3DE1F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0FEAAE21-021D-453A-8E71-91EFFE4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634AD0-1E9C-42B4-8E50-21A287AC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ac6fe18c7c74d1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旧知回顾：回顾“第十一章新授内容”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回顾“第十一章新授内容”：写出一条与本课有关的定义、性质或计算规则。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参考要点：正确表述“第十一章新授内容”的核心含义，并说明它与“不等关系探究”的联系。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25BDC7A-663C-4DD8-89D8-8CE5C95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3888FC-961A-4CAB-A484-0B82DA8D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77BB8CC-18C5-461C-A66B-21CB824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AA2EDE-BA5E-46B5-9D1A-9A57529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81EDD14-BB8B-44BB-94C4-36722F59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c7baaf8e1b412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阅读教材印刷页142—142，圈出“不等关系探究、解集表示”，分别用一句话记录它们解决什么问题。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小组探究：围绕“从活动条件归纳变量范围”设计一次观察、操作或推理，记录现象、猜想和验证依据。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围绕“用不等式模型解释活动结果”说明理由；同伴只追问条件和依据。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623B2D2-59B6-4894-BC2D-3D75DEE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3657D1-48C5-476B-990A-63046F43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410CC73-3E01-4EDB-95BB-1E6D07D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24A553-2D39-4B13-972D-426CD0A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c01c2e1e9f468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概念一：不等关系探究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不等关系探究：按教材明确其定义、条件、表示、性质或步骤。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5B311BF-C034-4917-8667-DB0E79F7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FB01DA9-2F50-40B5-A508-17713C6F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1A45542-0507-45A6-B995-D682E51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8B8DE3-524A-4C50-8DFF-4B94ADF1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0154D3-66F9-4CFF-B794-2A5F6202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2c63494b67f41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概念二：解集表示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解集表示：按教材明确其定义、条件、表示、性质或步骤。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易错提醒：从活动条件归纳变量范围。先审条件，再使用结论。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416AD3A-3FFB-4794-9DF8-664AF3A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F3472B-86CA-4425-85E4-52BD4F01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D500CCB-A65A-4986-AD1F-291D4FD1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117506F-4D73-4893-99B2-3F70E49D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CAEA636-92B9-4987-90C9-3D6E474D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41e30a08d44b9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小组探究：围绕“从活动条件归纳变量范围”设计一次观察、操作或推理，记录现象、猜想和验证依据。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参考思路：先明确条件，再围绕“用不等式模型解释活动结果”形成猜想，最后用定义、计算、图表或反例验证。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FFDBC0-94D3-418C-8EFD-40ACD25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43B97A-D92A-4EA1-996B-0744C3B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393F639-40F0-45CB-83A0-15CD5D44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9496EB-DD63-4610-9C86-5666FF0C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F1A16B1-DA6B-4752-B427-8190D3A3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edb9bae233c465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只记“不等关系探究”的结论，不检查适用条件。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把“用不等式模型解释活动结果”与相近概念或逆命题混淆。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8b913bcb994e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教材例题：例题（对应教材第142页数学活动）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例题（对应教材第142页数学活动）：设计一个“不超过预算且至少达到数量”的不等式活动，给出解集。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选用用不等式模型解释活动结果；3.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教材印刷页142：先思考，再对照规范解答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13F525D-BE12-4F44-AA24-1C9D981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3414C4-2252-4D4D-BC27-1434DA40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53065DC-1C35-47AD-872B-2BB2056F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61B7E1-47DB-46AE-A8C0-FEDB64B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70bb1d735240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选择“用不等式模型解释活动结果”对应的方法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示例：每件4元，预算30元且至少买5件，得5≤x≤7.5；整数方案x=5、6、7。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没有先确认“用不等式模型解释活动结果”的条件，或只写结果不写依据。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558D3E-EC9E-419D-8D10-BDB67D5E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3DB4AB-2E53-45DF-BC3E-39193B7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218B5D3-A76A-4964-8510-2E44BFDE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DBC34F-297A-4DE7-9B40-8456B03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8E021C4-3C40-4BAF-91EE-B833FCF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f4a8d73ce4467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基础辨析：判断“使用‘不等关系探究’时不需要检查条件，只要结论看起来合理即可”，并说明理由。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变式练习：把Q4的一个条件、数据或表示方式作合理改变，仍用“用不等式模型解释活动结果”解决，并写出检验。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80BDDF0-BAC1-4AC0-86B9-B053985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DA4916-1582-40B3-9D40-190BE6BF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04796BE-08D0-4653-A9B0-01DC2CC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38AC7D8-D97B-40E9-B781-35E1D6D7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f7c9d0aed643f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变式练习：把Q4的一个条件、数据或表示方式作合理改变，仍用“用不等式模型解释活动结果”解决，并写出检验。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答案不唯一。评价要点：改变后的条件完整；方法仍属于“用不等式模型解释活动结果”；过程正确；检验与新条件一致。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5A512AD-8545-4694-A3AA-0E18C658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EB7484-2EE2-49BB-8CB3-9E3A119D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0D8853F-109F-4F58-B3DD-93879136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1D62A98-C7A3-411A-AC18-843D691B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5ac8325358a4e7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纠错：“研究不等式与不等式组数学活动时，只记结论，不必区分条件、过程和依据。”这句话对吗？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当堂检测：活动中怎样验证整数方案没有遗漏？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848A5E-8EFF-4365-AB0B-1F2B21B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7BEF950-879F-432B-A6FE-BA5FE81A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9E8813E-4B18-4405-B55F-5EFAB61D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D8D647-44DA-48C2-A9A6-802562A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380bc4d8aa847b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小结参考：本课围绕“不等式与不等式组数学活动”，掌握不等关系探究、解集表示，并能运用用不等式模型解释活动结果。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基础：完成活动记录与展示中的基础题并订正Q5、Q7 提升：当堂检测：活动中怎样验证整数方案没有遗漏？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我能否：①准确表达不等关系探究；②运用用不等式模型解释活动结果；③写清依据并检验？选择“会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F189413-F92F-450E-807F-5AE8EFD6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98311F-17AE-4DA1-9047-F1F3B286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7D7245E-69AA-4731-8100-6196864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3CB69D-C5B3-42FF-980D-CCEA618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2026-08-02T17:50:08.6430000Z</dcterms:created>
  <dcterms:modified xsi:type="dcterms:W3CDTF">2026-08-02T17:50:08.6430000Z</dcterms:modified>
</coreProperties>
</file>