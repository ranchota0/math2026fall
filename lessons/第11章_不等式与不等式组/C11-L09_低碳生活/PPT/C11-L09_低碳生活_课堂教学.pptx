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0440cba8954ed1" /><Relationship Type="http://schemas.openxmlformats.org/officeDocument/2006/relationships/extended-properties" Target="/docProps/app.xml" Id="R3fd7b2c6bd8d45a7" /><Relationship Type="http://schemas.openxmlformats.org/officeDocument/2006/relationships/officeDocument" Target="/ppt/presentation.xml" Id="Rbdd97cd454ea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692a24426d4253"/>
    <p:sldMasterId xmlns:r="http://schemas.openxmlformats.org/officeDocument/2006/relationships" id="2147483660" r:id="Rcc13eb70fef14297"/>
  </p:sldMasterIdLst>
  <p:notesMasterIdLst>
    <p:notesMasterId xmlns:r="http://schemas.openxmlformats.org/officeDocument/2006/relationships" r:id="Rde5f70ad23af4a4f"/>
  </p:notesMasterIdLst>
  <p:sldIdLst>
    <p:sldId xmlns:r="http://schemas.openxmlformats.org/officeDocument/2006/relationships" id="256" r:id="R37149c1d16be4020"/>
    <p:sldId xmlns:r="http://schemas.openxmlformats.org/officeDocument/2006/relationships" id="257" r:id="Rbd174b0e95514a9c"/>
    <p:sldId xmlns:r="http://schemas.openxmlformats.org/officeDocument/2006/relationships" id="258" r:id="R3d586ce9665e46c3"/>
    <p:sldId xmlns:r="http://schemas.openxmlformats.org/officeDocument/2006/relationships" id="259" r:id="R5019c23ce9184928"/>
    <p:sldId xmlns:r="http://schemas.openxmlformats.org/officeDocument/2006/relationships" id="260" r:id="R5e94db7dca274b84"/>
    <p:sldId xmlns:r="http://schemas.openxmlformats.org/officeDocument/2006/relationships" id="261" r:id="R425e4eeca3424968"/>
    <p:sldId xmlns:r="http://schemas.openxmlformats.org/officeDocument/2006/relationships" id="262" r:id="R3f81ba84653d4c52"/>
    <p:sldId xmlns:r="http://schemas.openxmlformats.org/officeDocument/2006/relationships" id="263" r:id="R62a3052662ef42a8"/>
    <p:sldId xmlns:r="http://schemas.openxmlformats.org/officeDocument/2006/relationships" id="264" r:id="Rba8b6b4dc8934f78"/>
    <p:sldId xmlns:r="http://schemas.openxmlformats.org/officeDocument/2006/relationships" id="265" r:id="R67111aa95c19497f"/>
    <p:sldId xmlns:r="http://schemas.openxmlformats.org/officeDocument/2006/relationships" id="266" r:id="R307bbfa54da5467b"/>
    <p:sldId xmlns:r="http://schemas.openxmlformats.org/officeDocument/2006/relationships" id="267" r:id="Rb9957276f93e4970"/>
    <p:sldId xmlns:r="http://schemas.openxmlformats.org/officeDocument/2006/relationships" id="268" r:id="R2adbaef82d51411b"/>
    <p:sldId xmlns:r="http://schemas.openxmlformats.org/officeDocument/2006/relationships" id="269" r:id="R30060929192148b3"/>
    <p:sldId xmlns:r="http://schemas.openxmlformats.org/officeDocument/2006/relationships" id="270" r:id="R43fa9b4538d941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235452c708493b" /><Relationship Type="http://schemas.openxmlformats.org/officeDocument/2006/relationships/slideMaster" Target="/ppt/slideMasters/slideMaster1.xml" Id="R9d692a24426d4253" /><Relationship Type="http://schemas.openxmlformats.org/officeDocument/2006/relationships/slideMaster" Target="/ppt/slideMasters/slideMaster2.xml" Id="Rcc13eb70fef14297" /><Relationship Type="http://schemas.openxmlformats.org/officeDocument/2006/relationships/notesMaster" Target="/ppt/notesMasters/notesMaster1.xml" Id="Rde5f70ad23af4a4f" /><Relationship Type="http://schemas.openxmlformats.org/officeDocument/2006/relationships/presProps" Target="/ppt/presProps.xml" Id="R2a85cf879b434d32" /><Relationship Type="http://schemas.openxmlformats.org/officeDocument/2006/relationships/viewProps" Target="/ppt/viewProps.xml" Id="Re2b942572fd043d7" /><Relationship Type="http://schemas.openxmlformats.org/officeDocument/2006/relationships/tableStyles" Target="/ppt/tableStyles.xml" Id="Ra1acb14837a64f00" /><Relationship Type="http://schemas.openxmlformats.org/officeDocument/2006/relationships/slide" Target="/ppt/slides/slide1.xml" Id="R37149c1d16be4020" /><Relationship Type="http://schemas.openxmlformats.org/officeDocument/2006/relationships/slide" Target="/ppt/slides/slide2.xml" Id="Rbd174b0e95514a9c" /><Relationship Type="http://schemas.openxmlformats.org/officeDocument/2006/relationships/slide" Target="/ppt/slides/slide3.xml" Id="R3d586ce9665e46c3" /><Relationship Type="http://schemas.openxmlformats.org/officeDocument/2006/relationships/slide" Target="/ppt/slides/slide4.xml" Id="R5019c23ce9184928" /><Relationship Type="http://schemas.openxmlformats.org/officeDocument/2006/relationships/slide" Target="/ppt/slides/slide5.xml" Id="R5e94db7dca274b84" /><Relationship Type="http://schemas.openxmlformats.org/officeDocument/2006/relationships/slide" Target="/ppt/slides/slide6.xml" Id="R425e4eeca3424968" /><Relationship Type="http://schemas.openxmlformats.org/officeDocument/2006/relationships/slide" Target="/ppt/slides/slide7.xml" Id="R3f81ba84653d4c52" /><Relationship Type="http://schemas.openxmlformats.org/officeDocument/2006/relationships/slide" Target="/ppt/slides/slide8.xml" Id="R62a3052662ef42a8" /><Relationship Type="http://schemas.openxmlformats.org/officeDocument/2006/relationships/slide" Target="/ppt/slides/slide9.xml" Id="Rba8b6b4dc8934f78" /><Relationship Type="http://schemas.openxmlformats.org/officeDocument/2006/relationships/slide" Target="/ppt/slides/slide10.xml" Id="R67111aa95c19497f" /><Relationship Type="http://schemas.openxmlformats.org/officeDocument/2006/relationships/slide" Target="/ppt/slides/slide11.xml" Id="R307bbfa54da5467b" /><Relationship Type="http://schemas.openxmlformats.org/officeDocument/2006/relationships/slide" Target="/ppt/slides/slide12.xml" Id="Rb9957276f93e4970" /><Relationship Type="http://schemas.openxmlformats.org/officeDocument/2006/relationships/slide" Target="/ppt/slides/slide13.xml" Id="R2adbaef82d51411b" /><Relationship Type="http://schemas.openxmlformats.org/officeDocument/2006/relationships/slide" Target="/ppt/slides/slide14.xml" Id="R30060929192148b3" /><Relationship Type="http://schemas.openxmlformats.org/officeDocument/2006/relationships/slide" Target="/ppt/slides/slide15.xml" Id="R43fa9b4538d9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b5ff205041444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aecd42b3da4bb5" /><Relationship Type="http://schemas.openxmlformats.org/officeDocument/2006/relationships/notesMaster" Target="/ppt/notesMasters/notesMaster1.xml" Id="Rb1c03885eddb46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8019874c74c79" /><Relationship Type="http://schemas.openxmlformats.org/officeDocument/2006/relationships/notesMaster" Target="/ppt/notesMasters/notesMaster1.xml" Id="Reeb058428efb46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a8d24709934370" /><Relationship Type="http://schemas.openxmlformats.org/officeDocument/2006/relationships/notesMaster" Target="/ppt/notesMasters/notesMaster1.xml" Id="R22d6bd7cfa9a45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ef2a6bb63742ea" /><Relationship Type="http://schemas.openxmlformats.org/officeDocument/2006/relationships/notesMaster" Target="/ppt/notesMasters/notesMaster1.xml" Id="R5be334b9e86b40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8ac7ab10474928" /><Relationship Type="http://schemas.openxmlformats.org/officeDocument/2006/relationships/notesMaster" Target="/ppt/notesMasters/notesMaster1.xml" Id="R5d46e6602ec44f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cc3a8b78d4f66" /><Relationship Type="http://schemas.openxmlformats.org/officeDocument/2006/relationships/notesMaster" Target="/ppt/notesMasters/notesMaster1.xml" Id="Re20796fc8b8243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33b0edd75c44c1" /><Relationship Type="http://schemas.openxmlformats.org/officeDocument/2006/relationships/notesMaster" Target="/ppt/notesMasters/notesMaster1.xml" Id="R58acd2e881254c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f3ee6888d54d14" /><Relationship Type="http://schemas.openxmlformats.org/officeDocument/2006/relationships/notesMaster" Target="/ppt/notesMasters/notesMaster1.xml" Id="R475655d57d5141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07e85634b8455e" /><Relationship Type="http://schemas.openxmlformats.org/officeDocument/2006/relationships/notesMaster" Target="/ppt/notesMasters/notesMaster1.xml" Id="R59a74116162348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528cb05a9b468e" /><Relationship Type="http://schemas.openxmlformats.org/officeDocument/2006/relationships/notesMaster" Target="/ppt/notesMasters/notesMaster1.xml" Id="R69bc5ef140ad4d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57fa4881a14725" /><Relationship Type="http://schemas.openxmlformats.org/officeDocument/2006/relationships/notesMaster" Target="/ppt/notesMasters/notesMaster1.xml" Id="Re9a9a6d877f44d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879ce05ac349f4" /><Relationship Type="http://schemas.openxmlformats.org/officeDocument/2006/relationships/notesMaster" Target="/ppt/notesMasters/notesMaster1.xml" Id="Rd3fb8e2143cc42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6e227cdca347bf" /><Relationship Type="http://schemas.openxmlformats.org/officeDocument/2006/relationships/notesMaster" Target="/ppt/notesMasters/notesMaster1.xml" Id="R9336e4c032934f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1f9b6cf5d942b1" /><Relationship Type="http://schemas.openxmlformats.org/officeDocument/2006/relationships/notesMaster" Target="/ppt/notesMasters/notesMaster1.xml" Id="R2173b77dbd664b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ed3efdc84d4834" /><Relationship Type="http://schemas.openxmlformats.org/officeDocument/2006/relationships/notesMaster" Target="/ppt/notesMasters/notesMaster1.xml" Id="R2ec7da00cd73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从教材印刷页146—149进入《低碳生活》。说明本课在第11章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人教版《义务教育教科书·数学七年级下册》，印刷页146—149。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形成第一个核心概念：数据收集。要求学生标出对象、条件、表示和作用。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形成第二个核心概念或方法：碳足迹计算。与前一概念对比，避免相近知识混淆。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呈现Q4，保留独立思考时间。题型对应教材印刷页146—149的例题或典型任务。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人教版《义务教育教科书·数学七年级下册》，印刷页146—149。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1f67e412f40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315d1308a4e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709dbbed542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04c83ca984f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79ac35b8d40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e6d639cc14f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eabbc0ab443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3f0fcba7340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fbd83a19148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215ed9aa04b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1f01acdc94f1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c2757b649b46a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0bf67a08d44a6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6bf6fbbcb2450d" /><Relationship Type="http://schemas.openxmlformats.org/officeDocument/2006/relationships/slideLayout" Target="/ppt/slideLayouts/slideLayout1.xml" Id="Rdbc6228cd6b74a88" /><Relationship Type="http://schemas.openxmlformats.org/officeDocument/2006/relationships/slideLayout" Target="/ppt/slideLayouts/slideLayout2.xml" Id="R51190f65cdc7481f" /><Relationship Type="http://schemas.openxmlformats.org/officeDocument/2006/relationships/slideLayout" Target="/ppt/slideLayouts/slideLayout3.xml" Id="Rb31b3cb642794ab4" /><Relationship Type="http://schemas.openxmlformats.org/officeDocument/2006/relationships/slideLayout" Target="/ppt/slideLayouts/slideLayout4.xml" Id="Rc968608fb9fd487f" /><Relationship Type="http://schemas.openxmlformats.org/officeDocument/2006/relationships/slideLayout" Target="/ppt/slideLayouts/slideLayout5.xml" Id="R2ca808d4f79f47e2" /><Relationship Type="http://schemas.openxmlformats.org/officeDocument/2006/relationships/slideLayout" Target="/ppt/slideLayouts/slideLayout6.xml" Id="R46f9728c67e14a51" /><Relationship Type="http://schemas.openxmlformats.org/officeDocument/2006/relationships/slideLayout" Target="/ppt/slideLayouts/slideLayout7.xml" Id="R1c0e94d917f74869" /><Relationship Type="http://schemas.openxmlformats.org/officeDocument/2006/relationships/slideLayout" Target="/ppt/slideLayouts/slideLayout8.xml" Id="R9dd9509ac85d4831" /><Relationship Type="http://schemas.openxmlformats.org/officeDocument/2006/relationships/slideLayout" Target="/ppt/slideLayouts/slideLayout9.xml" Id="R6f135019a7a14803" /><Relationship Type="http://schemas.openxmlformats.org/officeDocument/2006/relationships/slideLayout" Target="/ppt/slideLayouts/slideLayout10.xml" Id="Rfb2c1436abf24fea" /><Relationship Type="http://schemas.openxmlformats.org/officeDocument/2006/relationships/slideLayout" Target="/ppt/slideLayouts/slideLayout11.xml" Id="R619855e566ee42b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935f8699be64d38" /><Relationship Type="http://schemas.openxmlformats.org/officeDocument/2006/relationships/slideLayout" Target="/ppt/slideLayouts/slideLayout12.xml" Id="Rd37741d10b664552" /><Relationship Type="http://schemas.openxmlformats.org/officeDocument/2006/relationships/slideLayout" Target="/ppt/slideLayouts/slideLayout13.xml" Id="Re81978c224df4a5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6228cd6b74a88"/>
    <p:sldLayoutId xmlns:r="http://schemas.openxmlformats.org/officeDocument/2006/relationships" id="2147483650" r:id="R51190f65cdc7481f"/>
    <p:sldLayoutId xmlns:r="http://schemas.openxmlformats.org/officeDocument/2006/relationships" id="2147483651" r:id="Rb31b3cb642794ab4"/>
    <p:sldLayoutId xmlns:r="http://schemas.openxmlformats.org/officeDocument/2006/relationships" id="2147483652" r:id="Rc968608fb9fd487f"/>
    <p:sldLayoutId xmlns:r="http://schemas.openxmlformats.org/officeDocument/2006/relationships" id="2147483653" r:id="R2ca808d4f79f47e2"/>
    <p:sldLayoutId xmlns:r="http://schemas.openxmlformats.org/officeDocument/2006/relationships" id="2147483654" r:id="R46f9728c67e14a51"/>
    <p:sldLayoutId xmlns:r="http://schemas.openxmlformats.org/officeDocument/2006/relationships" id="2147483655" r:id="R1c0e94d917f74869"/>
    <p:sldLayoutId xmlns:r="http://schemas.openxmlformats.org/officeDocument/2006/relationships" id="2147483656" r:id="R9dd9509ac85d4831"/>
    <p:sldLayoutId xmlns:r="http://schemas.openxmlformats.org/officeDocument/2006/relationships" id="2147483657" r:id="R6f135019a7a14803"/>
    <p:sldLayoutId xmlns:r="http://schemas.openxmlformats.org/officeDocument/2006/relationships" id="2147483658" r:id="Rfb2c1436abf24fea"/>
    <p:sldLayoutId xmlns:r="http://schemas.openxmlformats.org/officeDocument/2006/relationships" id="2147483659" r:id="R619855e566ee42b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37741d10b664552"/>
    <p:sldLayoutId xmlns:r="http://schemas.openxmlformats.org/officeDocument/2006/relationships" id="2147483662" r:id="Re81978c224df4a5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ed58113f4542dd" /><Relationship Type="http://schemas.openxmlformats.org/officeDocument/2006/relationships/image" Target="/ppt/media/image.jpeg" Id="R7a48f8c4eb9443f6" /><Relationship Type="http://schemas.openxmlformats.org/officeDocument/2006/relationships/notesSlide" Target="/ppt/notesSlides/notesSlide1.xml" Id="R1a41d687fc86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390f73e1be4d52" /><Relationship Type="http://schemas.openxmlformats.org/officeDocument/2006/relationships/image" Target="/ppt/media/image2.jpeg" Id="R0e3f260feeec4170" /><Relationship Type="http://schemas.openxmlformats.org/officeDocument/2006/relationships/image" Target="/ppt/media/image.svg" Id="Rc415d1e5d74c432d" /><Relationship Type="http://schemas.openxmlformats.org/officeDocument/2006/relationships/image" Target="/ppt/media/image.jpeg" Id="R3d6839e8763e4073" /><Relationship Type="http://schemas.openxmlformats.org/officeDocument/2006/relationships/image" Target="/ppt/media/image2.svg" Id="Rf90ae92cd9d64ac5" /><Relationship Type="http://schemas.openxmlformats.org/officeDocument/2006/relationships/image" Target="/ppt/media/image3.jpeg" Id="R0bcff83b9f3841e6" /><Relationship Type="http://schemas.openxmlformats.org/officeDocument/2006/relationships/image" Target="/ppt/media/image3.svg" Id="R8f69014b6c99477c" /><Relationship Type="http://schemas.openxmlformats.org/officeDocument/2006/relationships/image" Target="/ppt/media/image4.jpeg" Id="Ra9f02242dc364b35" /><Relationship Type="http://schemas.openxmlformats.org/officeDocument/2006/relationships/image" Target="/ppt/media/image4.svg" Id="R09d05e62e14c49fa" /><Relationship Type="http://schemas.openxmlformats.org/officeDocument/2006/relationships/notesSlide" Target="/ppt/notesSlides/notesSlide2.xml" Id="R492ca9d24c164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92a44fba2743e8" /><Relationship Type="http://schemas.openxmlformats.org/officeDocument/2006/relationships/image" Target="/ppt/media/image2.jpeg" Id="R9b1eaa8922cc43fd" /><Relationship Type="http://schemas.openxmlformats.org/officeDocument/2006/relationships/notesSlide" Target="/ppt/notesSlides/notesSlide3.xml" Id="R750eb9ebcce549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11831fa793414f" /><Relationship Type="http://schemas.openxmlformats.org/officeDocument/2006/relationships/image" Target="/ppt/media/image2.jpeg" Id="R007cfca82fdc43d9" /><Relationship Type="http://schemas.openxmlformats.org/officeDocument/2006/relationships/notesSlide" Target="/ppt/notesSlides/notesSlide4.xml" Id="Rd78a7238dedf4a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df26b686b44aa7" /><Relationship Type="http://schemas.openxmlformats.org/officeDocument/2006/relationships/image" Target="/ppt/media/image2.jpeg" Id="R292023e1f9b14c38" /><Relationship Type="http://schemas.openxmlformats.org/officeDocument/2006/relationships/notesSlide" Target="/ppt/notesSlides/notesSlide5.xml" Id="Rc5b3480dd3b2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dc16a3a97d4f58" /><Relationship Type="http://schemas.openxmlformats.org/officeDocument/2006/relationships/image" Target="/ppt/media/image2.jpeg" Id="R59481a18d02b4acd" /><Relationship Type="http://schemas.openxmlformats.org/officeDocument/2006/relationships/notesSlide" Target="/ppt/notesSlides/notesSlide6.xml" Id="R5740f7a95f1b45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4b2914dcd4453b" /><Relationship Type="http://schemas.openxmlformats.org/officeDocument/2006/relationships/image" Target="/ppt/media/image2.jpeg" Id="R79c3a57b1f784672" /><Relationship Type="http://schemas.openxmlformats.org/officeDocument/2006/relationships/notesSlide" Target="/ppt/notesSlides/notesSlide7.xml" Id="R1b0488811e6d46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e9170133a8470a" /><Relationship Type="http://schemas.openxmlformats.org/officeDocument/2006/relationships/image" Target="/ppt/media/image2.jpeg" Id="R4211dbd6d4a84c98" /><Relationship Type="http://schemas.openxmlformats.org/officeDocument/2006/relationships/notesSlide" Target="/ppt/notesSlides/notesSlide8.xml" Id="Rd31c13ed687146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f9a8a9b05c840f7" /><Relationship Type="http://schemas.openxmlformats.org/officeDocument/2006/relationships/image" Target="/ppt/media/image2.jpeg" Id="R82cf0fa2d1db4c02" /><Relationship Type="http://schemas.openxmlformats.org/officeDocument/2006/relationships/notesSlide" Target="/ppt/notesSlides/notesSlide9.xml" Id="R113f92be58ed4b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d56816e36f4bf3" /><Relationship Type="http://schemas.openxmlformats.org/officeDocument/2006/relationships/image" Target="/ppt/media/image2.jpeg" Id="Rf450911ac0c043c9" /><Relationship Type="http://schemas.openxmlformats.org/officeDocument/2006/relationships/notesSlide" Target="/ppt/notesSlides/notesSlide10.xml" Id="Rb8ebeee8640e47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e60ae89cb74c18" /><Relationship Type="http://schemas.openxmlformats.org/officeDocument/2006/relationships/image" Target="/ppt/media/image2.jpeg" Id="R26f5fbab63c54e29" /><Relationship Type="http://schemas.openxmlformats.org/officeDocument/2006/relationships/notesSlide" Target="/ppt/notesSlides/notesSlide11.xml" Id="Rb86e3986f9d443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2ba19c79094aaf" /><Relationship Type="http://schemas.openxmlformats.org/officeDocument/2006/relationships/image" Target="/ppt/media/image2.jpeg" Id="R71b5d37af342440c" /><Relationship Type="http://schemas.openxmlformats.org/officeDocument/2006/relationships/notesSlide" Target="/ppt/notesSlides/notesSlide12.xml" Id="Rf57cec304edb42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8b38c0ca5748fa" /><Relationship Type="http://schemas.openxmlformats.org/officeDocument/2006/relationships/image" Target="/ppt/media/image2.jpeg" Id="Rfa2549760fdf450c" /><Relationship Type="http://schemas.openxmlformats.org/officeDocument/2006/relationships/notesSlide" Target="/ppt/notesSlides/notesSlide13.xml" Id="R2c84a9bd0fea44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4746edcc8944ba" /><Relationship Type="http://schemas.openxmlformats.org/officeDocument/2006/relationships/image" Target="/ppt/media/image2.jpeg" Id="Rfdf11b2a7441475e" /><Relationship Type="http://schemas.openxmlformats.org/officeDocument/2006/relationships/notesSlide" Target="/ppt/notesSlides/notesSlide14.xml" Id="R22e1308d0d8a46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7c736a4ca84c07" /><Relationship Type="http://schemas.openxmlformats.org/officeDocument/2006/relationships/image" Target="/ppt/media/image5.jpeg" Id="R0eae25fb4a8148eb" /><Relationship Type="http://schemas.openxmlformats.org/officeDocument/2006/relationships/notesSlide" Target="/ppt/notesSlides/notesSlide15.xml" Id="R7c4a5087ea98475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a48f8c4eb9443f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综合与实践 低碳生活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教材印刷页146—149 · 综合实践课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3f260feeec417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839e8763e4073">
            <a:extLst>
              <a:ext uri="{96DAC541-7B7A-43D3-8B79-37D633B846F1}">
                <asvg:svgBlip xmlns:asvg="http://schemas.microsoft.com/office/drawing/2016/SVG/main" r:embed="Rc415d1e5d74c43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通过阅读、观察或操作，准确说出数据收集、碳足迹计算、不等式决策、合作研究的含义、表示或基本步骤。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f260feeec4170">
            <a:extLst>
              <a:ext uri="{96DAC541-7B7A-43D3-8B79-37D633B846F1}">
                <asvg:svgBlip xmlns:asvg="http://schemas.microsoft.com/office/drawing/2016/SVG/main" r:embed="Rf90ae92cd9d64a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在Q2—Q4中运用“把低碳目标转化为可计算方案”，能用完整语言、式子、图形或图表说明依据。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ff83b9f3841e6">
            <a:extLst>
              <a:ext uri="{96DAC541-7B7A-43D3-8B79-37D633B846F1}">
                <asvg:svgBlip xmlns:asvg="http://schemas.microsoft.com/office/drawing/2016/SVG/main" r:embed="R8f69014b6c9947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在基础与变式练习中运用“把低碳目标转化为可计算方案”解决同类问题，并对结果进行检验。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02242dc364b35">
            <a:extLst>
              <a:ext uri="{96DAC541-7B7A-43D3-8B79-37D633B846F1}">
                <asvg:svgBlip xmlns:asvg="http://schemas.microsoft.com/office/drawing/2016/SVG/main" r:embed="R09d05e62e14c49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b1eaa8922cc43f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对应印刷页146—149。先读图、读表或读题，圈出已知和所求。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调用学生已经学习不等式与不等式组、百分数与统计表，具备基本观察、计算、作图或整理数据的经验。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聚焦数据收集、碳足迹计算、不等式决策、合作研究，不急于抄结论。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FA73CDA-F73A-45DF-8CE5-DD46BEBC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A6DEE9-45DE-4CC5-B06A-041638A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EDADAAA-EC15-49ED-9C41-31BCB96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48A271-D29D-4490-8BA8-E56051D9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753A800-CDD6-46B6-9DB7-DF976DDB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6FC1842-6A7C-41A2-8183-7BB8600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A2B17CB-FBBD-491E-B8E4-C69906C8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86758F-7108-4842-A304-74D414A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0F29A66-B0A3-4F74-B3AA-9EB6DE2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C35AD55-FBA7-4354-A680-4B6E025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44DB426-857F-4D27-89D1-7CC6513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185C1B-824F-4057-9CE2-DF56E34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70EB57A-F8C9-4B45-A2BD-3C3A62CE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54C819-BCC9-4E32-A997-2E12176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A898DF1-9BF4-482B-94D1-028C06E4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D6D135-D510-435B-802A-4E880BC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7cfca82fdc43d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旧知回顾：回顾“不等式与不等式组”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回顾“不等式与不等式组”：写出一条与本课有关的定义、性质或计算规则。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参考要点：正确表述“不等式与不等式组”的核心含义，并说明它与“数据收集”的联系。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2B0CE90-7BBA-44B9-8C86-ACCEF269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C0B931-1FBE-4CB0-A9DB-A1A82E4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D4F5E267-0C52-4671-86B8-BCE2031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0DA7B84-6B21-4318-B5E6-7596B4C9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BB005F4-D13C-41A8-95B5-ADF00B94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2023e1f9b14c3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阅读教材印刷页146—149，圈出“数据收集、碳足迹计算、不等式决策、合作研究”，分别用一句话记录它们解决什么问题。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小组探究：围绕“数据来源、单位统一和方案评价”设计一次观察、操作或推理，记录现象、猜想和验证依据。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围绕“把低碳目标转化为可计算方案”说明理由；同伴只追问条件和依据。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22BE7D-D553-46EC-B312-D5D0E5F6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8AC5A2-C587-4DD4-A677-4E31BDE5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0E658D31-19E4-43B7-8EE2-6AB80C6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6811AA-FA54-4FD6-AA70-07444873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9481a18d02b4ac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概念一：数据收集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数据收集：按教材明确其定义、条件、表示、性质或步骤。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2CD60FE-39E3-432D-854A-BF2FF5A6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972F37D-507E-48B0-90E3-8C6F3C8B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BFF3986-9632-4972-B6F4-4A2AB7B5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5C9EF3-6044-43D6-83ED-769B437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88E5DFD-FA3B-4554-A7B0-7C9C1E3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9c3a57b1f78467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概念二：碳足迹计算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碳足迹计算：按教材明确其定义、条件、表示、性质或步骤。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易错提醒：数据来源、单位统一和方案评价。先审条件，再使用结论。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09E2F6-8566-45FC-9E5B-4ECFB16C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881AA60-77FE-4DE7-A081-1DE3073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841CF59-098D-424C-97AA-44C98A0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7AAC40-B9F6-4334-96E7-ADB08146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F6A7AF-967E-4AA2-9461-F47E34B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211dbd6d4a84c9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小组探究：围绕“数据来源、单位统一和方案评价”设计一次观察、操作或推理，记录现象、猜想和验证依据。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参考思路：先明确条件，再围绕“把低碳目标转化为可计算方案”形成猜想，最后用定义、计算、图表或反例验证。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9D49DDE-5689-4125-BBE5-9E2CD51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1FDC4E4-0943-4338-AC40-5F796A5D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59748643-45B4-4014-8B1A-10A1611C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F638EB-996A-40CF-B6E5-C7B24257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E8D674-0735-4175-94E1-D352FC1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cf0fa2d1db4c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只记“数据收集”的结论，不检查适用条件。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把“把低碳目标转化为可计算方案”与相近概念或逆命题混淆。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50911ac0c043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教材例题：例题（对应综合与实践“低碳生活”）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例题（对应综合与实践“低碳生活”）：某家庭拟把月用电量从260 kWh降至不超过220 kWh，至少需减少多少？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选用把低碳目标转化为可计算方案；3.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教材印刷页146—149：先思考，再对照规范解答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F0B2AF0-2BD4-4A84-B64F-1A963DBD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AE9AF4-E458-46C0-AA8C-77C267C4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2532E2F-959B-404D-835D-2E999744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55F4C8D-BE4B-4B6F-85C0-D34EFA0E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6f5fbab63c54e2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选择“把低碳目标转化为可计算方案”对应的方法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设减少x kWh，260−x≤220，得x≥40，至少减少40 kWh。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没有先确认“把低碳目标转化为可计算方案”的条件，或只写结果不写依据。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CD8B432-4915-482A-8694-372C5F60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85E083-6079-4FD3-81CC-64220A4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1208F5F-7EDD-48CE-9F15-9BF55BC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B96ED93-0475-4AE4-9236-8685F978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413C1C3-3EBE-4EE3-A81D-15807D0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b5d37af34244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基础辨析：判断“使用‘数据收集’时不需要检查条件，只要结论看起来合理即可”，并说明理由。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变式练习：把Q4的一个条件、数据或表示方式作合理改变，仍用“把低碳目标转化为可计算方案”解决，并写出检验。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C03D4FE-2F18-4045-97AB-32930A68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680277-90CB-4E1F-B25C-A525DFA0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7379881-A1DC-4182-9F97-2B15EFB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0ED580-AF2D-4B5C-A300-702B57E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2549760fdf45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变式练习：把Q4的一个条件、数据或表示方式作合理改变，仍用“把低碳目标转化为可计算方案”解决，并写出检验。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答案不唯一。评价要点：改变后的条件完整；方法仍属于“把低碳目标转化为可计算方案”；过程正确；检验与新条件一致。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C92A190-9FCE-401E-9CC8-A079987D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E28FE1-43C6-4865-836B-EF2C5FD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1F5C165-9977-4C8B-B6ED-118371A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297A47-0526-4DE1-A395-03C94454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f11b2a7441475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纠错：“研究低碳生活时，只记结论，不必区分条件、过程和依据。”这句话对吗？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当堂检测：低碳方案评价除计算减排量外还应考虑什么？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2113F1D-4D51-45B2-A9C3-853E4050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644111-E35F-4F5B-8962-FAD9340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AED4B93-9DC3-48FF-84D4-8287A01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68ACF81-9B56-436A-9497-C06464B3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ae25fb4a8148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小结参考：本课围绕“低碳生活”，掌握数据收集、碳足迹计算、不等式决策、合作研究，并能运用把低碳目标转化为可计算方案。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基础：完成团队任务、成果展示与多元评价中的基础题并订正Q5、Q7 提升：当堂检测：低碳方案评价除计算减排量外还应考虑什么？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我能否：①准确表达数据收集；②运用把低碳目标转化为可计算方案；③写清依据并检验？选择“会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C2C90E-B23D-4380-AD34-DEAAFACB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C0AA9D-DEC7-4786-9ED3-E31EDA95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E336264-14F8-4272-B332-99BCE60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23D9012-0CCB-4B79-AF9F-0E35455C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2026-08-02T17:50:10.5000000Z</dcterms:created>
  <dcterms:modified xsi:type="dcterms:W3CDTF">2026-08-02T17:50:10.5000000Z</dcterms:modified>
</coreProperties>
</file>