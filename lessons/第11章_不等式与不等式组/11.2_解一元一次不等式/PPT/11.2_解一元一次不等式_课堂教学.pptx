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3294a2821d47db" /><Relationship Type="http://schemas.openxmlformats.org/officeDocument/2006/relationships/extended-properties" Target="/docProps/app.xml" Id="Rb5325da21d5a49e2" /><Relationship Type="http://schemas.openxmlformats.org/officeDocument/2006/relationships/officeDocument" Target="/ppt/presentation.xml" Id="R0bc39b79c9e14c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10c73d2924196"/>
    <p:sldMasterId xmlns:r="http://schemas.openxmlformats.org/officeDocument/2006/relationships" id="2147483660" r:id="Re67e5a20f84f4b4f"/>
  </p:sldMasterIdLst>
  <p:notesMasterIdLst>
    <p:notesMasterId xmlns:r="http://schemas.openxmlformats.org/officeDocument/2006/relationships" r:id="R7186c96c96c14951"/>
  </p:notesMasterIdLst>
  <p:sldIdLst>
    <p:sldId xmlns:r="http://schemas.openxmlformats.org/officeDocument/2006/relationships" id="256" r:id="Rc87dda8120374756"/>
    <p:sldId xmlns:r="http://schemas.openxmlformats.org/officeDocument/2006/relationships" id="257" r:id="Rdf77b08dfade4a6f"/>
    <p:sldId xmlns:r="http://schemas.openxmlformats.org/officeDocument/2006/relationships" id="258" r:id="R2c866fed4564466f"/>
    <p:sldId xmlns:r="http://schemas.openxmlformats.org/officeDocument/2006/relationships" id="259" r:id="R127362a72d9941f1"/>
    <p:sldId xmlns:r="http://schemas.openxmlformats.org/officeDocument/2006/relationships" id="260" r:id="Rb000d2d9582e4fa5"/>
    <p:sldId xmlns:r="http://schemas.openxmlformats.org/officeDocument/2006/relationships" id="261" r:id="R1ce17ba57f784ed1"/>
    <p:sldId xmlns:r="http://schemas.openxmlformats.org/officeDocument/2006/relationships" id="262" r:id="R4746fe1a3afd4f54"/>
    <p:sldId xmlns:r="http://schemas.openxmlformats.org/officeDocument/2006/relationships" id="263" r:id="Rd4c6d5fa56e440c2"/>
    <p:sldId xmlns:r="http://schemas.openxmlformats.org/officeDocument/2006/relationships" id="264" r:id="R12de1a83865147d6"/>
    <p:sldId xmlns:r="http://schemas.openxmlformats.org/officeDocument/2006/relationships" id="265" r:id="Rb354c73069d948b2"/>
    <p:sldId xmlns:r="http://schemas.openxmlformats.org/officeDocument/2006/relationships" id="266" r:id="Re7c9e319ff1b4300"/>
    <p:sldId xmlns:r="http://schemas.openxmlformats.org/officeDocument/2006/relationships" id="267" r:id="R1a63407cc4c74083"/>
    <p:sldId xmlns:r="http://schemas.openxmlformats.org/officeDocument/2006/relationships" id="268" r:id="R928655c2f743497b"/>
    <p:sldId xmlns:r="http://schemas.openxmlformats.org/officeDocument/2006/relationships" id="269" r:id="R585ab216df7d443f"/>
    <p:sldId xmlns:r="http://schemas.openxmlformats.org/officeDocument/2006/relationships" id="270" r:id="Rd8796fce3a12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9257325d334409" /><Relationship Type="http://schemas.openxmlformats.org/officeDocument/2006/relationships/slideMaster" Target="/ppt/slideMasters/slideMaster1.xml" Id="R41110c73d2924196" /><Relationship Type="http://schemas.openxmlformats.org/officeDocument/2006/relationships/slideMaster" Target="/ppt/slideMasters/slideMaster2.xml" Id="Re67e5a20f84f4b4f" /><Relationship Type="http://schemas.openxmlformats.org/officeDocument/2006/relationships/notesMaster" Target="/ppt/notesMasters/notesMaster1.xml" Id="R7186c96c96c14951" /><Relationship Type="http://schemas.openxmlformats.org/officeDocument/2006/relationships/presProps" Target="/ppt/presProps.xml" Id="R5362c1d48e04486f" /><Relationship Type="http://schemas.openxmlformats.org/officeDocument/2006/relationships/viewProps" Target="/ppt/viewProps.xml" Id="R828ae291e626486f" /><Relationship Type="http://schemas.openxmlformats.org/officeDocument/2006/relationships/tableStyles" Target="/ppt/tableStyles.xml" Id="Raefef50ef2e843ab" /><Relationship Type="http://schemas.openxmlformats.org/officeDocument/2006/relationships/slide" Target="/ppt/slides/slide1.xml" Id="Rc87dda8120374756" /><Relationship Type="http://schemas.openxmlformats.org/officeDocument/2006/relationships/slide" Target="/ppt/slides/slide2.xml" Id="Rdf77b08dfade4a6f" /><Relationship Type="http://schemas.openxmlformats.org/officeDocument/2006/relationships/slide" Target="/ppt/slides/slide3.xml" Id="R2c866fed4564466f" /><Relationship Type="http://schemas.openxmlformats.org/officeDocument/2006/relationships/slide" Target="/ppt/slides/slide4.xml" Id="R127362a72d9941f1" /><Relationship Type="http://schemas.openxmlformats.org/officeDocument/2006/relationships/slide" Target="/ppt/slides/slide5.xml" Id="Rb000d2d9582e4fa5" /><Relationship Type="http://schemas.openxmlformats.org/officeDocument/2006/relationships/slide" Target="/ppt/slides/slide6.xml" Id="R1ce17ba57f784ed1" /><Relationship Type="http://schemas.openxmlformats.org/officeDocument/2006/relationships/slide" Target="/ppt/slides/slide7.xml" Id="R4746fe1a3afd4f54" /><Relationship Type="http://schemas.openxmlformats.org/officeDocument/2006/relationships/slide" Target="/ppt/slides/slide8.xml" Id="Rd4c6d5fa56e440c2" /><Relationship Type="http://schemas.openxmlformats.org/officeDocument/2006/relationships/slide" Target="/ppt/slides/slide9.xml" Id="R12de1a83865147d6" /><Relationship Type="http://schemas.openxmlformats.org/officeDocument/2006/relationships/slide" Target="/ppt/slides/slide10.xml" Id="Rb354c73069d948b2" /><Relationship Type="http://schemas.openxmlformats.org/officeDocument/2006/relationships/slide" Target="/ppt/slides/slide11.xml" Id="Re7c9e319ff1b4300" /><Relationship Type="http://schemas.openxmlformats.org/officeDocument/2006/relationships/slide" Target="/ppt/slides/slide12.xml" Id="R1a63407cc4c74083" /><Relationship Type="http://schemas.openxmlformats.org/officeDocument/2006/relationships/slide" Target="/ppt/slides/slide13.xml" Id="R928655c2f743497b" /><Relationship Type="http://schemas.openxmlformats.org/officeDocument/2006/relationships/slide" Target="/ppt/slides/slide14.xml" Id="R585ab216df7d443f" /><Relationship Type="http://schemas.openxmlformats.org/officeDocument/2006/relationships/slide" Target="/ppt/slides/slide15.xml" Id="Rd8796fce3a12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fed1dd5ef5a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dc4481bc1a4253" /><Relationship Type="http://schemas.openxmlformats.org/officeDocument/2006/relationships/notesMaster" Target="/ppt/notesMasters/notesMaster1.xml" Id="R9141b96df3d440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44a083a7334e86" /><Relationship Type="http://schemas.openxmlformats.org/officeDocument/2006/relationships/notesMaster" Target="/ppt/notesMasters/notesMaster1.xml" Id="Rdbfdd867dffd49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e71bcaa8e49e3" /><Relationship Type="http://schemas.openxmlformats.org/officeDocument/2006/relationships/notesMaster" Target="/ppt/notesMasters/notesMaster1.xml" Id="Ref472ca3baf349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895452c9074cbf" /><Relationship Type="http://schemas.openxmlformats.org/officeDocument/2006/relationships/notesMaster" Target="/ppt/notesMasters/notesMaster1.xml" Id="R4465fa53e9e141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165e9536c4f4d" /><Relationship Type="http://schemas.openxmlformats.org/officeDocument/2006/relationships/notesMaster" Target="/ppt/notesMasters/notesMaster1.xml" Id="R44b68369ee80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4d0933fd24614" /><Relationship Type="http://schemas.openxmlformats.org/officeDocument/2006/relationships/notesMaster" Target="/ppt/notesMasters/notesMaster1.xml" Id="R9d80ecf3055b48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5fe3f0d904c91" /><Relationship Type="http://schemas.openxmlformats.org/officeDocument/2006/relationships/notesMaster" Target="/ppt/notesMasters/notesMaster1.xml" Id="R32bb1577de5f44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2bcb3b151049dc" /><Relationship Type="http://schemas.openxmlformats.org/officeDocument/2006/relationships/notesMaster" Target="/ppt/notesMasters/notesMaster1.xml" Id="Re6ab0af595ff49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1b3e6be7704526" /><Relationship Type="http://schemas.openxmlformats.org/officeDocument/2006/relationships/notesMaster" Target="/ppt/notesMasters/notesMaster1.xml" Id="R87f87a508ff740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c03abb51de4560" /><Relationship Type="http://schemas.openxmlformats.org/officeDocument/2006/relationships/notesMaster" Target="/ppt/notesMasters/notesMaster1.xml" Id="R6ef697a954314c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4445631dc34a9a" /><Relationship Type="http://schemas.openxmlformats.org/officeDocument/2006/relationships/notesMaster" Target="/ppt/notesMasters/notesMaster1.xml" Id="Raec9547890f143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0bf53f56f540e6" /><Relationship Type="http://schemas.openxmlformats.org/officeDocument/2006/relationships/notesMaster" Target="/ppt/notesMasters/notesMaster1.xml" Id="R88de3f821a5e47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17c8edd9434a36" /><Relationship Type="http://schemas.openxmlformats.org/officeDocument/2006/relationships/notesMaster" Target="/ppt/notesMasters/notesMaster1.xml" Id="Rf388dd3a140241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1198e25bea44aa" /><Relationship Type="http://schemas.openxmlformats.org/officeDocument/2006/relationships/notesMaster" Target="/ppt/notesMasters/notesMaster1.xml" Id="R12feed052b5a47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96121adcb045e3" /><Relationship Type="http://schemas.openxmlformats.org/officeDocument/2006/relationships/notesMaster" Target="/ppt/notesMasters/notesMaster1.xml" Id="R8fb67fb3b54444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从教材印刷页131—132进入《解一元一次不等式》。说明本课在第11章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人教版《义务教育教科书·数学七年级下册》，印刷页131—132。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形成第一个核心概念：一元一次不等式。要求学生标出对象、条件、表示和作用。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形成第二个核心概念或方法：解法步骤。与前一概念对比，避免相近知识混淆。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呈现Q4，保留独立思考时间。题型对应教材印刷页131—132的例题或典型任务。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人教版《义务教育教科书·数学七年级下册》，印刷页131—132。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9496e83c246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daa16915e4d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a3d1749f14d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3382dbda449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68c9c920944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1510790cd49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2a2e5b5f14f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2e292e44a4e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8639986934e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187220ce8493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316c120af428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ef1e38fb0347b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7a41220f0042c5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c5591b07834736" /><Relationship Type="http://schemas.openxmlformats.org/officeDocument/2006/relationships/slideLayout" Target="/ppt/slideLayouts/slideLayout1.xml" Id="R6210b38b59674f9b" /><Relationship Type="http://schemas.openxmlformats.org/officeDocument/2006/relationships/slideLayout" Target="/ppt/slideLayouts/slideLayout2.xml" Id="Rcf35e543c2bd4f49" /><Relationship Type="http://schemas.openxmlformats.org/officeDocument/2006/relationships/slideLayout" Target="/ppt/slideLayouts/slideLayout3.xml" Id="Ra57b535696bc453b" /><Relationship Type="http://schemas.openxmlformats.org/officeDocument/2006/relationships/slideLayout" Target="/ppt/slideLayouts/slideLayout4.xml" Id="Rc02ad8548a4842c9" /><Relationship Type="http://schemas.openxmlformats.org/officeDocument/2006/relationships/slideLayout" Target="/ppt/slideLayouts/slideLayout5.xml" Id="R9d1b877a8bb9490b" /><Relationship Type="http://schemas.openxmlformats.org/officeDocument/2006/relationships/slideLayout" Target="/ppt/slideLayouts/slideLayout6.xml" Id="R6a08b25c47f944d3" /><Relationship Type="http://schemas.openxmlformats.org/officeDocument/2006/relationships/slideLayout" Target="/ppt/slideLayouts/slideLayout7.xml" Id="R3881cedc18744dc0" /><Relationship Type="http://schemas.openxmlformats.org/officeDocument/2006/relationships/slideLayout" Target="/ppt/slideLayouts/slideLayout8.xml" Id="Rb985c959a59e44f3" /><Relationship Type="http://schemas.openxmlformats.org/officeDocument/2006/relationships/slideLayout" Target="/ppt/slideLayouts/slideLayout9.xml" Id="Rfd3356a8833e4db1" /><Relationship Type="http://schemas.openxmlformats.org/officeDocument/2006/relationships/slideLayout" Target="/ppt/slideLayouts/slideLayout10.xml" Id="Racd8f3cbace446fb" /><Relationship Type="http://schemas.openxmlformats.org/officeDocument/2006/relationships/slideLayout" Target="/ppt/slideLayouts/slideLayout11.xml" Id="R9262df91b81d48c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3486f3d2b4549f6" /><Relationship Type="http://schemas.openxmlformats.org/officeDocument/2006/relationships/slideLayout" Target="/ppt/slideLayouts/slideLayout12.xml" Id="R0097c5636fba4fab" /><Relationship Type="http://schemas.openxmlformats.org/officeDocument/2006/relationships/slideLayout" Target="/ppt/slideLayouts/slideLayout13.xml" Id="R5f3b6af676c84b9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0b38b59674f9b"/>
    <p:sldLayoutId xmlns:r="http://schemas.openxmlformats.org/officeDocument/2006/relationships" id="2147483650" r:id="Rcf35e543c2bd4f49"/>
    <p:sldLayoutId xmlns:r="http://schemas.openxmlformats.org/officeDocument/2006/relationships" id="2147483651" r:id="Ra57b535696bc453b"/>
    <p:sldLayoutId xmlns:r="http://schemas.openxmlformats.org/officeDocument/2006/relationships" id="2147483652" r:id="Rc02ad8548a4842c9"/>
    <p:sldLayoutId xmlns:r="http://schemas.openxmlformats.org/officeDocument/2006/relationships" id="2147483653" r:id="R9d1b877a8bb9490b"/>
    <p:sldLayoutId xmlns:r="http://schemas.openxmlformats.org/officeDocument/2006/relationships" id="2147483654" r:id="R6a08b25c47f944d3"/>
    <p:sldLayoutId xmlns:r="http://schemas.openxmlformats.org/officeDocument/2006/relationships" id="2147483655" r:id="R3881cedc18744dc0"/>
    <p:sldLayoutId xmlns:r="http://schemas.openxmlformats.org/officeDocument/2006/relationships" id="2147483656" r:id="Rb985c959a59e44f3"/>
    <p:sldLayoutId xmlns:r="http://schemas.openxmlformats.org/officeDocument/2006/relationships" id="2147483657" r:id="Rfd3356a8833e4db1"/>
    <p:sldLayoutId xmlns:r="http://schemas.openxmlformats.org/officeDocument/2006/relationships" id="2147483658" r:id="Racd8f3cbace446fb"/>
    <p:sldLayoutId xmlns:r="http://schemas.openxmlformats.org/officeDocument/2006/relationships" id="2147483659" r:id="R9262df91b81d48c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097c5636fba4fab"/>
    <p:sldLayoutId xmlns:r="http://schemas.openxmlformats.org/officeDocument/2006/relationships" id="2147483662" r:id="R5f3b6af676c84b9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09d615849424937" /><Relationship Type="http://schemas.openxmlformats.org/officeDocument/2006/relationships/image" Target="/ppt/media/image.jpeg" Id="R6eb77f348d57426f" /><Relationship Type="http://schemas.openxmlformats.org/officeDocument/2006/relationships/notesSlide" Target="/ppt/notesSlides/notesSlide1.xml" Id="R821b0912d8a1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5fab4837e04a29" /><Relationship Type="http://schemas.openxmlformats.org/officeDocument/2006/relationships/image" Target="/ppt/media/image2.jpeg" Id="Rb4df9caf5fde464c" /><Relationship Type="http://schemas.openxmlformats.org/officeDocument/2006/relationships/image" Target="/ppt/media/image.svg" Id="R8c195956314b485d" /><Relationship Type="http://schemas.openxmlformats.org/officeDocument/2006/relationships/image" Target="/ppt/media/image.jpeg" Id="R473935c9872f4683" /><Relationship Type="http://schemas.openxmlformats.org/officeDocument/2006/relationships/image" Target="/ppt/media/image2.svg" Id="R7c098280f1a948a1" /><Relationship Type="http://schemas.openxmlformats.org/officeDocument/2006/relationships/image" Target="/ppt/media/image3.jpeg" Id="R7c35ed7c4a704c5a" /><Relationship Type="http://schemas.openxmlformats.org/officeDocument/2006/relationships/image" Target="/ppt/media/image3.svg" Id="R46c121f1d0344973" /><Relationship Type="http://schemas.openxmlformats.org/officeDocument/2006/relationships/image" Target="/ppt/media/image4.jpeg" Id="R7e8971fc38c1418b" /><Relationship Type="http://schemas.openxmlformats.org/officeDocument/2006/relationships/image" Target="/ppt/media/image4.svg" Id="R16ca7f2de7184195" /><Relationship Type="http://schemas.openxmlformats.org/officeDocument/2006/relationships/notesSlide" Target="/ppt/notesSlides/notesSlide2.xml" Id="R8d14dadf48b1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b08bb845bd4648" /><Relationship Type="http://schemas.openxmlformats.org/officeDocument/2006/relationships/image" Target="/ppt/media/image2.jpeg" Id="Rf8cbb8355a934027" /><Relationship Type="http://schemas.openxmlformats.org/officeDocument/2006/relationships/notesSlide" Target="/ppt/notesSlides/notesSlide3.xml" Id="R4dd046c6106b47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4e3c655dee4eda" /><Relationship Type="http://schemas.openxmlformats.org/officeDocument/2006/relationships/image" Target="/ppt/media/image2.jpeg" Id="R94b4d1f06e24448f" /><Relationship Type="http://schemas.openxmlformats.org/officeDocument/2006/relationships/notesSlide" Target="/ppt/notesSlides/notesSlide4.xml" Id="R42446c76f48642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2d5558771434c60" /><Relationship Type="http://schemas.openxmlformats.org/officeDocument/2006/relationships/image" Target="/ppt/media/image2.jpeg" Id="Re82c847c5549474e" /><Relationship Type="http://schemas.openxmlformats.org/officeDocument/2006/relationships/notesSlide" Target="/ppt/notesSlides/notesSlide5.xml" Id="R71de32d0114d42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25a1ae50624043" /><Relationship Type="http://schemas.openxmlformats.org/officeDocument/2006/relationships/image" Target="/ppt/media/image2.jpeg" Id="Rd38c26135cbf45ac" /><Relationship Type="http://schemas.openxmlformats.org/officeDocument/2006/relationships/notesSlide" Target="/ppt/notesSlides/notesSlide6.xml" Id="R67a6437a9ba041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77d1e1f9e744cc" /><Relationship Type="http://schemas.openxmlformats.org/officeDocument/2006/relationships/image" Target="/ppt/media/image2.jpeg" Id="R1571494490e84f80" /><Relationship Type="http://schemas.openxmlformats.org/officeDocument/2006/relationships/notesSlide" Target="/ppt/notesSlides/notesSlide7.xml" Id="R42db4912906b43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22fc9d5a624bf9" /><Relationship Type="http://schemas.openxmlformats.org/officeDocument/2006/relationships/image" Target="/ppt/media/image2.jpeg" Id="R81d5881ec8c84435" /><Relationship Type="http://schemas.openxmlformats.org/officeDocument/2006/relationships/notesSlide" Target="/ppt/notesSlides/notesSlide8.xml" Id="R1f3c54c35ac146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ef1317e3f145ab" /><Relationship Type="http://schemas.openxmlformats.org/officeDocument/2006/relationships/image" Target="/ppt/media/image2.jpeg" Id="Ra28a3dab2dee43dc" /><Relationship Type="http://schemas.openxmlformats.org/officeDocument/2006/relationships/notesSlide" Target="/ppt/notesSlides/notesSlide9.xml" Id="R0cde1cd067014a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e51ad84b024794" /><Relationship Type="http://schemas.openxmlformats.org/officeDocument/2006/relationships/image" Target="/ppt/media/image2.jpeg" Id="R0d405e97181542ad" /><Relationship Type="http://schemas.openxmlformats.org/officeDocument/2006/relationships/notesSlide" Target="/ppt/notesSlides/notesSlide10.xml" Id="Ra8d2b14b491c41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853b47517747a9" /><Relationship Type="http://schemas.openxmlformats.org/officeDocument/2006/relationships/image" Target="/ppt/media/image2.jpeg" Id="R8f90cde8084140bc" /><Relationship Type="http://schemas.openxmlformats.org/officeDocument/2006/relationships/notesSlide" Target="/ppt/notesSlides/notesSlide11.xml" Id="R7b7dd3df2c4248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893fb5c6b34ec8" /><Relationship Type="http://schemas.openxmlformats.org/officeDocument/2006/relationships/image" Target="/ppt/media/image2.jpeg" Id="Rd15622b5916f41d0" /><Relationship Type="http://schemas.openxmlformats.org/officeDocument/2006/relationships/notesSlide" Target="/ppt/notesSlides/notesSlide12.xml" Id="Ra1823716f94446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5edddd6e9b4b8f" /><Relationship Type="http://schemas.openxmlformats.org/officeDocument/2006/relationships/image" Target="/ppt/media/image2.jpeg" Id="R28fcfa8cdc5d40b0" /><Relationship Type="http://schemas.openxmlformats.org/officeDocument/2006/relationships/notesSlide" Target="/ppt/notesSlides/notesSlide13.xml" Id="R5760899c313c49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bbf1d4b7fd4df6" /><Relationship Type="http://schemas.openxmlformats.org/officeDocument/2006/relationships/image" Target="/ppt/media/image2.jpeg" Id="Ra5d6d479caef4b6d" /><Relationship Type="http://schemas.openxmlformats.org/officeDocument/2006/relationships/notesSlide" Target="/ppt/notesSlides/notesSlide14.xml" Id="R9c5c7864b7a44f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ab733ca010473e" /><Relationship Type="http://schemas.openxmlformats.org/officeDocument/2006/relationships/image" Target="/ppt/media/image5.jpeg" Id="R9fc891c0027c4c78" /><Relationship Type="http://schemas.openxmlformats.org/officeDocument/2006/relationships/notesSlide" Target="/ppt/notesSlides/notesSlide15.xml" Id="R4bc3c7c9a074496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eb77f348d57426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11.2 解一元一次不等式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教材印刷页131—132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4df9caf5fde464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935c9872f4683">
            <a:extLst>
              <a:ext uri="{96DAC541-7B7A-43D3-8B79-37D633B846F1}">
                <asvg:svgBlip xmlns:asvg="http://schemas.microsoft.com/office/drawing/2016/SVG/main" r:embed="R8c195956314b48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通过阅读、观察或操作，准确说出一元一次不等式、解法步骤、数轴表示的含义、表示或基本步骤。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f9caf5fde464c">
            <a:extLst>
              <a:ext uri="{96DAC541-7B7A-43D3-8B79-37D633B846F1}">
                <asvg:svgBlip xmlns:asvg="http://schemas.microsoft.com/office/drawing/2016/SVG/main" r:embed="R7c098280f1a948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在Q2—Q4中运用“按步骤解不等式并表示解集”，能用完整语言、式子、图形或图表说明依据。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5ed7c4a704c5a">
            <a:extLst>
              <a:ext uri="{96DAC541-7B7A-43D3-8B79-37D633B846F1}">
                <asvg:svgBlip xmlns:asvg="http://schemas.microsoft.com/office/drawing/2016/SVG/main" r:embed="R46c121f1d03449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在基础与变式练习中运用“按步骤解不等式并表示解集”解决同类问题，并对结果进行检验。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971fc38c1418b">
            <a:extLst>
              <a:ext uri="{96DAC541-7B7A-43D3-8B79-37D633B846F1}">
                <asvg:svgBlip xmlns:asvg="http://schemas.microsoft.com/office/drawing/2016/SVG/main" r:embed="R16ca7f2de71841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8cbb8355a93402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对应印刷页131—132。先读图、读表或读题，圈出已知和所求。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调用学生已经学习一元一次方程、不等式性质，具备基本观察、计算、作图或整理数据的经验。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聚焦一元一次不等式、解法步骤、数轴表示，不急于抄结论。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3E20386-102C-4B70-847E-B7F79B3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CEA5E9-DF5B-44EE-BB58-5B01847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2453D77-D1FE-46BA-82F7-ED98836D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2D99A0A-3831-458B-9D21-2A02BFD9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9C9DA1E-2538-47FE-B132-434177E4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F5D52C-0BA3-480B-A8A8-9295E7B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DC85BD8C-4A68-4678-B4B5-C794931C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0EC875D-2198-416E-BEA9-601E11E1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A4FAB8D-058B-4BEA-B32B-7AD7B40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042306C-7B7C-4AA9-9F59-F44357DF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8CA881A-8500-4EA6-AE9E-81A74D49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855541E-6994-4F4A-9F49-0303839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6A142A7-FA5D-4D1D-BF0D-B6807D01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4228BE0-D129-4ED1-9BAF-B78B160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FF3B7F20-319F-42BF-9578-A246AA5B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8883F6B-9D54-4771-84D1-5E70C138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b4d1f06e24448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旧知回顾：回顾“一元一次方程”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回顾“一元一次方程”：写出一条与本课有关的定义、性质或计算规则。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参考要点：正确表述“一元一次方程”的核心含义，并说明它与“一元一次不等式”的联系。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CE650C1-A83E-4FD6-86F0-957A0896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1634C61-DAF2-49AD-A200-8DACD5A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6C0824D-8F46-4511-93CE-6A5829C4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64C849-46C2-4E69-975A-8321862E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22B5FCE-4E9B-4862-8080-5385696F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82c847c554947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阅读教材印刷页131—132，圈出“一元一次不等式、解法步骤、数轴表示”，分别用一句话记录它们解决什么问题。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小组探究：围绕“去分母、去括号和系数化1中的方向变化”设计一次观察、操作或推理，记录现象、猜想和验证依据。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围绕“按步骤解不等式并表示解集”说明理由；同伴只追问条件和依据。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49A35F9-E10D-4A54-8BD5-5260FBC1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16C1DD-9CAD-4EC8-83C8-3CCA6C80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3D5EC9C-3A1A-4FEB-BD6B-84C45886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719A33-8E78-46A5-ACF6-E628B117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8c26135cbf45a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概念一：一元一次不等式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一元一次不等式：按教材明确其定义、条件、表示、性质或步骤。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B29012F-1586-49BB-B386-B9EA025F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16AD1D-1139-4B03-8B76-BA9EB0F2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971A4B4-48AF-4266-836C-2E303F74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A364DC-4214-4D00-BAE7-094920B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35B5450-63BD-4739-93FD-E79F81E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71494490e84f8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概念二：解法步骤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解法步骤：按教材明确其定义、条件、表示、性质或步骤。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易错提醒：去分母、去括号和系数化1中的方向变化。先审条件，再使用结论。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58A96B8-F840-44F3-930B-28F7C6D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8747594-A999-435F-AD9C-EBC3013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D0B23889-D4C3-46E5-953C-5BD59A40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729BEA5-0BF2-4410-9F92-CAA4E882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5E6786C-AAF5-4876-A3C5-5D1F51A3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1d5881ec8c8443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小组探究：围绕“去分母、去括号和系数化1中的方向变化”设计一次观察、操作或推理，记录现象、猜想和验证依据。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参考思路：先明确条件，再围绕“按步骤解不等式并表示解集”形成猜想，最后用定义、计算、图表或反例验证。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176158B-DBF7-4D7B-BD43-800C8ED0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52045F1-5EBE-4695-A9B2-EC93D27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E3C7254E-AB1A-4DD9-AB01-ADBA849F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B65029-19F3-4AD5-8B7C-309B4DE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1AC366B-2BAF-4FC2-BCE5-87A1A8C4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28a3dab2dee43d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只记“一元一次不等式”的结论，不检查适用条件。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把“按步骤解不等式并表示解集”与相近概念或逆命题混淆。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d405e97181542a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教材例题：例题（对应教材11.2例1）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例题（对应教材11.2例1）：解不等式2x−5≤7，并在数轴上表示。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选用按步骤解不等式并表示解集；3.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教材印刷页131—132：先思考，再对照规范解答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577EE3E-5210-4236-BACA-6AAC74BE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BF273F-C14B-4EA2-85B1-A19EF3B9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CDBF332-8884-4257-AD4F-CB3E4887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07CEED9-8A60-4EA3-8B92-ED2DA69A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f90cde8084140b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选择“按步骤解不等式并表示解集”对应的方法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2x≤12，x≤6；在6处实心圆，向左画射线。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没有先确认“按步骤解不等式并表示解集”的条件，或只写结果不写依据。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6A8AFE3-1DE8-490E-A205-350583E1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06C99C0-F9D5-48C9-972A-F4E82626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8DF202C-291D-469A-BEA3-3C192B0D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19CE8D8-3C71-4531-9A84-DF2A1196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48AA9DE-4C80-4B40-8D1E-CC4F5CB5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15622b5916f41d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基础辨析：判断“使用‘一元一次不等式’时不需要检查条件，只要结论看起来合理即可”，并说明理由。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变式练习：把Q4的一个条件、数据或表示方式作合理改变，仍用“按步骤解不等式并表示解集”解决，并写出检验。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E5E144A-799C-48B3-B389-57BC37EB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DA02A9-CA79-4E47-A80D-7D55C88A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08F1824-6522-42ED-921D-AA644C98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2083408-63F9-450B-A174-6507B613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8fcfa8cdc5d40b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变式练习：把Q4的一个条件、数据或表示方式作合理改变，仍用“按步骤解不等式并表示解集”解决，并写出检验。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答案不唯一。评价要点：改变后的条件完整；方法仍属于“按步骤解不等式并表示解集”；过程正确；检验与新条件一致。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8CCE9AF-DA6B-4E64-9A78-62C5504B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05B756B-A3A0-44A8-856A-ACB3A9E0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9C4CC7D-49DA-4264-8C96-2D8DE178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E39C2E-30A9-4DDD-B748-07B88A2C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d6d479caef4b6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纠错：“研究解一元一次不等式时，只记结论，不必区分条件、过程和依据。”这句话对吗？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当堂检测：解不等式与解方程的步骤相似，最关键的不同是什么？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51F2354-1406-4C28-B349-E66B700D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77F826-F3D8-4A5A-AA1A-1213F44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D2A14C9F-10A5-46EE-9F8B-F28CD3A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D5131D3-8949-4C9D-97D6-B138898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fc891c0027c4c7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小结参考：本课围绕“解一元一次不等式”，掌握一元一次不等式、解法步骤、数轴表示，并能运用按步骤解不等式并表示解集。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基础：完成教材第132页练习中的基础题并订正Q5、Q7 提升：当堂检测：解不等式与解方程的步骤相似，最关键的不同是什么？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我能否：①准确表达一元一次不等式；②运用按步骤解不等式并表示解集；③写清依据并检验？选择“会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F84FC9A-0234-4BFA-A659-C1524188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C04F3BF-85DA-45A6-91D3-C48AC734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F9005F18-B695-4883-BAEB-E51BE59C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032F217-E292-44E1-B160-8EF372C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2026-08-02T17:50:06.1700000Z</dcterms:created>
  <dcterms:modified xsi:type="dcterms:W3CDTF">2026-08-02T17:50:06.1700000Z</dcterms:modified>
</coreProperties>
</file>