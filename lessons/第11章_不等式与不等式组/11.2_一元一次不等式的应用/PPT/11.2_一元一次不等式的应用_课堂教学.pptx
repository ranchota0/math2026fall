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6672919f1f4c41" /><Relationship Type="http://schemas.openxmlformats.org/officeDocument/2006/relationships/extended-properties" Target="/docProps/app.xml" Id="Rb797584346844f19" /><Relationship Type="http://schemas.openxmlformats.org/officeDocument/2006/relationships/officeDocument" Target="/ppt/presentation.xml" Id="Rac6dcba91fce49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c8b2b05307440d"/>
    <p:sldMasterId xmlns:r="http://schemas.openxmlformats.org/officeDocument/2006/relationships" id="2147483660" r:id="R9ef825d854f148f1"/>
  </p:sldMasterIdLst>
  <p:notesMasterIdLst>
    <p:notesMasterId xmlns:r="http://schemas.openxmlformats.org/officeDocument/2006/relationships" r:id="R3f793082ea6749a1"/>
  </p:notesMasterIdLst>
  <p:sldIdLst>
    <p:sldId xmlns:r="http://schemas.openxmlformats.org/officeDocument/2006/relationships" id="256" r:id="Rc85ecf4393ea4cfc"/>
    <p:sldId xmlns:r="http://schemas.openxmlformats.org/officeDocument/2006/relationships" id="257" r:id="Rd63c277347b84873"/>
    <p:sldId xmlns:r="http://schemas.openxmlformats.org/officeDocument/2006/relationships" id="258" r:id="Rd5bdcc641973477b"/>
    <p:sldId xmlns:r="http://schemas.openxmlformats.org/officeDocument/2006/relationships" id="259" r:id="R06f78c2c055d4a91"/>
    <p:sldId xmlns:r="http://schemas.openxmlformats.org/officeDocument/2006/relationships" id="260" r:id="Rff9e0e5f7dbb4304"/>
    <p:sldId xmlns:r="http://schemas.openxmlformats.org/officeDocument/2006/relationships" id="261" r:id="R273a3dfa636f4d50"/>
    <p:sldId xmlns:r="http://schemas.openxmlformats.org/officeDocument/2006/relationships" id="262" r:id="R002ea55b18914551"/>
    <p:sldId xmlns:r="http://schemas.openxmlformats.org/officeDocument/2006/relationships" id="263" r:id="Rabce6cbfcb004680"/>
    <p:sldId xmlns:r="http://schemas.openxmlformats.org/officeDocument/2006/relationships" id="264" r:id="R872f8da191874351"/>
    <p:sldId xmlns:r="http://schemas.openxmlformats.org/officeDocument/2006/relationships" id="265" r:id="R1cacce4604ad4c8a"/>
    <p:sldId xmlns:r="http://schemas.openxmlformats.org/officeDocument/2006/relationships" id="266" r:id="Ra463a72d0d214643"/>
    <p:sldId xmlns:r="http://schemas.openxmlformats.org/officeDocument/2006/relationships" id="267" r:id="R3b9d5b2741cb4614"/>
    <p:sldId xmlns:r="http://schemas.openxmlformats.org/officeDocument/2006/relationships" id="268" r:id="Rab1729cd6e11491c"/>
    <p:sldId xmlns:r="http://schemas.openxmlformats.org/officeDocument/2006/relationships" id="269" r:id="R2d3d146cf1084079"/>
    <p:sldId xmlns:r="http://schemas.openxmlformats.org/officeDocument/2006/relationships" id="270" r:id="R725d6be70d2c4e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814f0a11442d8" /><Relationship Type="http://schemas.openxmlformats.org/officeDocument/2006/relationships/slideMaster" Target="/ppt/slideMasters/slideMaster1.xml" Id="R06c8b2b05307440d" /><Relationship Type="http://schemas.openxmlformats.org/officeDocument/2006/relationships/slideMaster" Target="/ppt/slideMasters/slideMaster2.xml" Id="R9ef825d854f148f1" /><Relationship Type="http://schemas.openxmlformats.org/officeDocument/2006/relationships/notesMaster" Target="/ppt/notesMasters/notesMaster1.xml" Id="R3f793082ea6749a1" /><Relationship Type="http://schemas.openxmlformats.org/officeDocument/2006/relationships/presProps" Target="/ppt/presProps.xml" Id="R0c2263f449f74f46" /><Relationship Type="http://schemas.openxmlformats.org/officeDocument/2006/relationships/viewProps" Target="/ppt/viewProps.xml" Id="R2c12afa3e35d461f" /><Relationship Type="http://schemas.openxmlformats.org/officeDocument/2006/relationships/tableStyles" Target="/ppt/tableStyles.xml" Id="R2e6a8729c4de45f0" /><Relationship Type="http://schemas.openxmlformats.org/officeDocument/2006/relationships/slide" Target="/ppt/slides/slide1.xml" Id="Rc85ecf4393ea4cfc" /><Relationship Type="http://schemas.openxmlformats.org/officeDocument/2006/relationships/slide" Target="/ppt/slides/slide2.xml" Id="Rd63c277347b84873" /><Relationship Type="http://schemas.openxmlformats.org/officeDocument/2006/relationships/slide" Target="/ppt/slides/slide3.xml" Id="Rd5bdcc641973477b" /><Relationship Type="http://schemas.openxmlformats.org/officeDocument/2006/relationships/slide" Target="/ppt/slides/slide4.xml" Id="R06f78c2c055d4a91" /><Relationship Type="http://schemas.openxmlformats.org/officeDocument/2006/relationships/slide" Target="/ppt/slides/slide5.xml" Id="Rff9e0e5f7dbb4304" /><Relationship Type="http://schemas.openxmlformats.org/officeDocument/2006/relationships/slide" Target="/ppt/slides/slide6.xml" Id="R273a3dfa636f4d50" /><Relationship Type="http://schemas.openxmlformats.org/officeDocument/2006/relationships/slide" Target="/ppt/slides/slide7.xml" Id="R002ea55b18914551" /><Relationship Type="http://schemas.openxmlformats.org/officeDocument/2006/relationships/slide" Target="/ppt/slides/slide8.xml" Id="Rabce6cbfcb004680" /><Relationship Type="http://schemas.openxmlformats.org/officeDocument/2006/relationships/slide" Target="/ppt/slides/slide9.xml" Id="R872f8da191874351" /><Relationship Type="http://schemas.openxmlformats.org/officeDocument/2006/relationships/slide" Target="/ppt/slides/slide10.xml" Id="R1cacce4604ad4c8a" /><Relationship Type="http://schemas.openxmlformats.org/officeDocument/2006/relationships/slide" Target="/ppt/slides/slide11.xml" Id="Ra463a72d0d214643" /><Relationship Type="http://schemas.openxmlformats.org/officeDocument/2006/relationships/slide" Target="/ppt/slides/slide12.xml" Id="R3b9d5b2741cb4614" /><Relationship Type="http://schemas.openxmlformats.org/officeDocument/2006/relationships/slide" Target="/ppt/slides/slide13.xml" Id="Rab1729cd6e11491c" /><Relationship Type="http://schemas.openxmlformats.org/officeDocument/2006/relationships/slide" Target="/ppt/slides/slide14.xml" Id="R2d3d146cf1084079" /><Relationship Type="http://schemas.openxmlformats.org/officeDocument/2006/relationships/slide" Target="/ppt/slides/slide15.xml" Id="R725d6be70d2c4e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810580c85aa45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bbc0d48784c62" /><Relationship Type="http://schemas.openxmlformats.org/officeDocument/2006/relationships/notesMaster" Target="/ppt/notesMasters/notesMaster1.xml" Id="R639a7c0b0e414c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74d844c5744d88" /><Relationship Type="http://schemas.openxmlformats.org/officeDocument/2006/relationships/notesMaster" Target="/ppt/notesMasters/notesMaster1.xml" Id="Rb5f088d5b11b4b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d0cbb85874373" /><Relationship Type="http://schemas.openxmlformats.org/officeDocument/2006/relationships/notesMaster" Target="/ppt/notesMasters/notesMaster1.xml" Id="R773c0a6745e0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e8ae13dd8d4688" /><Relationship Type="http://schemas.openxmlformats.org/officeDocument/2006/relationships/notesMaster" Target="/ppt/notesMasters/notesMaster1.xml" Id="R1c77643edee0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33ecfa45af4baf" /><Relationship Type="http://schemas.openxmlformats.org/officeDocument/2006/relationships/notesMaster" Target="/ppt/notesMasters/notesMaster1.xml" Id="R6dc44590343b48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9ce5330a904485" /><Relationship Type="http://schemas.openxmlformats.org/officeDocument/2006/relationships/notesMaster" Target="/ppt/notesMasters/notesMaster1.xml" Id="R385a00f08d1e4b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b5b19f3efc4b35" /><Relationship Type="http://schemas.openxmlformats.org/officeDocument/2006/relationships/notesMaster" Target="/ppt/notesMasters/notesMaster1.xml" Id="R6b3998750e9e42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418445bca3420f" /><Relationship Type="http://schemas.openxmlformats.org/officeDocument/2006/relationships/notesMaster" Target="/ppt/notesMasters/notesMaster1.xml" Id="R96d26a94d7704c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a8d67262343d4" /><Relationship Type="http://schemas.openxmlformats.org/officeDocument/2006/relationships/notesMaster" Target="/ppt/notesMasters/notesMaster1.xml" Id="R30d14867847d4d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fc696c83114b0f" /><Relationship Type="http://schemas.openxmlformats.org/officeDocument/2006/relationships/notesMaster" Target="/ppt/notesMasters/notesMaster1.xml" Id="R98a270fa0e914a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684364687946a9" /><Relationship Type="http://schemas.openxmlformats.org/officeDocument/2006/relationships/notesMaster" Target="/ppt/notesMasters/notesMaster1.xml" Id="Ra7a3f2cfebe04f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139b3a27174ad8" /><Relationship Type="http://schemas.openxmlformats.org/officeDocument/2006/relationships/notesMaster" Target="/ppt/notesMasters/notesMaster1.xml" Id="R53c3e132816749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deb1feff1c4608" /><Relationship Type="http://schemas.openxmlformats.org/officeDocument/2006/relationships/notesMaster" Target="/ppt/notesMasters/notesMaster1.xml" Id="R70f70dc7fe814de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63bba1b7fa4157" /><Relationship Type="http://schemas.openxmlformats.org/officeDocument/2006/relationships/notesMaster" Target="/ppt/notesMasters/notesMaster1.xml" Id="R20adfdaaed224a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510aa189174032" /><Relationship Type="http://schemas.openxmlformats.org/officeDocument/2006/relationships/notesMaster" Target="/ppt/notesMasters/notesMaster1.xml" Id="R6129c4808bf744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从教材印刷页133—137进入《一元一次不等式的应用》。说明本课在第11章 不等式与不等式组中的位置。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人教版《义务教育教科书·数学七年级下册》，印刷页133—137。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形成第一个核心概念：不等式建模。要求学生标出对象、条件、表示和作用。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形成第二个核心概念或方法：至少至多问题。与前一概念对比，避免相近知识混淆。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呈现Q4，保留独立思考时间。题型对应教材印刷页133—137的例题或典型任务。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人教版《义务教育教科书·数学七年级下册》，印刷页133—137。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9011cf4c644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c130b991a44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f5102a32648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04c4640e542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ec627db7149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d3060d7304b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f294f5d76416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4cb40b4964a8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0c14853778412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141869edd46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b63ace4894f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a00caa139ce4cb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6880850cf64f99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36884e200a43a2" /><Relationship Type="http://schemas.openxmlformats.org/officeDocument/2006/relationships/slideLayout" Target="/ppt/slideLayouts/slideLayout1.xml" Id="R1324de889af1434e" /><Relationship Type="http://schemas.openxmlformats.org/officeDocument/2006/relationships/slideLayout" Target="/ppt/slideLayouts/slideLayout2.xml" Id="R56ea3ee480324142" /><Relationship Type="http://schemas.openxmlformats.org/officeDocument/2006/relationships/slideLayout" Target="/ppt/slideLayouts/slideLayout3.xml" Id="R1ea9c85efa3b4c83" /><Relationship Type="http://schemas.openxmlformats.org/officeDocument/2006/relationships/slideLayout" Target="/ppt/slideLayouts/slideLayout4.xml" Id="R091280aef8bd4792" /><Relationship Type="http://schemas.openxmlformats.org/officeDocument/2006/relationships/slideLayout" Target="/ppt/slideLayouts/slideLayout5.xml" Id="R223e1ca9293c401b" /><Relationship Type="http://schemas.openxmlformats.org/officeDocument/2006/relationships/slideLayout" Target="/ppt/slideLayouts/slideLayout6.xml" Id="Rbf5ade76f2c146c2" /><Relationship Type="http://schemas.openxmlformats.org/officeDocument/2006/relationships/slideLayout" Target="/ppt/slideLayouts/slideLayout7.xml" Id="Rd78330ff59ff4509" /><Relationship Type="http://schemas.openxmlformats.org/officeDocument/2006/relationships/slideLayout" Target="/ppt/slideLayouts/slideLayout8.xml" Id="R15806b8cdf034ff3" /><Relationship Type="http://schemas.openxmlformats.org/officeDocument/2006/relationships/slideLayout" Target="/ppt/slideLayouts/slideLayout9.xml" Id="R03d9a1b39a324f34" /><Relationship Type="http://schemas.openxmlformats.org/officeDocument/2006/relationships/slideLayout" Target="/ppt/slideLayouts/slideLayout10.xml" Id="Rce111d4906924107" /><Relationship Type="http://schemas.openxmlformats.org/officeDocument/2006/relationships/slideLayout" Target="/ppt/slideLayouts/slideLayout11.xml" Id="Race078516f9e41e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20edbb5a0ff42d0" /><Relationship Type="http://schemas.openxmlformats.org/officeDocument/2006/relationships/slideLayout" Target="/ppt/slideLayouts/slideLayout12.xml" Id="R9fa930a7edc34c1c" /><Relationship Type="http://schemas.openxmlformats.org/officeDocument/2006/relationships/slideLayout" Target="/ppt/slideLayouts/slideLayout13.xml" Id="R67cb7b6a17e8438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24de889af1434e"/>
    <p:sldLayoutId xmlns:r="http://schemas.openxmlformats.org/officeDocument/2006/relationships" id="2147483650" r:id="R56ea3ee480324142"/>
    <p:sldLayoutId xmlns:r="http://schemas.openxmlformats.org/officeDocument/2006/relationships" id="2147483651" r:id="R1ea9c85efa3b4c83"/>
    <p:sldLayoutId xmlns:r="http://schemas.openxmlformats.org/officeDocument/2006/relationships" id="2147483652" r:id="R091280aef8bd4792"/>
    <p:sldLayoutId xmlns:r="http://schemas.openxmlformats.org/officeDocument/2006/relationships" id="2147483653" r:id="R223e1ca9293c401b"/>
    <p:sldLayoutId xmlns:r="http://schemas.openxmlformats.org/officeDocument/2006/relationships" id="2147483654" r:id="Rbf5ade76f2c146c2"/>
    <p:sldLayoutId xmlns:r="http://schemas.openxmlformats.org/officeDocument/2006/relationships" id="2147483655" r:id="Rd78330ff59ff4509"/>
    <p:sldLayoutId xmlns:r="http://schemas.openxmlformats.org/officeDocument/2006/relationships" id="2147483656" r:id="R15806b8cdf034ff3"/>
    <p:sldLayoutId xmlns:r="http://schemas.openxmlformats.org/officeDocument/2006/relationships" id="2147483657" r:id="R03d9a1b39a324f34"/>
    <p:sldLayoutId xmlns:r="http://schemas.openxmlformats.org/officeDocument/2006/relationships" id="2147483658" r:id="Rce111d4906924107"/>
    <p:sldLayoutId xmlns:r="http://schemas.openxmlformats.org/officeDocument/2006/relationships" id="2147483659" r:id="Race078516f9e41e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fa930a7edc34c1c"/>
    <p:sldLayoutId xmlns:r="http://schemas.openxmlformats.org/officeDocument/2006/relationships" id="2147483662" r:id="R67cb7b6a17e8438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73ccf56c7341f2" /><Relationship Type="http://schemas.openxmlformats.org/officeDocument/2006/relationships/image" Target="/ppt/media/image.jpeg" Id="Rc2a6bbe8033a41db" /><Relationship Type="http://schemas.openxmlformats.org/officeDocument/2006/relationships/notesSlide" Target="/ppt/notesSlides/notesSlide1.xml" Id="R8c3652e9072b4b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cf81c40eeaf4e1f" /><Relationship Type="http://schemas.openxmlformats.org/officeDocument/2006/relationships/image" Target="/ppt/media/image2.jpeg" Id="Ra19b7d2b6dcb4435" /><Relationship Type="http://schemas.openxmlformats.org/officeDocument/2006/relationships/image" Target="/ppt/media/image.svg" Id="Reab3019aeab4451b" /><Relationship Type="http://schemas.openxmlformats.org/officeDocument/2006/relationships/image" Target="/ppt/media/image.jpeg" Id="R1455fe1eb9ed40e0" /><Relationship Type="http://schemas.openxmlformats.org/officeDocument/2006/relationships/image" Target="/ppt/media/image2.svg" Id="R23956c57398c4d3b" /><Relationship Type="http://schemas.openxmlformats.org/officeDocument/2006/relationships/image" Target="/ppt/media/image3.jpeg" Id="R627d9adb93a44faf" /><Relationship Type="http://schemas.openxmlformats.org/officeDocument/2006/relationships/image" Target="/ppt/media/image3.svg" Id="R22ebd295d530445d" /><Relationship Type="http://schemas.openxmlformats.org/officeDocument/2006/relationships/image" Target="/ppt/media/image4.jpeg" Id="R2e69708ece954753" /><Relationship Type="http://schemas.openxmlformats.org/officeDocument/2006/relationships/image" Target="/ppt/media/image4.svg" Id="R315877d373c24980" /><Relationship Type="http://schemas.openxmlformats.org/officeDocument/2006/relationships/notesSlide" Target="/ppt/notesSlides/notesSlide2.xml" Id="Ra031fa8dcdb346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a81fe4c7f84f76" /><Relationship Type="http://schemas.openxmlformats.org/officeDocument/2006/relationships/image" Target="/ppt/media/image2.jpeg" Id="Rd79683562b714ff3" /><Relationship Type="http://schemas.openxmlformats.org/officeDocument/2006/relationships/notesSlide" Target="/ppt/notesSlides/notesSlide3.xml" Id="R4d916c040be24d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57eff891224929" /><Relationship Type="http://schemas.openxmlformats.org/officeDocument/2006/relationships/image" Target="/ppt/media/image2.jpeg" Id="Rc7e18807696e4397" /><Relationship Type="http://schemas.openxmlformats.org/officeDocument/2006/relationships/notesSlide" Target="/ppt/notesSlides/notesSlide4.xml" Id="R20aed7e449b4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ecff7776bd4971" /><Relationship Type="http://schemas.openxmlformats.org/officeDocument/2006/relationships/image" Target="/ppt/media/image2.jpeg" Id="Rce5522639a5146e8" /><Relationship Type="http://schemas.openxmlformats.org/officeDocument/2006/relationships/notesSlide" Target="/ppt/notesSlides/notesSlide5.xml" Id="Rbfb530827fb94c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1600dcf0d041eb" /><Relationship Type="http://schemas.openxmlformats.org/officeDocument/2006/relationships/image" Target="/ppt/media/image2.jpeg" Id="Rcaa13470e04c404f" /><Relationship Type="http://schemas.openxmlformats.org/officeDocument/2006/relationships/notesSlide" Target="/ppt/notesSlides/notesSlide6.xml" Id="R2b883da5eedd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dcac67fa894bf1" /><Relationship Type="http://schemas.openxmlformats.org/officeDocument/2006/relationships/image" Target="/ppt/media/image2.jpeg" Id="R68073ac83d35476e" /><Relationship Type="http://schemas.openxmlformats.org/officeDocument/2006/relationships/notesSlide" Target="/ppt/notesSlides/notesSlide7.xml" Id="R31ee5343f29d4c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b70f727d134155" /><Relationship Type="http://schemas.openxmlformats.org/officeDocument/2006/relationships/image" Target="/ppt/media/image2.jpeg" Id="R4d44b3fee2234d4d" /><Relationship Type="http://schemas.openxmlformats.org/officeDocument/2006/relationships/notesSlide" Target="/ppt/notesSlides/notesSlide8.xml" Id="R412ce7524e444c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deab33c3134055" /><Relationship Type="http://schemas.openxmlformats.org/officeDocument/2006/relationships/image" Target="/ppt/media/image2.jpeg" Id="Rd02d6bc6113347ed" /><Relationship Type="http://schemas.openxmlformats.org/officeDocument/2006/relationships/notesSlide" Target="/ppt/notesSlides/notesSlide9.xml" Id="R98960fec4f3047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095f0c66b148ee" /><Relationship Type="http://schemas.openxmlformats.org/officeDocument/2006/relationships/image" Target="/ppt/media/image2.jpeg" Id="Red3539c0420e4211" /><Relationship Type="http://schemas.openxmlformats.org/officeDocument/2006/relationships/notesSlide" Target="/ppt/notesSlides/notesSlide10.xml" Id="Rd820dbbbadc144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c677387e5a94401" /><Relationship Type="http://schemas.openxmlformats.org/officeDocument/2006/relationships/image" Target="/ppt/media/image2.jpeg" Id="Rc9d1764d16a34798" /><Relationship Type="http://schemas.openxmlformats.org/officeDocument/2006/relationships/notesSlide" Target="/ppt/notesSlides/notesSlide11.xml" Id="R60d9ccc49d7d4f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d1347797ce74bf6" /><Relationship Type="http://schemas.openxmlformats.org/officeDocument/2006/relationships/image" Target="/ppt/media/image2.jpeg" Id="R5b8058649fc94021" /><Relationship Type="http://schemas.openxmlformats.org/officeDocument/2006/relationships/notesSlide" Target="/ppt/notesSlides/notesSlide12.xml" Id="R8a1195d8b28a49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d0657c677648ef" /><Relationship Type="http://schemas.openxmlformats.org/officeDocument/2006/relationships/image" Target="/ppt/media/image2.jpeg" Id="Re68f951178ad46fa" /><Relationship Type="http://schemas.openxmlformats.org/officeDocument/2006/relationships/notesSlide" Target="/ppt/notesSlides/notesSlide13.xml" Id="R5e59c3ae4f324f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b78621ce734372" /><Relationship Type="http://schemas.openxmlformats.org/officeDocument/2006/relationships/image" Target="/ppt/media/image2.jpeg" Id="R05cfba152e954477" /><Relationship Type="http://schemas.openxmlformats.org/officeDocument/2006/relationships/notesSlide" Target="/ppt/notesSlides/notesSlide14.xml" Id="Re86cc7e2b35346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4e6a29557ef437c" /><Relationship Type="http://schemas.openxmlformats.org/officeDocument/2006/relationships/image" Target="/ppt/media/image5.jpeg" Id="Rf9904fed6ff14e4b" /><Relationship Type="http://schemas.openxmlformats.org/officeDocument/2006/relationships/notesSlide" Target="/ppt/notesSlides/notesSlide15.xml" Id="Rfd25aeb1b5dd427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a6bbe8033a41d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11.2 一元一次不等式的应用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第11章 不等式与不等式组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教材印刷页133—137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19b7d2b6dcb443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5fe1eb9ed40e0">
            <a:extLst>
              <a:ext uri="{96DAC541-7B7A-43D3-8B79-37D633B846F1}">
                <asvg:svgBlip xmlns:asvg="http://schemas.microsoft.com/office/drawing/2016/SVG/main" r:embed="Reab3019aeab445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通过阅读、观察或操作，准确说出不等式建模、至少至多问题、方案比较的含义、表示或基本步骤。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b7d2b6dcb4435">
            <a:extLst>
              <a:ext uri="{96DAC541-7B7A-43D3-8B79-37D633B846F1}">
                <asvg:svgBlip xmlns:asvg="http://schemas.microsoft.com/office/drawing/2016/SVG/main" r:embed="R23956c57398c4d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在Q2—Q4中运用“由限制条件建立不等式模型”，能用完整语言、式子、图形或图表说明依据。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d9adb93a44faf">
            <a:extLst>
              <a:ext uri="{96DAC541-7B7A-43D3-8B79-37D633B846F1}">
                <asvg:svgBlip xmlns:asvg="http://schemas.microsoft.com/office/drawing/2016/SVG/main" r:embed="R22ebd295d53044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在基础与变式练习中运用“由限制条件建立不等式模型”解决同类问题，并对结果进行检验。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9708ece954753">
            <a:extLst>
              <a:ext uri="{96DAC541-7B7A-43D3-8B79-37D633B846F1}">
                <asvg:svgBlip xmlns:asvg="http://schemas.microsoft.com/office/drawing/2016/SVG/main" r:embed="R315877d373c249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9683562b714ff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对应印刷页133—137。先读图、读表或读题，圈出已知和所求。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调用学生已经学习解一元一次不等式，具备基本观察、计算、作图或整理数据的经验。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聚焦不等式建模、至少至多问题、方案比较，不急于抄结论。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90D3C2D-30B6-48AA-A779-EBF6CECD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615B37C-E0E7-4E54-984A-9A445E22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0AE61F64-66E1-4020-AEFB-5C4EEF45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4FDD6CB-C13E-4D17-A728-828707EF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CE9D80-D88B-41AF-A53A-A011FAEA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684D7D-13C1-4257-9597-E5C53F89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6FBF4D0-F6EB-4354-B028-5423C986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26129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05C7A80-02F9-4FF2-A973-5AAEEBE2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26796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B247E5-DA80-4AFE-B543-8F4144E6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B69A09-9A97-410E-8651-82B1AE53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D28C47A-9BFA-4EA3-909D-9F9D281C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30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23CAC8-C707-4A48-BA56-CCD700A7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3405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58B1AF1-41B1-4DD2-A541-B4A0D397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461FD4A-93C9-488F-A0E1-A5AFD7FA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C1658F3-555F-4654-8E8A-ECA8B1CA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499" y="508949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3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754C3FF-D25A-4D38-92D6-52292BD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4374" y="5156168"/>
            <a:ext cx="6908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e18807696e439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旧知回顾：回顾“解一元一次不等式”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回顾“解一元一次不等式”：写出一条与本课有关的定义、性质或计算规则。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参考要点：正确表述“解一元一次不等式”的核心含义，并说明它与“不等式建模”的联系。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75E1AB0-E31E-47EC-9879-89E30595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CC6862-6ACF-4E0C-A314-050868D8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ECFECBB-FD18-4726-8E37-145CB37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15FD3E5-4FC5-487B-8FFD-05551E2C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B6BC78A-166B-4AB8-90AB-EFDF95C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5522639a5146e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阅读教材印刷页133—137，圈出“不等式建模、至少至多问题、方案比较”，分别用一句话记录它们解决什么问题。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小组探究：围绕“结合整数性和实际意义确定答案”设计一次观察、操作或推理，记录现象、猜想和验证依据。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围绕“由限制条件建立不等式模型”说明理由；同伴只追问条件和依据。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C049209-1973-49AD-B4A3-6A23A6CE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D97A75-5BC6-4272-8073-CA65F56F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8F989A68-DD3E-414E-B8EA-5ABB7358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0953BBB-1276-41CA-8ACD-C0624B9D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aa13470e04c404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概念一：不等式建模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不等式建模：按教材明确其定义、条件、表示、性质或步骤。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463BD7D-6508-4A0B-B596-CCDE4F60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58D957-B17F-49BD-8C20-03D4F63D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0216DA0-D508-4BB2-BD2E-B4821A32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24BB2C7-F2D5-43EB-A329-3EE28604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B027A0E-3F62-4641-A70F-B632260F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8073ac83d35476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概念二：至少至多问题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至少至多问题：按教材明确其定义、条件、表示、性质或步骤。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易错提醒：结合整数性和实际意义确定答案。先审条件，再使用结论。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6B6D04-E180-4D90-BFD6-BB7461F8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9AEAD8-F60E-47AF-8D9D-3BD3B32D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6EF7AE06-826B-42BE-B640-20A89E77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3478" y="40909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76D7F2B-E86E-4968-AD58-18636A71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16353" y="4157663"/>
            <a:ext cx="15706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A117919-E527-4C64-A426-B58F5FD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0603" y="37004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d44b3fee2234d4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小组探究：围绕“结合整数性和实际意义确定答案”设计一次观察、操作或推理，记录现象、猜想和验证依据。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参考思路：先明确条件，再围绕“由限制条件建立不等式模型”形成猜想，最后用定义、计算、图表或反例验证。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254321D-44DC-45B9-B2D1-292B9DF6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B03769E-EC79-49C9-A6A8-0E414E8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4554318-A1DD-4EAB-99EE-A647BBC6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4F1F66-B825-4B11-BD6B-CE5E327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F4F2DEF-8A4D-4937-86C0-E7DC7AEB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2d6bc6113347e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只记“不等式建模”的结论，不检查适用条件。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把“由限制条件建立不等式模型”与相近概念或逆命题混淆。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d3539c0420e421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教材例题：例题（对应教材11.2例2、教材11.2例…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例题（对应教材11.2例2、教材11.2例3、教材11.2例4）：每本练习册8元，预算不超过50元，最多买多少本？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选用由限制条件建立不等式模型；3.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教材印刷页133—137：先思考，再对照规范解答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47230B0-3C5C-4E10-9DA9-D223E6B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7E2E6ED-B061-4605-8347-331E5A81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374E9882-1AD1-4572-B5D1-7E06F4E5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A462CE-3866-46DE-BBE0-202C397F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9d1764d16a3479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选择“由限制条件建立不等式模型”对应的方法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设买x本，8x≤50，x≤6.25；x为非负整数，所以最多6本。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没有先确认“由限制条件建立不等式模型”的条件，或只写结果不写依据。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8AF8A9F-B864-4D74-968E-0336ACCD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315DACF-E341-4F88-8F04-D24FE2EC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70FBC543-F90C-48D6-92D7-1BE953E1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3290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F4B900-3041-4B86-A8D8-4123AEFA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85898" y="3357563"/>
            <a:ext cx="134397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B8F77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7E86EAC-7A1E-4BBC-9D4D-AFF33C1D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148" y="2900363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解集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b8058649fc9402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基础辨析：判断“使用‘不等式建模’时不需要检查条件，只要结论看起来合理即可”，并说明理由。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变式练习：把Q4的一个条件、数据或表示方式作合理改变，仍用“由限制条件建立不等式模型”解决，并写出检验。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CDA80BF-DADD-43E9-A443-452F0902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A734D8-E535-402E-B9ED-BC208E7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14B93121-3EAC-4D87-8EED-246395A7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6FAAB5-050D-4E4E-BB5B-EEE526C4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8f951178ad46f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变式练习：把Q4的一个条件、数据或表示方式作合理改变，仍用“由限制条件建立不等式模型”解决，并写出检验。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答案不唯一。评价要点：改变后的条件完整；方法仍属于“由限制条件建立不等式模型”；过程正确；检验与新条件一致。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C235FCB-BEB4-4C24-94C8-E396938C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138888D-4DCF-4C55-B049-4389973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957FE9D6-B7F7-4D43-8985-558AF41E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153" y="4864894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11ECCAC-4FCE-4401-B4EE-1DD0E07C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87028" y="4931569"/>
            <a:ext cx="14087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cfba152e95447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纠错：“研究一元一次不等式的应用时，只记结论，不必区分条件、过程和依据。”这句话对吗？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当堂检测：“至少”“至多”通常分别对应什么不等号？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AEDAB33-EE21-4C25-A843-2CBC844C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6601C2-BC94-46AA-9351-F6FE0F90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AC5CE65B-4D90-44B9-A9C8-4E0BC20A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2708" y="516493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A68550A-4CB8-4021-989D-653E341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55583" y="5231606"/>
            <a:ext cx="13115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904fed6ff14e4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小结参考：本课围绕“一元一次不等式的应用”，掌握不等式建模、至少至多问题、方案比较，并能运用由限制条件建立不等式模型。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基础：完成教材11.2习题中的基础题并订正Q5、Q7 提升：当堂检测：“至少”“至多”通常分别对应什么不等号？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我能否：①准确表达不等式建模；②运用由限制条件建立不等式模型；③写清依据并检验？选择“会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46C7306-4F71-4A29-B71C-528B6B1B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CF2025-6BEC-4DC6-B849-F2B47901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boundary">
            <a:extLst xmlns:a="http://schemas.openxmlformats.org/drawingml/2006/main">
              <a:ext uri="{FF2B5EF4-FFF2-40B4-BE49-F238E27FC236}">
                <a16:creationId xmlns:a16="http://schemas.microsoft.com/office/drawing/2014/main" id="{B20C0EA4-89A2-4A0B-B3DE-DEA4271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7283" y="2974181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B8F77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9A9DEB7-3095-40ED-8AD9-E99425B4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880158" y="3040856"/>
            <a:ext cx="1473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B8F7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2026-08-02T17:50:07.0130000Z</dcterms:created>
  <dcterms:modified xsi:type="dcterms:W3CDTF">2026-08-02T17:50:07.0130000Z</dcterms:modified>
</coreProperties>
</file>