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273cd6e4ab4a54" /><Relationship Type="http://schemas.openxmlformats.org/officeDocument/2006/relationships/extended-properties" Target="/docProps/app.xml" Id="Rbb3ae31cd1034f39" /><Relationship Type="http://schemas.openxmlformats.org/officeDocument/2006/relationships/officeDocument" Target="/ppt/presentation.xml" Id="R7c93a42a6cfb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4144be4fa4aec"/>
    <p:sldMasterId xmlns:r="http://schemas.openxmlformats.org/officeDocument/2006/relationships" id="2147483660" r:id="R52359adeffef4737"/>
  </p:sldMasterIdLst>
  <p:notesMasterIdLst>
    <p:notesMasterId xmlns:r="http://schemas.openxmlformats.org/officeDocument/2006/relationships" r:id="R23fe57624c874c23"/>
  </p:notesMasterIdLst>
  <p:sldIdLst>
    <p:sldId xmlns:r="http://schemas.openxmlformats.org/officeDocument/2006/relationships" id="256" r:id="R642961a9621b4650"/>
    <p:sldId xmlns:r="http://schemas.openxmlformats.org/officeDocument/2006/relationships" id="257" r:id="Rcd9456a0515a4708"/>
    <p:sldId xmlns:r="http://schemas.openxmlformats.org/officeDocument/2006/relationships" id="258" r:id="R836fa17a10b046c9"/>
    <p:sldId xmlns:r="http://schemas.openxmlformats.org/officeDocument/2006/relationships" id="259" r:id="Rd299bb4453c847fc"/>
    <p:sldId xmlns:r="http://schemas.openxmlformats.org/officeDocument/2006/relationships" id="260" r:id="R11247684faa943b4"/>
    <p:sldId xmlns:r="http://schemas.openxmlformats.org/officeDocument/2006/relationships" id="261" r:id="R8b5b3a15f9f745a9"/>
    <p:sldId xmlns:r="http://schemas.openxmlformats.org/officeDocument/2006/relationships" id="262" r:id="Rff4d48049f4b4365"/>
    <p:sldId xmlns:r="http://schemas.openxmlformats.org/officeDocument/2006/relationships" id="263" r:id="R5cacffb355c84b6a"/>
    <p:sldId xmlns:r="http://schemas.openxmlformats.org/officeDocument/2006/relationships" id="264" r:id="R348448f9cabe4e25"/>
    <p:sldId xmlns:r="http://schemas.openxmlformats.org/officeDocument/2006/relationships" id="265" r:id="R1ada17396c234042"/>
    <p:sldId xmlns:r="http://schemas.openxmlformats.org/officeDocument/2006/relationships" id="266" r:id="R0c3a62bcdba8439f"/>
    <p:sldId xmlns:r="http://schemas.openxmlformats.org/officeDocument/2006/relationships" id="267" r:id="Rd495383dc069491b"/>
    <p:sldId xmlns:r="http://schemas.openxmlformats.org/officeDocument/2006/relationships" id="268" r:id="R5a5d16c240464d58"/>
    <p:sldId xmlns:r="http://schemas.openxmlformats.org/officeDocument/2006/relationships" id="269" r:id="R192b537ffedb42b0"/>
    <p:sldId xmlns:r="http://schemas.openxmlformats.org/officeDocument/2006/relationships" id="270" r:id="R5adaca1deeca4d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27716a868747a2" /><Relationship Type="http://schemas.openxmlformats.org/officeDocument/2006/relationships/slideMaster" Target="/ppt/slideMasters/slideMaster1.xml" Id="R8014144be4fa4aec" /><Relationship Type="http://schemas.openxmlformats.org/officeDocument/2006/relationships/slideMaster" Target="/ppt/slideMasters/slideMaster2.xml" Id="R52359adeffef4737" /><Relationship Type="http://schemas.openxmlformats.org/officeDocument/2006/relationships/notesMaster" Target="/ppt/notesMasters/notesMaster1.xml" Id="R23fe57624c874c23" /><Relationship Type="http://schemas.openxmlformats.org/officeDocument/2006/relationships/presProps" Target="/ppt/presProps.xml" Id="Ra75c7565e65b4c94" /><Relationship Type="http://schemas.openxmlformats.org/officeDocument/2006/relationships/viewProps" Target="/ppt/viewProps.xml" Id="R441f3962c19e4c86" /><Relationship Type="http://schemas.openxmlformats.org/officeDocument/2006/relationships/tableStyles" Target="/ppt/tableStyles.xml" Id="Recc62090c29a4583" /><Relationship Type="http://schemas.openxmlformats.org/officeDocument/2006/relationships/slide" Target="/ppt/slides/slide1.xml" Id="R642961a9621b4650" /><Relationship Type="http://schemas.openxmlformats.org/officeDocument/2006/relationships/slide" Target="/ppt/slides/slide2.xml" Id="Rcd9456a0515a4708" /><Relationship Type="http://schemas.openxmlformats.org/officeDocument/2006/relationships/slide" Target="/ppt/slides/slide3.xml" Id="R836fa17a10b046c9" /><Relationship Type="http://schemas.openxmlformats.org/officeDocument/2006/relationships/slide" Target="/ppt/slides/slide4.xml" Id="Rd299bb4453c847fc" /><Relationship Type="http://schemas.openxmlformats.org/officeDocument/2006/relationships/slide" Target="/ppt/slides/slide5.xml" Id="R11247684faa943b4" /><Relationship Type="http://schemas.openxmlformats.org/officeDocument/2006/relationships/slide" Target="/ppt/slides/slide6.xml" Id="R8b5b3a15f9f745a9" /><Relationship Type="http://schemas.openxmlformats.org/officeDocument/2006/relationships/slide" Target="/ppt/slides/slide7.xml" Id="Rff4d48049f4b4365" /><Relationship Type="http://schemas.openxmlformats.org/officeDocument/2006/relationships/slide" Target="/ppt/slides/slide8.xml" Id="R5cacffb355c84b6a" /><Relationship Type="http://schemas.openxmlformats.org/officeDocument/2006/relationships/slide" Target="/ppt/slides/slide9.xml" Id="R348448f9cabe4e25" /><Relationship Type="http://schemas.openxmlformats.org/officeDocument/2006/relationships/slide" Target="/ppt/slides/slide10.xml" Id="R1ada17396c234042" /><Relationship Type="http://schemas.openxmlformats.org/officeDocument/2006/relationships/slide" Target="/ppt/slides/slide11.xml" Id="R0c3a62bcdba8439f" /><Relationship Type="http://schemas.openxmlformats.org/officeDocument/2006/relationships/slide" Target="/ppt/slides/slide12.xml" Id="Rd495383dc069491b" /><Relationship Type="http://schemas.openxmlformats.org/officeDocument/2006/relationships/slide" Target="/ppt/slides/slide13.xml" Id="R5a5d16c240464d58" /><Relationship Type="http://schemas.openxmlformats.org/officeDocument/2006/relationships/slide" Target="/ppt/slides/slide14.xml" Id="R192b537ffedb42b0" /><Relationship Type="http://schemas.openxmlformats.org/officeDocument/2006/relationships/slide" Target="/ppt/slides/slide15.xml" Id="R5adaca1deeca4d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86e5927e4b4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7164789bf4900" /><Relationship Type="http://schemas.openxmlformats.org/officeDocument/2006/relationships/notesMaster" Target="/ppt/notesMasters/notesMaster1.xml" Id="Rf97b66d45e8d43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53d1b0cf8f4f74" /><Relationship Type="http://schemas.openxmlformats.org/officeDocument/2006/relationships/notesMaster" Target="/ppt/notesMasters/notesMaster1.xml" Id="R52ca390b8bf842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a6e4678a3f407c" /><Relationship Type="http://schemas.openxmlformats.org/officeDocument/2006/relationships/notesMaster" Target="/ppt/notesMasters/notesMaster1.xml" Id="Ra1b916774a2548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eedac5a6c4222" /><Relationship Type="http://schemas.openxmlformats.org/officeDocument/2006/relationships/notesMaster" Target="/ppt/notesMasters/notesMaster1.xml" Id="Rcd5dda5658a441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531187c6c64386" /><Relationship Type="http://schemas.openxmlformats.org/officeDocument/2006/relationships/notesMaster" Target="/ppt/notesMasters/notesMaster1.xml" Id="R09f85fffc1194a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8b72445ea74bd1" /><Relationship Type="http://schemas.openxmlformats.org/officeDocument/2006/relationships/notesMaster" Target="/ppt/notesMasters/notesMaster1.xml" Id="R287ec94837b646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3759203afd4f49" /><Relationship Type="http://schemas.openxmlformats.org/officeDocument/2006/relationships/notesMaster" Target="/ppt/notesMasters/notesMaster1.xml" Id="R86f38dc17c68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85c36962864e4f" /><Relationship Type="http://schemas.openxmlformats.org/officeDocument/2006/relationships/notesMaster" Target="/ppt/notesMasters/notesMaster1.xml" Id="R8f129156d9ae42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f4c90aeafd4c25" /><Relationship Type="http://schemas.openxmlformats.org/officeDocument/2006/relationships/notesMaster" Target="/ppt/notesMasters/notesMaster1.xml" Id="R4ee1f170e18944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72af25171b446b" /><Relationship Type="http://schemas.openxmlformats.org/officeDocument/2006/relationships/notesMaster" Target="/ppt/notesMasters/notesMaster1.xml" Id="R23ffca6203594f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53e87714ae4047" /><Relationship Type="http://schemas.openxmlformats.org/officeDocument/2006/relationships/notesMaster" Target="/ppt/notesMasters/notesMaster1.xml" Id="R7ffd5f8cab214c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ae2a1fedfc48b9" /><Relationship Type="http://schemas.openxmlformats.org/officeDocument/2006/relationships/notesMaster" Target="/ppt/notesMasters/notesMaster1.xml" Id="Rfb01b56698a643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eadb4b9d6a448f" /><Relationship Type="http://schemas.openxmlformats.org/officeDocument/2006/relationships/notesMaster" Target="/ppt/notesMasters/notesMaster1.xml" Id="Rec8ccb402f7c4c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e37b06c4424764" /><Relationship Type="http://schemas.openxmlformats.org/officeDocument/2006/relationships/notesMaster" Target="/ppt/notesMasters/notesMaster1.xml" Id="Ra98c6978e1e04f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ba4c934ab94695" /><Relationship Type="http://schemas.openxmlformats.org/officeDocument/2006/relationships/notesMaster" Target="/ppt/notesMasters/notesMaster1.xml" Id="Ra5155f2d8ff0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从教材印刷页143—145进入《不等式与不等式组章末复习》。说明本课在第11章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人教版《义务教育教科书·数学七年级下册》，印刷页143—145。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形成第一个核心概念：不等式。要求学生标出对象、条件、表示和作用。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形成第二个核心概念或方法：一元一次不等式。与前一概念对比，避免相近知识混淆。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呈现Q4，保留独立思考时间。题型对应教材印刷页143—145的例题或典型任务。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人教版《义务教育教科书·数学七年级下册》，印刷页143—145。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f60ca304b4f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45cdf743c49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8d3669ea24a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73995b6424f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b8507d3e343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300a9e5ee42f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97fa320ca429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437b47fc04f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62e24fd954a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e72482f1e43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e6463e157474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34d17f714b424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cdd8a73374472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87e94e059b4b17" /><Relationship Type="http://schemas.openxmlformats.org/officeDocument/2006/relationships/slideLayout" Target="/ppt/slideLayouts/slideLayout1.xml" Id="Rd972c91949624b19" /><Relationship Type="http://schemas.openxmlformats.org/officeDocument/2006/relationships/slideLayout" Target="/ppt/slideLayouts/slideLayout2.xml" Id="Rc3dd575b6e1d42c3" /><Relationship Type="http://schemas.openxmlformats.org/officeDocument/2006/relationships/slideLayout" Target="/ppt/slideLayouts/slideLayout3.xml" Id="R63076d7d54ad4d5a" /><Relationship Type="http://schemas.openxmlformats.org/officeDocument/2006/relationships/slideLayout" Target="/ppt/slideLayouts/slideLayout4.xml" Id="Raa4d666fba954afc" /><Relationship Type="http://schemas.openxmlformats.org/officeDocument/2006/relationships/slideLayout" Target="/ppt/slideLayouts/slideLayout5.xml" Id="R08b02aeeebc947f9" /><Relationship Type="http://schemas.openxmlformats.org/officeDocument/2006/relationships/slideLayout" Target="/ppt/slideLayouts/slideLayout6.xml" Id="R1f6fe179e98d4be8" /><Relationship Type="http://schemas.openxmlformats.org/officeDocument/2006/relationships/slideLayout" Target="/ppt/slideLayouts/slideLayout7.xml" Id="R0356c45c55d944c2" /><Relationship Type="http://schemas.openxmlformats.org/officeDocument/2006/relationships/slideLayout" Target="/ppt/slideLayouts/slideLayout8.xml" Id="Rdb3b4c4a3aba4921" /><Relationship Type="http://schemas.openxmlformats.org/officeDocument/2006/relationships/slideLayout" Target="/ppt/slideLayouts/slideLayout9.xml" Id="Rfe19b6c1f9e94d5b" /><Relationship Type="http://schemas.openxmlformats.org/officeDocument/2006/relationships/slideLayout" Target="/ppt/slideLayouts/slideLayout10.xml" Id="R4ef2583e8b404f70" /><Relationship Type="http://schemas.openxmlformats.org/officeDocument/2006/relationships/slideLayout" Target="/ppt/slideLayouts/slideLayout11.xml" Id="R9b5a442bddb847b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f8d70257d5f4c53" /><Relationship Type="http://schemas.openxmlformats.org/officeDocument/2006/relationships/slideLayout" Target="/ppt/slideLayouts/slideLayout12.xml" Id="Rc25cb6e5b1e448b2" /><Relationship Type="http://schemas.openxmlformats.org/officeDocument/2006/relationships/slideLayout" Target="/ppt/slideLayouts/slideLayout13.xml" Id="R7078a6607fb24e9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72c91949624b19"/>
    <p:sldLayoutId xmlns:r="http://schemas.openxmlformats.org/officeDocument/2006/relationships" id="2147483650" r:id="Rc3dd575b6e1d42c3"/>
    <p:sldLayoutId xmlns:r="http://schemas.openxmlformats.org/officeDocument/2006/relationships" id="2147483651" r:id="R63076d7d54ad4d5a"/>
    <p:sldLayoutId xmlns:r="http://schemas.openxmlformats.org/officeDocument/2006/relationships" id="2147483652" r:id="Raa4d666fba954afc"/>
    <p:sldLayoutId xmlns:r="http://schemas.openxmlformats.org/officeDocument/2006/relationships" id="2147483653" r:id="R08b02aeeebc947f9"/>
    <p:sldLayoutId xmlns:r="http://schemas.openxmlformats.org/officeDocument/2006/relationships" id="2147483654" r:id="R1f6fe179e98d4be8"/>
    <p:sldLayoutId xmlns:r="http://schemas.openxmlformats.org/officeDocument/2006/relationships" id="2147483655" r:id="R0356c45c55d944c2"/>
    <p:sldLayoutId xmlns:r="http://schemas.openxmlformats.org/officeDocument/2006/relationships" id="2147483656" r:id="Rdb3b4c4a3aba4921"/>
    <p:sldLayoutId xmlns:r="http://schemas.openxmlformats.org/officeDocument/2006/relationships" id="2147483657" r:id="Rfe19b6c1f9e94d5b"/>
    <p:sldLayoutId xmlns:r="http://schemas.openxmlformats.org/officeDocument/2006/relationships" id="2147483658" r:id="R4ef2583e8b404f70"/>
    <p:sldLayoutId xmlns:r="http://schemas.openxmlformats.org/officeDocument/2006/relationships" id="2147483659" r:id="R9b5a442bddb847b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25cb6e5b1e448b2"/>
    <p:sldLayoutId xmlns:r="http://schemas.openxmlformats.org/officeDocument/2006/relationships" id="2147483662" r:id="R7078a6607fb24e9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edce22aa23d41a4" /><Relationship Type="http://schemas.openxmlformats.org/officeDocument/2006/relationships/image" Target="/ppt/media/image.jpeg" Id="R4eeec46372ed4936" /><Relationship Type="http://schemas.openxmlformats.org/officeDocument/2006/relationships/notesSlide" Target="/ppt/notesSlides/notesSlide1.xml" Id="Rbb2f3e3e57944c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4df42c074747ec" /><Relationship Type="http://schemas.openxmlformats.org/officeDocument/2006/relationships/image" Target="/ppt/media/image2.jpeg" Id="Rbe59426306fc46cb" /><Relationship Type="http://schemas.openxmlformats.org/officeDocument/2006/relationships/image" Target="/ppt/media/image.svg" Id="Rac5b3077b968425d" /><Relationship Type="http://schemas.openxmlformats.org/officeDocument/2006/relationships/image" Target="/ppt/media/image.jpeg" Id="R733471105d7845e2" /><Relationship Type="http://schemas.openxmlformats.org/officeDocument/2006/relationships/image" Target="/ppt/media/image2.svg" Id="Rc7b8c1a4f1a8414e" /><Relationship Type="http://schemas.openxmlformats.org/officeDocument/2006/relationships/image" Target="/ppt/media/image3.jpeg" Id="Rd520af473cf44f59" /><Relationship Type="http://schemas.openxmlformats.org/officeDocument/2006/relationships/image" Target="/ppt/media/image3.svg" Id="Ref1c9a6f96a54406" /><Relationship Type="http://schemas.openxmlformats.org/officeDocument/2006/relationships/image" Target="/ppt/media/image4.jpeg" Id="R0018279b4b9c44f5" /><Relationship Type="http://schemas.openxmlformats.org/officeDocument/2006/relationships/image" Target="/ppt/media/image4.svg" Id="Rff9d7d94efe14db1" /><Relationship Type="http://schemas.openxmlformats.org/officeDocument/2006/relationships/notesSlide" Target="/ppt/notesSlides/notesSlide2.xml" Id="R9c96f7e2142848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e3ba15b02b4093" /><Relationship Type="http://schemas.openxmlformats.org/officeDocument/2006/relationships/image" Target="/ppt/media/image2.jpeg" Id="Rbbeaa73ea66e4f26" /><Relationship Type="http://schemas.openxmlformats.org/officeDocument/2006/relationships/notesSlide" Target="/ppt/notesSlides/notesSlide3.xml" Id="Rd608121d86d94c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f3b909eea24c81" /><Relationship Type="http://schemas.openxmlformats.org/officeDocument/2006/relationships/image" Target="/ppt/media/image2.jpeg" Id="R1194b76b17834475" /><Relationship Type="http://schemas.openxmlformats.org/officeDocument/2006/relationships/notesSlide" Target="/ppt/notesSlides/notesSlide4.xml" Id="Rd2a4c1ed198e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52f43201774394" /><Relationship Type="http://schemas.openxmlformats.org/officeDocument/2006/relationships/image" Target="/ppt/media/image2.jpeg" Id="R00a51ff3b7ae4a1f" /><Relationship Type="http://schemas.openxmlformats.org/officeDocument/2006/relationships/notesSlide" Target="/ppt/notesSlides/notesSlide5.xml" Id="Rb8f60fd8e0e44a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750d6b926154f18" /><Relationship Type="http://schemas.openxmlformats.org/officeDocument/2006/relationships/image" Target="/ppt/media/image2.jpeg" Id="Rbc2dc564cd4e4b7d" /><Relationship Type="http://schemas.openxmlformats.org/officeDocument/2006/relationships/notesSlide" Target="/ppt/notesSlides/notesSlide6.xml" Id="R0340606d385c46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8c5e1374d94489" /><Relationship Type="http://schemas.openxmlformats.org/officeDocument/2006/relationships/image" Target="/ppt/media/image2.jpeg" Id="Rdc5c30543ff14cec" /><Relationship Type="http://schemas.openxmlformats.org/officeDocument/2006/relationships/notesSlide" Target="/ppt/notesSlides/notesSlide7.xml" Id="R62a2dc91775c45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99442288fe43a6" /><Relationship Type="http://schemas.openxmlformats.org/officeDocument/2006/relationships/image" Target="/ppt/media/image2.jpeg" Id="R3dcf03b26e274a93" /><Relationship Type="http://schemas.openxmlformats.org/officeDocument/2006/relationships/notesSlide" Target="/ppt/notesSlides/notesSlide8.xml" Id="R9f90a337ae3642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f850ee86a34646" /><Relationship Type="http://schemas.openxmlformats.org/officeDocument/2006/relationships/image" Target="/ppt/media/image2.jpeg" Id="R0614176b71c14045" /><Relationship Type="http://schemas.openxmlformats.org/officeDocument/2006/relationships/notesSlide" Target="/ppt/notesSlides/notesSlide9.xml" Id="R0669851816c543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8febe6d90e47c3" /><Relationship Type="http://schemas.openxmlformats.org/officeDocument/2006/relationships/image" Target="/ppt/media/image2.jpeg" Id="Refd5a3b4b7ac43ac" /><Relationship Type="http://schemas.openxmlformats.org/officeDocument/2006/relationships/notesSlide" Target="/ppt/notesSlides/notesSlide10.xml" Id="R239b78aa0bf74c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1a3252394c4bcb" /><Relationship Type="http://schemas.openxmlformats.org/officeDocument/2006/relationships/image" Target="/ppt/media/image2.jpeg" Id="R30dfe82e7c284401" /><Relationship Type="http://schemas.openxmlformats.org/officeDocument/2006/relationships/notesSlide" Target="/ppt/notesSlides/notesSlide11.xml" Id="Ra45d62a123b343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391f5afd3e4547" /><Relationship Type="http://schemas.openxmlformats.org/officeDocument/2006/relationships/image" Target="/ppt/media/image2.jpeg" Id="Rff30e4e70a374da9" /><Relationship Type="http://schemas.openxmlformats.org/officeDocument/2006/relationships/notesSlide" Target="/ppt/notesSlides/notesSlide12.xml" Id="Rf899df82c85544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6ca5c9100a41d2" /><Relationship Type="http://schemas.openxmlformats.org/officeDocument/2006/relationships/image" Target="/ppt/media/image2.jpeg" Id="R3b1c4959f45248a6" /><Relationship Type="http://schemas.openxmlformats.org/officeDocument/2006/relationships/notesSlide" Target="/ppt/notesSlides/notesSlide13.xml" Id="R67586569b2a04e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7423cdf8b041d9" /><Relationship Type="http://schemas.openxmlformats.org/officeDocument/2006/relationships/image" Target="/ppt/media/image2.jpeg" Id="R9b5ceb138c7d4dd8" /><Relationship Type="http://schemas.openxmlformats.org/officeDocument/2006/relationships/notesSlide" Target="/ppt/notesSlides/notesSlide14.xml" Id="R83102111d03742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a0a275160b41d9" /><Relationship Type="http://schemas.openxmlformats.org/officeDocument/2006/relationships/image" Target="/ppt/media/image5.jpeg" Id="R39e9b51711da4fa7" /><Relationship Type="http://schemas.openxmlformats.org/officeDocument/2006/relationships/notesSlide" Target="/ppt/notesSlides/notesSlide15.xml" Id="R3ceead05964a4ce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eeec46372ed493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小结与复习题11 不等式与不等式组章末复习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教材印刷页143—145 · 复习课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59426306fc46c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471105d7845e2">
            <a:extLst>
              <a:ext uri="{96DAC541-7B7A-43D3-8B79-37D633B846F1}">
                <asvg:svgBlip xmlns:asvg="http://schemas.microsoft.com/office/drawing/2016/SVG/main" r:embed="Rac5b3077b96842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通过阅读、观察或操作，准确说出不等式、一元一次不等式、不等式组、实际应用的含义、表示或基本步骤。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9426306fc46cb">
            <a:extLst>
              <a:ext uri="{96DAC541-7B7A-43D3-8B79-37D633B846F1}">
                <asvg:svgBlip xmlns:asvg="http://schemas.microsoft.com/office/drawing/2016/SVG/main" r:embed="Rc7b8c1a4f1a841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在Q2—Q4中运用“构建“列式—求解—表示—解释”流程”，能用完整语言、式子、图形或图表说明依据。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0af473cf44f59">
            <a:extLst>
              <a:ext uri="{96DAC541-7B7A-43D3-8B79-37D633B846F1}">
                <asvg:svgBlip xmlns:asvg="http://schemas.microsoft.com/office/drawing/2016/SVG/main" r:embed="Ref1c9a6f96a544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在基础与变式练习中运用“构建“列式—求解—表示—解释”流程”解决同类问题，并对结果进行检验。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8279b4b9c44f5">
            <a:extLst>
              <a:ext uri="{96DAC541-7B7A-43D3-8B79-37D633B846F1}">
                <asvg:svgBlip xmlns:asvg="http://schemas.microsoft.com/office/drawing/2016/SVG/main" r:embed="Rff9d7d94efe14d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beaa73ea66e4f2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对应印刷页143—145。先读图、读表或读题，圈出已知和所求。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调用学生已经学习第十一章全部内容，具备基本观察、计算、作图或整理数据的经验。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聚焦不等式、一元一次不等式、不等式组、实际应用，不急于抄结论。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5FDB8EC-AE93-4306-9A30-BFE6F0C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D2A105-735D-41E1-8356-BA42DFA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1081F36-C97D-41E6-BDF6-3CBA095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92C9E3-04E3-4A87-9E4F-6E0B0301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0843B5D-957B-404E-BA0A-57AD58EE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EC5E70-F3C9-4F47-81C7-502D288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6C2910B-0F00-4BA0-824E-20DBD6A7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741003-4F4B-4AF8-B215-273A765B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122E7A-844C-451F-ACB2-1ADF994B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75DC1C-E8B5-4FEE-9A4D-8226368A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6EA0181-26B8-406E-8236-721B686A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EEA82B-F014-4554-916E-A01CAA68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7F3AC8E-E85B-4408-8EE4-772A90C6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E9E90E-2794-45B7-BBCF-3527D7A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7F87DFC-2AC9-4AF7-8C24-0564DD2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FA03BE-BA0B-4343-93CE-834466E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94b76b1783447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旧知回顾：回顾“第十一章全部内容”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回顾“第十一章全部内容”：写出一条与本课有关的定义、性质或计算规则。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参考要点：正确表述“第十一章全部内容”的核心含义，并说明它与“不等式”的联系。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3F84D49-2300-46DD-A44A-E4E6EEFE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45BD31-B0BC-41C2-B8F5-A2035B95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8E35852-BBEA-4AFD-AE17-B0B5DDED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77B06BA-8370-44FD-B275-4D9F32B9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71AA769-7871-4F73-8A45-0452D85A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0a51ff3b7ae4a1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阅读教材印刷页143—145，圈出“不等式、一元一次不等式、不等式组、实际应用”，分别用一句话记录它们解决什么问题。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小组探究：围绕“综合处理端点、整数解和实际限制”设计一次观察、操作或推理，记录现象、猜想和验证依据。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围绕“构建“列式—求解—表示—解释”流程”说明理由；同伴只追问条件和依据。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81BDA9A-6A37-460C-96B4-A114E33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029226D-1744-48FE-9059-67FB9725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34B1BE1-57A2-448B-83F3-114ABA56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50843BA-F3E5-4DFC-A70F-5CF76E6C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2dc564cd4e4b7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概念一：不等式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不等式：按教材明确其定义、条件、表示、性质或步骤。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662161E-A7A3-46B9-8385-FCEC91E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9A0D2D-DF8E-43C8-9B76-956EB858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4DE9FB7E-B87F-4C36-BBB7-1DD3D94F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12DCAE0-0DF8-4F19-B85F-C329585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504EA95-2C86-442F-8E24-33B8156B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c5c30543ff14ce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概念二：一元一次不等式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一元一次不等式：按教材明确其定义、条件、表示、性质或步骤。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易错提醒：综合处理端点、整数解和实际限制。先审条件，再使用结论。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7295B96-544D-42A4-BCED-B70116D8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35A5FC0-6162-494F-9CCD-1390D868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79E4BE7B-F942-494C-A3AD-0ABAE90E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1E1291-E396-4B63-8853-F9E76555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38851EC-76AD-4F48-8200-4B1AD8A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cf03b26e274a9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小组探究：围绕“综合处理端点、整数解和实际限制”设计一次观察、操作或推理，记录现象、猜想和验证依据。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参考思路：先明确条件，再围绕“构建“列式—求解—表示—解释”流程”形成猜想，最后用定义、计算、图表或反例验证。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3200EFF-520E-442B-987E-10432136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18D1AD-485C-431B-94DF-7C83E662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CB3A2FF-4002-4B4B-8C0E-245D21DD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E6D1457-340E-4533-A5AF-8F608AAD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D6ED0D0-A2CC-4C77-AA02-4C7C0AF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614176b71c1404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只记“不等式”的结论，不检查适用条件。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把“构建“列式—求解—表示—解释”流程”与相近概念或逆命题混淆。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fd5a3b4b7ac43a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教材例题：例题（对应教材小结典型问题）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例题（对应教材小结典型问题）：解不等式组2x−1&gt;3，x+2≤7。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选用构建“列式—求解—表示—解释”流程；3.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教材印刷页143—145：先思考，再对照规范解答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763AB06-9C4B-441F-A99C-100A2E51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E75CF4-4CA2-44BC-8E3A-583C0EA0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4D8AD3B-F94F-4EC9-B645-84ED38B8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B0944EC-26BC-4C40-837C-35A76B8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0dfe82e7c28440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选择“构建“列式—求解—表示—解释”流程”对应的方法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x&gt;2且x≤5，所以2&lt;x≤5。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没有先确认“构建“列式—求解—表示—解释”流程”的条件，或只写结果不写依据。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874BECC-EAE2-48E9-8BF9-84E4E2E6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6DF909F-E566-434B-B2F3-2F20A5CA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10EB732-C98A-4B23-97B9-B30F06B2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6BE6914-F079-4B32-92C9-2F4044C1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A9B2117-B5B3-4697-87C6-B1FE53D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f30e4e70a374da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基础辨析：判断“使用‘不等式’时不需要检查条件，只要结论看起来合理即可”，并说明理由。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变式练习：把Q4的一个条件、数据或表示方式作合理改变，仍用“构建“列式—求解—表示—解释”流程”解决，并写出检验。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CF9B964-2ABD-4FBD-BAC9-BD934C3C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989FB7F-C1AC-4576-9239-AB6E4F39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2EEC68A-025A-414D-8A9E-F22C19BC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FEED8FD-14D5-4917-8D55-B8C129FC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1c4959f45248a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变式练习：把Q4的一个条件、数据或表示方式作合理改变，仍用“构建“列式—求解—表示—解释”流程”解决，并写出检验。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答案不唯一。评价要点：改变后的条件完整；方法仍属于“构建“列式—求解—表示—解释”流程”；过程正确；检验与新条件一致。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1990B24-E8F5-4B4E-ACA4-C1759F5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B19B4B5-AE43-42CD-8F62-10377EF2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5A1EEF3A-74CE-4D45-9B9E-D9FF1118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068F83-9AD6-4BF7-8986-9AB1508F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b5ceb138c7d4dd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纠错：“研究不等式与不等式组章末复习时，只记结论，不必区分条件、过程和依据。”这句话对吗？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当堂检测：概括单个不等式与不等式组解集的联系。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EC24680-A5B8-41E3-93AC-981F5421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F07C34-1EB2-4F8F-B37F-4D602C60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F49330EC-57A1-41D5-A838-A36D3866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DCAF32-89A4-4462-86BC-59528F08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e9b51711da4fa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小结参考：本课围绕“不等式与不等式组章末复习”，掌握不等式、一元一次不等式、不等式组、实际应用，并能运用构建“列式—求解—表示—解释”流程。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基础：完成教材复习题11中的基础题并订正Q5、Q7 提升：当堂检测：概括单个不等式与不等式组解集的联系。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我能否：①准确表达不等式；②运用构建“列式—求解—表示—解释”流程；③写清依据并检验？选择“会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3C1492-AC33-4577-9F28-F82BC2C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A6C218C-9231-4053-B4DD-528C570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F5DBF5ED-C48C-4065-8867-3416E12E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ECA3EE-8352-4353-8A1B-E99EB791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2026-08-02T17:50:09.5240000Z</dcterms:created>
  <dcterms:modified xsi:type="dcterms:W3CDTF">2026-08-02T17:50:09.5240000Z</dcterms:modified>
</coreProperties>
</file>