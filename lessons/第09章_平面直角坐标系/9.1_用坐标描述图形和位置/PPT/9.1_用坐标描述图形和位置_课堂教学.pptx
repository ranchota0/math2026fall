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e516a50694b40" /><Relationship Type="http://schemas.openxmlformats.org/officeDocument/2006/relationships/extended-properties" Target="/docProps/app.xml" Id="R72ea138f014b4d99" /><Relationship Type="http://schemas.openxmlformats.org/officeDocument/2006/relationships/officeDocument" Target="/ppt/presentation.xml" Id="Rea2de7b68d5e42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cda7871a954178"/>
    <p:sldMasterId xmlns:r="http://schemas.openxmlformats.org/officeDocument/2006/relationships" id="2147483660" r:id="R1128f5373cc7404c"/>
  </p:sldMasterIdLst>
  <p:notesMasterIdLst>
    <p:notesMasterId xmlns:r="http://schemas.openxmlformats.org/officeDocument/2006/relationships" r:id="R68755ba3f1ab47e8"/>
  </p:notesMasterIdLst>
  <p:sldIdLst>
    <p:sldId xmlns:r="http://schemas.openxmlformats.org/officeDocument/2006/relationships" id="256" r:id="R126c3084b1fe41cd"/>
    <p:sldId xmlns:r="http://schemas.openxmlformats.org/officeDocument/2006/relationships" id="257" r:id="R46a81cc50a484142"/>
    <p:sldId xmlns:r="http://schemas.openxmlformats.org/officeDocument/2006/relationships" id="258" r:id="Rabc3bd73a4bb46aa"/>
    <p:sldId xmlns:r="http://schemas.openxmlformats.org/officeDocument/2006/relationships" id="259" r:id="R72358d769c9b4cd0"/>
    <p:sldId xmlns:r="http://schemas.openxmlformats.org/officeDocument/2006/relationships" id="260" r:id="R14180965b3294b7e"/>
    <p:sldId xmlns:r="http://schemas.openxmlformats.org/officeDocument/2006/relationships" id="261" r:id="Re4ee87c8f7a847e6"/>
    <p:sldId xmlns:r="http://schemas.openxmlformats.org/officeDocument/2006/relationships" id="262" r:id="R93b42caee046473a"/>
    <p:sldId xmlns:r="http://schemas.openxmlformats.org/officeDocument/2006/relationships" id="263" r:id="R39d44a50f45844f3"/>
    <p:sldId xmlns:r="http://schemas.openxmlformats.org/officeDocument/2006/relationships" id="264" r:id="Rb47b0d2c439d4224"/>
    <p:sldId xmlns:r="http://schemas.openxmlformats.org/officeDocument/2006/relationships" id="265" r:id="R8d21fdaffc1b4386"/>
    <p:sldId xmlns:r="http://schemas.openxmlformats.org/officeDocument/2006/relationships" id="266" r:id="Rf2c019b04f014382"/>
    <p:sldId xmlns:r="http://schemas.openxmlformats.org/officeDocument/2006/relationships" id="267" r:id="Rcffc6f18ab454701"/>
    <p:sldId xmlns:r="http://schemas.openxmlformats.org/officeDocument/2006/relationships" id="268" r:id="R066ae7b1bf0d41c3"/>
    <p:sldId xmlns:r="http://schemas.openxmlformats.org/officeDocument/2006/relationships" id="269" r:id="Rdb93136a76624b3d"/>
    <p:sldId xmlns:r="http://schemas.openxmlformats.org/officeDocument/2006/relationships" id="270" r:id="R9678ca7898c14b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8a13ab54b84efb" /><Relationship Type="http://schemas.openxmlformats.org/officeDocument/2006/relationships/slideMaster" Target="/ppt/slideMasters/slideMaster1.xml" Id="Rc5cda7871a954178" /><Relationship Type="http://schemas.openxmlformats.org/officeDocument/2006/relationships/slideMaster" Target="/ppt/slideMasters/slideMaster2.xml" Id="R1128f5373cc7404c" /><Relationship Type="http://schemas.openxmlformats.org/officeDocument/2006/relationships/notesMaster" Target="/ppt/notesMasters/notesMaster1.xml" Id="R68755ba3f1ab47e8" /><Relationship Type="http://schemas.openxmlformats.org/officeDocument/2006/relationships/presProps" Target="/ppt/presProps.xml" Id="R354ffa361f9944e0" /><Relationship Type="http://schemas.openxmlformats.org/officeDocument/2006/relationships/viewProps" Target="/ppt/viewProps.xml" Id="R68b0d0cd173d4bc3" /><Relationship Type="http://schemas.openxmlformats.org/officeDocument/2006/relationships/tableStyles" Target="/ppt/tableStyles.xml" Id="Re53f839e9908486f" /><Relationship Type="http://schemas.openxmlformats.org/officeDocument/2006/relationships/slide" Target="/ppt/slides/slide1.xml" Id="R126c3084b1fe41cd" /><Relationship Type="http://schemas.openxmlformats.org/officeDocument/2006/relationships/slide" Target="/ppt/slides/slide2.xml" Id="R46a81cc50a484142" /><Relationship Type="http://schemas.openxmlformats.org/officeDocument/2006/relationships/slide" Target="/ppt/slides/slide3.xml" Id="Rabc3bd73a4bb46aa" /><Relationship Type="http://schemas.openxmlformats.org/officeDocument/2006/relationships/slide" Target="/ppt/slides/slide4.xml" Id="R72358d769c9b4cd0" /><Relationship Type="http://schemas.openxmlformats.org/officeDocument/2006/relationships/slide" Target="/ppt/slides/slide5.xml" Id="R14180965b3294b7e" /><Relationship Type="http://schemas.openxmlformats.org/officeDocument/2006/relationships/slide" Target="/ppt/slides/slide6.xml" Id="Re4ee87c8f7a847e6" /><Relationship Type="http://schemas.openxmlformats.org/officeDocument/2006/relationships/slide" Target="/ppt/slides/slide7.xml" Id="R93b42caee046473a" /><Relationship Type="http://schemas.openxmlformats.org/officeDocument/2006/relationships/slide" Target="/ppt/slides/slide8.xml" Id="R39d44a50f45844f3" /><Relationship Type="http://schemas.openxmlformats.org/officeDocument/2006/relationships/slide" Target="/ppt/slides/slide9.xml" Id="Rb47b0d2c439d4224" /><Relationship Type="http://schemas.openxmlformats.org/officeDocument/2006/relationships/slide" Target="/ppt/slides/slide10.xml" Id="R8d21fdaffc1b4386" /><Relationship Type="http://schemas.openxmlformats.org/officeDocument/2006/relationships/slide" Target="/ppt/slides/slide11.xml" Id="Rf2c019b04f014382" /><Relationship Type="http://schemas.openxmlformats.org/officeDocument/2006/relationships/slide" Target="/ppt/slides/slide12.xml" Id="Rcffc6f18ab454701" /><Relationship Type="http://schemas.openxmlformats.org/officeDocument/2006/relationships/slide" Target="/ppt/slides/slide13.xml" Id="R066ae7b1bf0d41c3" /><Relationship Type="http://schemas.openxmlformats.org/officeDocument/2006/relationships/slide" Target="/ppt/slides/slide14.xml" Id="Rdb93136a76624b3d" /><Relationship Type="http://schemas.openxmlformats.org/officeDocument/2006/relationships/slide" Target="/ppt/slides/slide15.xml" Id="R9678ca7898c14b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3967e10e5a048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a76f7724c64b86" /><Relationship Type="http://schemas.openxmlformats.org/officeDocument/2006/relationships/notesMaster" Target="/ppt/notesMasters/notesMaster1.xml" Id="R61b81eddeafa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221ad5d759477a" /><Relationship Type="http://schemas.openxmlformats.org/officeDocument/2006/relationships/notesMaster" Target="/ppt/notesMasters/notesMaster1.xml" Id="Rf7ead3c6d8844c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e15c8a1d6b44be" /><Relationship Type="http://schemas.openxmlformats.org/officeDocument/2006/relationships/notesMaster" Target="/ppt/notesMasters/notesMaster1.xml" Id="R778aa0e71eb24f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336d4a1394290" /><Relationship Type="http://schemas.openxmlformats.org/officeDocument/2006/relationships/notesMaster" Target="/ppt/notesMasters/notesMaster1.xml" Id="Rd85d8874c1194b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c1c4fa74f64a93" /><Relationship Type="http://schemas.openxmlformats.org/officeDocument/2006/relationships/notesMaster" Target="/ppt/notesMasters/notesMaster1.xml" Id="R424eda5e5a9c46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64dc4a1f044ba8" /><Relationship Type="http://schemas.openxmlformats.org/officeDocument/2006/relationships/notesMaster" Target="/ppt/notesMasters/notesMaster1.xml" Id="R6fdfe88b16f44b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1a3f097a3f4ed4" /><Relationship Type="http://schemas.openxmlformats.org/officeDocument/2006/relationships/notesMaster" Target="/ppt/notesMasters/notesMaster1.xml" Id="Rc58ba25b58e649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54f85340e548a8" /><Relationship Type="http://schemas.openxmlformats.org/officeDocument/2006/relationships/notesMaster" Target="/ppt/notesMasters/notesMaster1.xml" Id="R6a503dd124ff46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7570b9d8d74a26" /><Relationship Type="http://schemas.openxmlformats.org/officeDocument/2006/relationships/notesMaster" Target="/ppt/notesMasters/notesMaster1.xml" Id="Rb2e6d6dca3d04e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df7719580f4b2c" /><Relationship Type="http://schemas.openxmlformats.org/officeDocument/2006/relationships/notesMaster" Target="/ppt/notesMasters/notesMaster1.xml" Id="Rd42bc99e902e4b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db1ea65e7d4771" /><Relationship Type="http://schemas.openxmlformats.org/officeDocument/2006/relationships/notesMaster" Target="/ppt/notesMasters/notesMaster1.xml" Id="R45382d52b8ce47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4c5209e7ff455c" /><Relationship Type="http://schemas.openxmlformats.org/officeDocument/2006/relationships/notesMaster" Target="/ppt/notesMasters/notesMaster1.xml" Id="Rdbb2ffddb1fe43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15ec0bcc804a4a" /><Relationship Type="http://schemas.openxmlformats.org/officeDocument/2006/relationships/notesMaster" Target="/ppt/notesMasters/notesMaster1.xml" Id="Rb277f33b7b16425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0125b6cc22348da" /><Relationship Type="http://schemas.openxmlformats.org/officeDocument/2006/relationships/notesMaster" Target="/ppt/notesMasters/notesMaster1.xml" Id="R21d2ba4bfb0a431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3e62c7dcfe4336" /><Relationship Type="http://schemas.openxmlformats.org/officeDocument/2006/relationships/notesMaster" Target="/ppt/notesMasters/notesMaster1.xml" Id="R24aba854bc5e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从教材印刷页66—71进入《用坐标描述图形和位置》。说明本课在第9章 平面直角坐标系中的位置。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人教版《义务教育教科书·数学七年级下册》，印刷页66—71。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形成第一个核心概念：用关键点坐标描述图形。要求学生标出对象、条件、表示和作用。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形成第二个核心概念或方法：建立适当坐标系。与前一概念对比，避免相近知识混淆。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呈现Q4，保留独立思考时间。题型对应教材印刷页66—71的例题或典型任务。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人教版《义务教育教科书·数学七年级下册》，印刷页66—71。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4aae3acae34d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2b8aff1b4947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a8932f75740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dd1faafdb41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b3e160e334a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4c81a894f42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f1d91343cb4c7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32305bc0b474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7b6134897f486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caf0418b04b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25d7d0ec74a2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dcd0f80e88457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2b319205e24063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4f37a23a974eaa" /><Relationship Type="http://schemas.openxmlformats.org/officeDocument/2006/relationships/slideLayout" Target="/ppt/slideLayouts/slideLayout1.xml" Id="R830e94069d0646a2" /><Relationship Type="http://schemas.openxmlformats.org/officeDocument/2006/relationships/slideLayout" Target="/ppt/slideLayouts/slideLayout2.xml" Id="R940a1bf5157944d9" /><Relationship Type="http://schemas.openxmlformats.org/officeDocument/2006/relationships/slideLayout" Target="/ppt/slideLayouts/slideLayout3.xml" Id="Rc9a88ea8dce2483e" /><Relationship Type="http://schemas.openxmlformats.org/officeDocument/2006/relationships/slideLayout" Target="/ppt/slideLayouts/slideLayout4.xml" Id="R259cd7246f424378" /><Relationship Type="http://schemas.openxmlformats.org/officeDocument/2006/relationships/slideLayout" Target="/ppt/slideLayouts/slideLayout5.xml" Id="Rf85788d24ed54d32" /><Relationship Type="http://schemas.openxmlformats.org/officeDocument/2006/relationships/slideLayout" Target="/ppt/slideLayouts/slideLayout6.xml" Id="R79c0ddad82fb47f8" /><Relationship Type="http://schemas.openxmlformats.org/officeDocument/2006/relationships/slideLayout" Target="/ppt/slideLayouts/slideLayout7.xml" Id="R82f5cd1aa4c14cce" /><Relationship Type="http://schemas.openxmlformats.org/officeDocument/2006/relationships/slideLayout" Target="/ppt/slideLayouts/slideLayout8.xml" Id="R3b7e7fb24b4741e3" /><Relationship Type="http://schemas.openxmlformats.org/officeDocument/2006/relationships/slideLayout" Target="/ppt/slideLayouts/slideLayout9.xml" Id="Rcc605c75fb5b498b" /><Relationship Type="http://schemas.openxmlformats.org/officeDocument/2006/relationships/slideLayout" Target="/ppt/slideLayouts/slideLayout10.xml" Id="Re7f5c5f554034a52" /><Relationship Type="http://schemas.openxmlformats.org/officeDocument/2006/relationships/slideLayout" Target="/ppt/slideLayouts/slideLayout11.xml" Id="Rf6b7304e3621476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6b32d9c9e9d490e" /><Relationship Type="http://schemas.openxmlformats.org/officeDocument/2006/relationships/slideLayout" Target="/ppt/slideLayouts/slideLayout12.xml" Id="R8af2d5d822394dd8" /><Relationship Type="http://schemas.openxmlformats.org/officeDocument/2006/relationships/slideLayout" Target="/ppt/slideLayouts/slideLayout13.xml" Id="R506c42d25c904e9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0e94069d0646a2"/>
    <p:sldLayoutId xmlns:r="http://schemas.openxmlformats.org/officeDocument/2006/relationships" id="2147483650" r:id="R940a1bf5157944d9"/>
    <p:sldLayoutId xmlns:r="http://schemas.openxmlformats.org/officeDocument/2006/relationships" id="2147483651" r:id="Rc9a88ea8dce2483e"/>
    <p:sldLayoutId xmlns:r="http://schemas.openxmlformats.org/officeDocument/2006/relationships" id="2147483652" r:id="R259cd7246f424378"/>
    <p:sldLayoutId xmlns:r="http://schemas.openxmlformats.org/officeDocument/2006/relationships" id="2147483653" r:id="Rf85788d24ed54d32"/>
    <p:sldLayoutId xmlns:r="http://schemas.openxmlformats.org/officeDocument/2006/relationships" id="2147483654" r:id="R79c0ddad82fb47f8"/>
    <p:sldLayoutId xmlns:r="http://schemas.openxmlformats.org/officeDocument/2006/relationships" id="2147483655" r:id="R82f5cd1aa4c14cce"/>
    <p:sldLayoutId xmlns:r="http://schemas.openxmlformats.org/officeDocument/2006/relationships" id="2147483656" r:id="R3b7e7fb24b4741e3"/>
    <p:sldLayoutId xmlns:r="http://schemas.openxmlformats.org/officeDocument/2006/relationships" id="2147483657" r:id="Rcc605c75fb5b498b"/>
    <p:sldLayoutId xmlns:r="http://schemas.openxmlformats.org/officeDocument/2006/relationships" id="2147483658" r:id="Re7f5c5f554034a52"/>
    <p:sldLayoutId xmlns:r="http://schemas.openxmlformats.org/officeDocument/2006/relationships" id="2147483659" r:id="Rf6b7304e3621476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af2d5d822394dd8"/>
    <p:sldLayoutId xmlns:r="http://schemas.openxmlformats.org/officeDocument/2006/relationships" id="2147483662" r:id="R506c42d25c904e9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0939e3be19a4a3b" /><Relationship Type="http://schemas.openxmlformats.org/officeDocument/2006/relationships/image" Target="/ppt/media/image.jpeg" Id="Rd052539cfa854843" /><Relationship Type="http://schemas.openxmlformats.org/officeDocument/2006/relationships/notesSlide" Target="/ppt/notesSlides/notesSlide1.xml" Id="R0420d5cb332940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20498114ee34d8d" /><Relationship Type="http://schemas.openxmlformats.org/officeDocument/2006/relationships/image" Target="/ppt/media/image2.jpeg" Id="R7bac31e61dc84009" /><Relationship Type="http://schemas.openxmlformats.org/officeDocument/2006/relationships/image" Target="/ppt/media/image.svg" Id="Rc880ac82e0504ba1" /><Relationship Type="http://schemas.openxmlformats.org/officeDocument/2006/relationships/image" Target="/ppt/media/image.jpeg" Id="Ra07e8d8892a24192" /><Relationship Type="http://schemas.openxmlformats.org/officeDocument/2006/relationships/image" Target="/ppt/media/image2.svg" Id="R947214e7440d476a" /><Relationship Type="http://schemas.openxmlformats.org/officeDocument/2006/relationships/image" Target="/ppt/media/image3.jpeg" Id="R510f88f68a454681" /><Relationship Type="http://schemas.openxmlformats.org/officeDocument/2006/relationships/image" Target="/ppt/media/image3.svg" Id="R645db48847ad469d" /><Relationship Type="http://schemas.openxmlformats.org/officeDocument/2006/relationships/image" Target="/ppt/media/image4.jpeg" Id="Rce30eee0d9c84e4d" /><Relationship Type="http://schemas.openxmlformats.org/officeDocument/2006/relationships/image" Target="/ppt/media/image4.svg" Id="R4e954a5abdbd437f" /><Relationship Type="http://schemas.openxmlformats.org/officeDocument/2006/relationships/notesSlide" Target="/ppt/notesSlides/notesSlide2.xml" Id="R04578d09dc8946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e9bac5b69549cd" /><Relationship Type="http://schemas.openxmlformats.org/officeDocument/2006/relationships/image" Target="/ppt/media/image2.jpeg" Id="R433f37d79fb64495" /><Relationship Type="http://schemas.openxmlformats.org/officeDocument/2006/relationships/notesSlide" Target="/ppt/notesSlides/notesSlide3.xml" Id="Rd52fe881e97a4a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05e6ee97eee48f6" /><Relationship Type="http://schemas.openxmlformats.org/officeDocument/2006/relationships/image" Target="/ppt/media/image2.jpeg" Id="R2b4b8089eee3448f" /><Relationship Type="http://schemas.openxmlformats.org/officeDocument/2006/relationships/notesSlide" Target="/ppt/notesSlides/notesSlide4.xml" Id="R14725ad76f7f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9ded9ec89ff4df0" /><Relationship Type="http://schemas.openxmlformats.org/officeDocument/2006/relationships/image" Target="/ppt/media/image2.jpeg" Id="Rc2a519ea291243d3" /><Relationship Type="http://schemas.openxmlformats.org/officeDocument/2006/relationships/notesSlide" Target="/ppt/notesSlides/notesSlide5.xml" Id="R6ba6cc83841f4f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da69a126e949e1" /><Relationship Type="http://schemas.openxmlformats.org/officeDocument/2006/relationships/image" Target="/ppt/media/image2.jpeg" Id="Rc86fa35a4df74f74" /><Relationship Type="http://schemas.openxmlformats.org/officeDocument/2006/relationships/notesSlide" Target="/ppt/notesSlides/notesSlide6.xml" Id="Rb4f415172e9640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5e328906be4ac6" /><Relationship Type="http://schemas.openxmlformats.org/officeDocument/2006/relationships/image" Target="/ppt/media/image2.jpeg" Id="Rfa7a484d0cfc4ed5" /><Relationship Type="http://schemas.openxmlformats.org/officeDocument/2006/relationships/notesSlide" Target="/ppt/notesSlides/notesSlide7.xml" Id="Rbfa00ad82f024c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d2e05081544478" /><Relationship Type="http://schemas.openxmlformats.org/officeDocument/2006/relationships/image" Target="/ppt/media/image2.jpeg" Id="Rf877f389e4724a7a" /><Relationship Type="http://schemas.openxmlformats.org/officeDocument/2006/relationships/notesSlide" Target="/ppt/notesSlides/notesSlide8.xml" Id="R28d3c359835742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d56ea747d64461" /><Relationship Type="http://schemas.openxmlformats.org/officeDocument/2006/relationships/image" Target="/ppt/media/image2.jpeg" Id="R0564d48140134311" /><Relationship Type="http://schemas.openxmlformats.org/officeDocument/2006/relationships/notesSlide" Target="/ppt/notesSlides/notesSlide9.xml" Id="Rfb3533839b23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ca559f0e0b54589" /><Relationship Type="http://schemas.openxmlformats.org/officeDocument/2006/relationships/image" Target="/ppt/media/image2.jpeg" Id="R1120e32ba6134257" /><Relationship Type="http://schemas.openxmlformats.org/officeDocument/2006/relationships/notesSlide" Target="/ppt/notesSlides/notesSlide10.xml" Id="Rfa9182be67a740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a7762dab384f43" /><Relationship Type="http://schemas.openxmlformats.org/officeDocument/2006/relationships/image" Target="/ppt/media/image2.jpeg" Id="R9f857cd195584e71" /><Relationship Type="http://schemas.openxmlformats.org/officeDocument/2006/relationships/notesSlide" Target="/ppt/notesSlides/notesSlide11.xml" Id="R572f28415149426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ecc18de79a94d78" /><Relationship Type="http://schemas.openxmlformats.org/officeDocument/2006/relationships/image" Target="/ppt/media/image2.jpeg" Id="Ra43efaf8f5404eba" /><Relationship Type="http://schemas.openxmlformats.org/officeDocument/2006/relationships/notesSlide" Target="/ppt/notesSlides/notesSlide12.xml" Id="R5a93b9d238b240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5a8a1fafbc482c" /><Relationship Type="http://schemas.openxmlformats.org/officeDocument/2006/relationships/image" Target="/ppt/media/image2.jpeg" Id="Rd6f65b2931db4247" /><Relationship Type="http://schemas.openxmlformats.org/officeDocument/2006/relationships/notesSlide" Target="/ppt/notesSlides/notesSlide13.xml" Id="R8a21363c2d05466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6a0eb3780b4025" /><Relationship Type="http://schemas.openxmlformats.org/officeDocument/2006/relationships/image" Target="/ppt/media/image2.jpeg" Id="Rda9d4a8191484766" /><Relationship Type="http://schemas.openxmlformats.org/officeDocument/2006/relationships/notesSlide" Target="/ppt/notesSlides/notesSlide14.xml" Id="R5076c03168b540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32c9f275474a41" /><Relationship Type="http://schemas.openxmlformats.org/officeDocument/2006/relationships/image" Target="/ppt/media/image5.jpeg" Id="R0b38d017d8cb464e" /><Relationship Type="http://schemas.openxmlformats.org/officeDocument/2006/relationships/notesSlide" Target="/ppt/notesSlides/notesSlide15.xml" Id="R31c558e8d7984cc0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52539cfa85484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9.1 用坐标描述图形和位置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第9章 平面直角坐标系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教材印刷页66—71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bac31e61dc8400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e8d8892a24192">
            <a:extLst>
              <a:ext uri="{96DAC541-7B7A-43D3-8B79-37D633B846F1}">
                <asvg:svgBlip xmlns:asvg="http://schemas.microsoft.com/office/drawing/2016/SVG/main" r:embed="Rc880ac82e0504b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通过阅读、观察或操作，准确说出用关键点坐标描述图形、建立适当坐标系、经纬度表示位置的含义、表示或基本步骤。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c31e61dc84009">
            <a:extLst>
              <a:ext uri="{96DAC541-7B7A-43D3-8B79-37D633B846F1}">
                <asvg:svgBlip xmlns:asvg="http://schemas.microsoft.com/office/drawing/2016/SVG/main" r:embed="R947214e7440d476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在Q2—Q4中运用“选择原点和坐标轴简化坐标”，能用完整语言、式子、图形或图表说明依据。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f88f68a454681">
            <a:extLst>
              <a:ext uri="{96DAC541-7B7A-43D3-8B79-37D633B846F1}">
                <asvg:svgBlip xmlns:asvg="http://schemas.microsoft.com/office/drawing/2016/SVG/main" r:embed="R645db48847ad469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在基础与变式练习中运用“选择原点和坐标轴简化坐标”解决同类问题，并对结果进行检验。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0eee0d9c84e4d">
            <a:extLst>
              <a:ext uri="{96DAC541-7B7A-43D3-8B79-37D633B846F1}">
                <asvg:svgBlip xmlns:asvg="http://schemas.microsoft.com/office/drawing/2016/SVG/main" r:embed="R4e954a5abdbd437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33f37d79fb6449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对应印刷页66—71。先读图、读表或读题，圈出已知和所求。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调用学生已经学习点的坐标、简单平面图形，具备基本观察、计算、作图或整理数据的经验。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聚焦用关键点坐标描述图形、建立适当坐标系、经纬度表示位置，不急于抄结论。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AF8B8A1-2AE9-48AF-96B7-C3C3358D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B1289C2-278A-486C-9876-0CFE226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1279ED-C271-43D1-9842-8EF677F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BB567B8-154B-43A3-BA87-33FF9155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6FE71DD-EDB1-49EC-8004-04F47CC9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F91158E-85F7-4864-95AB-52BFD65A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034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06F0B6C-E486-4D2B-B668-1D90E602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1157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C976BC9-DD23-4923-AD5E-5DFEA82D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22986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340D000-4C3F-4D45-88D5-DF26C9B5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0B5FB4C-A522-42E5-AB21-EAF2385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7015DF-2579-4657-B68F-897C4AE9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BB6F0ED4-9DD3-47A0-904E-25E07110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640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8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6BA10F1-8D6A-4BDF-A857-1FE712E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9A8C00-4CB4-4499-AEFC-63900374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0799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D36CD60-B4B0-46E6-BA55-D515D386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4592288"/>
            <a:ext cx="0" cy="975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0556F529-6078-47DE-B6CD-B42C9B05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3608" y="47751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b4b8089eee3448f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旧知回顾：回顾“点的坐标”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回顾“点的坐标”：写出一条与本课有关的定义、性质或计算规则。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参考要点：正确表述“点的坐标”的核心含义，并说明它与“用关键点坐标描述图形”的联系。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A6BFD86-ADC8-44A5-8436-9DA19892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4E0F619-BA07-4BAA-AFEA-4B441F17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EF878F8-766C-48DE-8B17-EEAD0BD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4D65AB9C-4BE9-4DA2-BA77-7CA2DA3A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65D8CD3E-625E-43FE-991E-C0BDFF1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2a519ea291243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阅读教材印刷页66—71，圈出“用关键点坐标描述图形、建立适当坐标系、经纬度表示位置”，分别用一句话记录它们解决什么问题。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小组探究：围绕“不同坐标系下坐标的变化”设计一次观察、操作或推理，记录现象、猜想和验证依据。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围绕“选择原点和坐标轴简化坐标”说明理由；同伴只追问条件和依据。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0A2FC75-657B-4BCF-9BDE-6CA7F110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889BA6A-6D51-41D3-A7C0-3DECA80F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FDC8BB-11E4-41C8-A52F-8B1FD8D4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34F9F6F-1732-4F19-BC74-1A19DF67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86fa35a4df74f7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概念一：用关键点坐标描述图形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用关键点坐标描述图形：按教材明确其定义、条件、表示、性质或步骤。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4D7F88C-4DE5-4539-AE69-CDDAACF3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01DC95-E7ED-4E45-96A8-6D006CDB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9367083-7110-4A7D-8540-150C53B9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18F52A34-920E-4085-B928-AAD8FC99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35B6AE-115A-4A80-9659-DD2602C6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7a484d0cfc4e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概念二：建立适当坐标系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建立适当坐标系：按教材明确其定义、条件、表示、性质或步骤。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易错提醒：不同坐标系下坐标的变化。先审条件，再使用结论。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CE8C58D-3DE9-497D-8FA5-C6DEF546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67FF254-AED4-4ECC-A6C5-1C846549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3952875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97FE2E7-FBEC-41C6-AB7B-9EB00CA6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2642235"/>
            <a:ext cx="0" cy="26212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6E521769-F885-4C82-A57B-A91A952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5489" y="3133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7E282DA-9E5C-44B1-8320-DAC48FC0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1685" y="2928938"/>
            <a:ext cx="12934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877f389e4724a7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小组探究：围绕“不同坐标系下坐标的变化”设计一次观察、操作或推理，记录现象、猜想和验证依据。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参考思路：先明确条件，再围绕“选择原点和坐标轴简化坐标”形成猜想，最后用定义、计算、图表或反例验证。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D410128-0857-4F2B-8B04-F2932640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0471899-7D75-4AF9-B1B4-2FA8D37C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9E3784F-2BD6-4A38-B59D-4C38122C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2958D544-7053-44AE-B88E-62A18B15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E7D9C62-7375-4A51-BF2F-0EEE4BEC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564d4814013431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只记“用关键点坐标描述图形”的结论，不检查适用条件。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把“选择原点和坐标轴简化坐标”与相近概念或逆命题混淆。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120e32ba613425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教材例题：例题（对应教材9.1例2、阅读与思考“用经…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例题（对应教材9.1例2、阅读与思考“用经纬度表示地理位置”）：矩形四点为A(0,0)、B(4,0)、C(4,3)、D(0,3)。用坐标描述其位置和边长。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选用选择原点和坐标轴简化坐标；3.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教材印刷页66—71：先思考，再对照规范解答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D261CDC-80B5-4DBF-83BA-8AC7E344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019791B-21D5-41FA-A1EE-B7572D35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9C07C22-D9F0-4124-87D5-7C5F347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4B0EE127-0E04-472C-BA2A-46D804B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f857cd195584e7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选择“选择原点和坐标轴简化坐标”对应的方法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矩形位于第一象限及坐标轴上；AB=4，BC=3。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没有先确认“选择原点和坐标轴简化坐标”的条件，或只写结果不写依据。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418BF2D-CCED-4C18-B63A-181C0EBC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C38D9A6-7902-4074-9128-32325F96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238500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69450FB-0B9B-44DD-A61C-440309FB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247650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2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31D842BB-2554-479D-B571-31374C46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686" y="2762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6ED933C-F356-4561-86E9-72728834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215" y="2643188"/>
            <a:ext cx="110680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B8F77"/>
                </a:solidFill>
              </a:defRPr>
            </a:pPr>
            <a:r>
              <a:rPr sz="1275" b="1">
                <a:solidFill>
                  <a:srgbClr val="1B8F77"/>
                </a:solidFill>
              </a:rPr>
              <a:t>P(x, y)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43efaf8f5404eb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基础辨析：判断“使用‘用关键点坐标描述图形’时不需要检查条件，只要结论看起来合理即可”，并说明理由。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变式练习：把Q4的一个条件、数据或表示方式作合理改变，仍用“选择原点和坐标轴简化坐标”解决，并写出检验。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AC9A3A36-8EC4-4370-B7E4-89ABDA43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FA81E9D-820A-4B7D-88FF-E276BDE7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FDB586D-1101-4C79-81CE-8CF84C3F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F76D422-EF29-4978-B716-9247203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6f65b2931db424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变式练习：把Q4的一个条件、数据或表示方式作合理改变，仍用“选择原点和坐标轴简化坐标”解决，并写出检验。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答案不唯一。评价要点：改变后的条件完整；方法仍属于“选择原点和坐标轴简化坐标”；过程正确；检验与新条件一致。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38DEEA7-51F3-48D5-AA3C-FB2052F8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A04F5F-205C-4CCE-A9C0-8AF029CA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862513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D106D4-EA0B-4B3F-B37B-5E926A60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420553"/>
            <a:ext cx="0" cy="883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D8BE4F53-E7B8-4FFD-934C-E187D3D9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5201" y="45862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9d4a819148476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纠错：“研究用坐标描述图形和位置时，只记结论，不必区分条件、过程和依据。”这句话对吗？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当堂检测：建立坐标系描述图形时，怎样选原点和单位长度更简洁？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4EDE6D3-3BC7-4A00-855D-349614B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107506-8AC5-4177-9BEB-E8B1ACB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167313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9A2440-C010-4915-8F71-3EB660C2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475583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79B4B16F-82AB-41C9-8DDC-94E8F28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179" y="491013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b38d017d8cb464e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小结参考：本课围绕“用坐标描述图形和位置”，掌握用关键点坐标描述图形、建立适当坐标系、经纬度表示位置，并能运用选择原点和坐标轴简化坐标。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基础：完成教材第68—70页练习与9.1习题中的基础题并订正Q5、Q7 提升：当堂检测：建立坐标系描述图形时，怎样选原点和单位长度更简洁？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我能否：①准确表达用关键点坐标描述图形；②运用选择原点和坐标轴简化坐标；③写清依据并检验？选择“会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EFEEBF3-A374-4E69-9463-36317A49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CDD155-C360-4CA5-BF0D-0C754C6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2976563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A57C472-D958-4DE8-820C-7AA6F61E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565083"/>
            <a:ext cx="0" cy="8229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point">
            <a:extLst xmlns:a="http://schemas.openxmlformats.org/drawingml/2006/main">
              <a:ext uri="{FF2B5EF4-FFF2-40B4-BE49-F238E27FC236}">
                <a16:creationId xmlns:a16="http://schemas.microsoft.com/office/drawing/2014/main" id="{E2F67B83-B2F0-462D-8A7C-1149F6BF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0716" y="271938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93B"/>
          </a:solidFill>
          <a:ln xmlns:a="http://schemas.openxmlformats.org/drawingml/2006/main" w="9525">
            <a:solidFill>
              <a:srgbClr val="E4793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2026-08-02T17:49:48.3910000Z</dcterms:created>
  <dcterms:modified xsi:type="dcterms:W3CDTF">2026-08-02T17:49:48.3910000Z</dcterms:modified>
</coreProperties>
</file>