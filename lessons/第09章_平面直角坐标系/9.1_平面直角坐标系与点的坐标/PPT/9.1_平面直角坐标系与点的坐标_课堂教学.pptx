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b5464e3914c05" /><Relationship Type="http://schemas.openxmlformats.org/officeDocument/2006/relationships/extended-properties" Target="/docProps/app.xml" Id="R143e9d2e5a0c4676" /><Relationship Type="http://schemas.openxmlformats.org/officeDocument/2006/relationships/officeDocument" Target="/ppt/presentation.xml" Id="R324fbeb5ad2f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e7d15110f449f"/>
    <p:sldMasterId xmlns:r="http://schemas.openxmlformats.org/officeDocument/2006/relationships" id="2147483660" r:id="R7b28c016867d48e3"/>
  </p:sldMasterIdLst>
  <p:notesMasterIdLst>
    <p:notesMasterId xmlns:r="http://schemas.openxmlformats.org/officeDocument/2006/relationships" r:id="R97f136bbc6bf4ea8"/>
  </p:notesMasterIdLst>
  <p:sldIdLst>
    <p:sldId xmlns:r="http://schemas.openxmlformats.org/officeDocument/2006/relationships" id="256" r:id="Ra46d723aa779481f"/>
    <p:sldId xmlns:r="http://schemas.openxmlformats.org/officeDocument/2006/relationships" id="257" r:id="R2c731bbb6a0340b1"/>
    <p:sldId xmlns:r="http://schemas.openxmlformats.org/officeDocument/2006/relationships" id="258" r:id="Rf56c422683104487"/>
    <p:sldId xmlns:r="http://schemas.openxmlformats.org/officeDocument/2006/relationships" id="259" r:id="Rabbe5eaf169e4743"/>
    <p:sldId xmlns:r="http://schemas.openxmlformats.org/officeDocument/2006/relationships" id="260" r:id="R3dcb7c92bfb44b40"/>
    <p:sldId xmlns:r="http://schemas.openxmlformats.org/officeDocument/2006/relationships" id="261" r:id="R600702fa5a3747c0"/>
    <p:sldId xmlns:r="http://schemas.openxmlformats.org/officeDocument/2006/relationships" id="262" r:id="R54e6111759e247fb"/>
    <p:sldId xmlns:r="http://schemas.openxmlformats.org/officeDocument/2006/relationships" id="263" r:id="R9d59756b71b24af8"/>
    <p:sldId xmlns:r="http://schemas.openxmlformats.org/officeDocument/2006/relationships" id="264" r:id="Rd4e6180627ae42e5"/>
    <p:sldId xmlns:r="http://schemas.openxmlformats.org/officeDocument/2006/relationships" id="265" r:id="Rc8f52982f8664627"/>
    <p:sldId xmlns:r="http://schemas.openxmlformats.org/officeDocument/2006/relationships" id="266" r:id="Rc4683113998a447c"/>
    <p:sldId xmlns:r="http://schemas.openxmlformats.org/officeDocument/2006/relationships" id="267" r:id="R97447f5fc82540cd"/>
    <p:sldId xmlns:r="http://schemas.openxmlformats.org/officeDocument/2006/relationships" id="268" r:id="R16605239207c4f9d"/>
    <p:sldId xmlns:r="http://schemas.openxmlformats.org/officeDocument/2006/relationships" id="269" r:id="Rb40a3e1bc32a469b"/>
    <p:sldId xmlns:r="http://schemas.openxmlformats.org/officeDocument/2006/relationships" id="270" r:id="R71028f7cdb9c4f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371cd33dc4044" /><Relationship Type="http://schemas.openxmlformats.org/officeDocument/2006/relationships/slideMaster" Target="/ppt/slideMasters/slideMaster1.xml" Id="R698e7d15110f449f" /><Relationship Type="http://schemas.openxmlformats.org/officeDocument/2006/relationships/slideMaster" Target="/ppt/slideMasters/slideMaster2.xml" Id="R7b28c016867d48e3" /><Relationship Type="http://schemas.openxmlformats.org/officeDocument/2006/relationships/notesMaster" Target="/ppt/notesMasters/notesMaster1.xml" Id="R97f136bbc6bf4ea8" /><Relationship Type="http://schemas.openxmlformats.org/officeDocument/2006/relationships/presProps" Target="/ppt/presProps.xml" Id="R272dc375b56d4fde" /><Relationship Type="http://schemas.openxmlformats.org/officeDocument/2006/relationships/viewProps" Target="/ppt/viewProps.xml" Id="R21200a7c2c994559" /><Relationship Type="http://schemas.openxmlformats.org/officeDocument/2006/relationships/tableStyles" Target="/ppt/tableStyles.xml" Id="R1418eb7b7c024639" /><Relationship Type="http://schemas.openxmlformats.org/officeDocument/2006/relationships/slide" Target="/ppt/slides/slide1.xml" Id="Ra46d723aa779481f" /><Relationship Type="http://schemas.openxmlformats.org/officeDocument/2006/relationships/slide" Target="/ppt/slides/slide2.xml" Id="R2c731bbb6a0340b1" /><Relationship Type="http://schemas.openxmlformats.org/officeDocument/2006/relationships/slide" Target="/ppt/slides/slide3.xml" Id="Rf56c422683104487" /><Relationship Type="http://schemas.openxmlformats.org/officeDocument/2006/relationships/slide" Target="/ppt/slides/slide4.xml" Id="Rabbe5eaf169e4743" /><Relationship Type="http://schemas.openxmlformats.org/officeDocument/2006/relationships/slide" Target="/ppt/slides/slide5.xml" Id="R3dcb7c92bfb44b40" /><Relationship Type="http://schemas.openxmlformats.org/officeDocument/2006/relationships/slide" Target="/ppt/slides/slide6.xml" Id="R600702fa5a3747c0" /><Relationship Type="http://schemas.openxmlformats.org/officeDocument/2006/relationships/slide" Target="/ppt/slides/slide7.xml" Id="R54e6111759e247fb" /><Relationship Type="http://schemas.openxmlformats.org/officeDocument/2006/relationships/slide" Target="/ppt/slides/slide8.xml" Id="R9d59756b71b24af8" /><Relationship Type="http://schemas.openxmlformats.org/officeDocument/2006/relationships/slide" Target="/ppt/slides/slide9.xml" Id="Rd4e6180627ae42e5" /><Relationship Type="http://schemas.openxmlformats.org/officeDocument/2006/relationships/slide" Target="/ppt/slides/slide10.xml" Id="Rc8f52982f8664627" /><Relationship Type="http://schemas.openxmlformats.org/officeDocument/2006/relationships/slide" Target="/ppt/slides/slide11.xml" Id="Rc4683113998a447c" /><Relationship Type="http://schemas.openxmlformats.org/officeDocument/2006/relationships/slide" Target="/ppt/slides/slide12.xml" Id="R97447f5fc82540cd" /><Relationship Type="http://schemas.openxmlformats.org/officeDocument/2006/relationships/slide" Target="/ppt/slides/slide13.xml" Id="R16605239207c4f9d" /><Relationship Type="http://schemas.openxmlformats.org/officeDocument/2006/relationships/slide" Target="/ppt/slides/slide14.xml" Id="Rb40a3e1bc32a469b" /><Relationship Type="http://schemas.openxmlformats.org/officeDocument/2006/relationships/slide" Target="/ppt/slides/slide15.xml" Id="R71028f7cdb9c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549112ffadc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d4d91386d43ab" /><Relationship Type="http://schemas.openxmlformats.org/officeDocument/2006/relationships/notesMaster" Target="/ppt/notesMasters/notesMaster1.xml" Id="R440a0939adf341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99dcdd62624e0b" /><Relationship Type="http://schemas.openxmlformats.org/officeDocument/2006/relationships/notesMaster" Target="/ppt/notesMasters/notesMaster1.xml" Id="Rad19718d5d44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9f191e4484372" /><Relationship Type="http://schemas.openxmlformats.org/officeDocument/2006/relationships/notesMaster" Target="/ppt/notesMasters/notesMaster1.xml" Id="R1c1af9e05d2d4b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7dc63972143f1" /><Relationship Type="http://schemas.openxmlformats.org/officeDocument/2006/relationships/notesMaster" Target="/ppt/notesMasters/notesMaster1.xml" Id="R67e83683a84e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6e52a8185a4851" /><Relationship Type="http://schemas.openxmlformats.org/officeDocument/2006/relationships/notesMaster" Target="/ppt/notesMasters/notesMaster1.xml" Id="Rf2e4f75dbb55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34ea6cc8c4eae" /><Relationship Type="http://schemas.openxmlformats.org/officeDocument/2006/relationships/notesMaster" Target="/ppt/notesMasters/notesMaster1.xml" Id="R5de2ff7ec0fa4d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3ad06ebc174c82" /><Relationship Type="http://schemas.openxmlformats.org/officeDocument/2006/relationships/notesMaster" Target="/ppt/notesMasters/notesMaster1.xml" Id="Re016852a729943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0ad3f9274d4536" /><Relationship Type="http://schemas.openxmlformats.org/officeDocument/2006/relationships/notesMaster" Target="/ppt/notesMasters/notesMaster1.xml" Id="R9df90f2f9cf24c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e66de04814eb8" /><Relationship Type="http://schemas.openxmlformats.org/officeDocument/2006/relationships/notesMaster" Target="/ppt/notesMasters/notesMaster1.xml" Id="R912ed23b8f774e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b7df7058c4ab5" /><Relationship Type="http://schemas.openxmlformats.org/officeDocument/2006/relationships/notesMaster" Target="/ppt/notesMasters/notesMaster1.xml" Id="Rbb5f252a257e43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1914a7906346dc" /><Relationship Type="http://schemas.openxmlformats.org/officeDocument/2006/relationships/notesMaster" Target="/ppt/notesMasters/notesMaster1.xml" Id="Rc0191defa25448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9e7c0f8cf4ecf" /><Relationship Type="http://schemas.openxmlformats.org/officeDocument/2006/relationships/notesMaster" Target="/ppt/notesMasters/notesMaster1.xml" Id="R4eba864a12dc4a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4c369ca7924b4b" /><Relationship Type="http://schemas.openxmlformats.org/officeDocument/2006/relationships/notesMaster" Target="/ppt/notesMasters/notesMaster1.xml" Id="R58246e0360bf4a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53b016b0de417b" /><Relationship Type="http://schemas.openxmlformats.org/officeDocument/2006/relationships/notesMaster" Target="/ppt/notesMasters/notesMaster1.xml" Id="R13454e4b765543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cc4a8e68224f2e" /><Relationship Type="http://schemas.openxmlformats.org/officeDocument/2006/relationships/notesMaster" Target="/ppt/notesMasters/notesMaster1.xml" Id="Rbabda35055624e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从教材印刷页63—65进入《平面直角坐标系与点的坐标》。说明本课在第9章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人教版《义务教育教科书·数学七年级下册》，印刷页63—65。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形成第一个核心概念：平面直角坐标系。要求学生标出对象、条件、表示和作用。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形成第二个核心概念或方法：坐标轴与原点。与前一概念对比，避免相近知识混淆。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呈现Q4，保留独立思考时间。题型对应教材印刷页63—65的例题或典型任务。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人教版《义务教育教科书·数学七年级下册》，印刷页63—65。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94da6394c43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f442bae214b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18abae0024c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e3137f06f4c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f4b2d47a648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68d399e5241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75be319ae4b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95100511e4c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64cbbdeb249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b56b1a8b14c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64353ed414ac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774553127c48f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29c94248154c20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599ab22ce4758" /><Relationship Type="http://schemas.openxmlformats.org/officeDocument/2006/relationships/slideLayout" Target="/ppt/slideLayouts/slideLayout1.xml" Id="Rc44786f5611d4f98" /><Relationship Type="http://schemas.openxmlformats.org/officeDocument/2006/relationships/slideLayout" Target="/ppt/slideLayouts/slideLayout2.xml" Id="R6cda279de527470d" /><Relationship Type="http://schemas.openxmlformats.org/officeDocument/2006/relationships/slideLayout" Target="/ppt/slideLayouts/slideLayout3.xml" Id="R3fb15e12af1d4c8f" /><Relationship Type="http://schemas.openxmlformats.org/officeDocument/2006/relationships/slideLayout" Target="/ppt/slideLayouts/slideLayout4.xml" Id="R3441a9c4c5aa4f81" /><Relationship Type="http://schemas.openxmlformats.org/officeDocument/2006/relationships/slideLayout" Target="/ppt/slideLayouts/slideLayout5.xml" Id="R7e37b33d240b4d3c" /><Relationship Type="http://schemas.openxmlformats.org/officeDocument/2006/relationships/slideLayout" Target="/ppt/slideLayouts/slideLayout6.xml" Id="R00323e81e3c14043" /><Relationship Type="http://schemas.openxmlformats.org/officeDocument/2006/relationships/slideLayout" Target="/ppt/slideLayouts/slideLayout7.xml" Id="Rbeb28bd4bc734954" /><Relationship Type="http://schemas.openxmlformats.org/officeDocument/2006/relationships/slideLayout" Target="/ppt/slideLayouts/slideLayout8.xml" Id="Rd73694e55bbc403e" /><Relationship Type="http://schemas.openxmlformats.org/officeDocument/2006/relationships/slideLayout" Target="/ppt/slideLayouts/slideLayout9.xml" Id="R7e9fd6b33cea4634" /><Relationship Type="http://schemas.openxmlformats.org/officeDocument/2006/relationships/slideLayout" Target="/ppt/slideLayouts/slideLayout10.xml" Id="R256603fae6ac40d1" /><Relationship Type="http://schemas.openxmlformats.org/officeDocument/2006/relationships/slideLayout" Target="/ppt/slideLayouts/slideLayout11.xml" Id="R0a2e5ff14535478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d930b93eb4f4c3d" /><Relationship Type="http://schemas.openxmlformats.org/officeDocument/2006/relationships/slideLayout" Target="/ppt/slideLayouts/slideLayout12.xml" Id="Recbf524e896343ad" /><Relationship Type="http://schemas.openxmlformats.org/officeDocument/2006/relationships/slideLayout" Target="/ppt/slideLayouts/slideLayout13.xml" Id="Ra6427c4611c74ae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786f5611d4f98"/>
    <p:sldLayoutId xmlns:r="http://schemas.openxmlformats.org/officeDocument/2006/relationships" id="2147483650" r:id="R6cda279de527470d"/>
    <p:sldLayoutId xmlns:r="http://schemas.openxmlformats.org/officeDocument/2006/relationships" id="2147483651" r:id="R3fb15e12af1d4c8f"/>
    <p:sldLayoutId xmlns:r="http://schemas.openxmlformats.org/officeDocument/2006/relationships" id="2147483652" r:id="R3441a9c4c5aa4f81"/>
    <p:sldLayoutId xmlns:r="http://schemas.openxmlformats.org/officeDocument/2006/relationships" id="2147483653" r:id="R7e37b33d240b4d3c"/>
    <p:sldLayoutId xmlns:r="http://schemas.openxmlformats.org/officeDocument/2006/relationships" id="2147483654" r:id="R00323e81e3c14043"/>
    <p:sldLayoutId xmlns:r="http://schemas.openxmlformats.org/officeDocument/2006/relationships" id="2147483655" r:id="Rbeb28bd4bc734954"/>
    <p:sldLayoutId xmlns:r="http://schemas.openxmlformats.org/officeDocument/2006/relationships" id="2147483656" r:id="Rd73694e55bbc403e"/>
    <p:sldLayoutId xmlns:r="http://schemas.openxmlformats.org/officeDocument/2006/relationships" id="2147483657" r:id="R7e9fd6b33cea4634"/>
    <p:sldLayoutId xmlns:r="http://schemas.openxmlformats.org/officeDocument/2006/relationships" id="2147483658" r:id="R256603fae6ac40d1"/>
    <p:sldLayoutId xmlns:r="http://schemas.openxmlformats.org/officeDocument/2006/relationships" id="2147483659" r:id="R0a2e5ff14535478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cbf524e896343ad"/>
    <p:sldLayoutId xmlns:r="http://schemas.openxmlformats.org/officeDocument/2006/relationships" id="2147483662" r:id="Ra6427c4611c74ae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559c32598d408c" /><Relationship Type="http://schemas.openxmlformats.org/officeDocument/2006/relationships/image" Target="/ppt/media/image.jpeg" Id="R4b7916ad8d8e4a4f" /><Relationship Type="http://schemas.openxmlformats.org/officeDocument/2006/relationships/notesSlide" Target="/ppt/notesSlides/notesSlide1.xml" Id="R702b83a0c22b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c04196130e459e" /><Relationship Type="http://schemas.openxmlformats.org/officeDocument/2006/relationships/image" Target="/ppt/media/image2.jpeg" Id="R54f715bfd230414b" /><Relationship Type="http://schemas.openxmlformats.org/officeDocument/2006/relationships/image" Target="/ppt/media/image.svg" Id="R095ae63c81e844d6" /><Relationship Type="http://schemas.openxmlformats.org/officeDocument/2006/relationships/image" Target="/ppt/media/image.jpeg" Id="Rc129268a3e95428a" /><Relationship Type="http://schemas.openxmlformats.org/officeDocument/2006/relationships/image" Target="/ppt/media/image2.svg" Id="Rffc947ce2cd4446c" /><Relationship Type="http://schemas.openxmlformats.org/officeDocument/2006/relationships/image" Target="/ppt/media/image3.jpeg" Id="R14c89de908e246a9" /><Relationship Type="http://schemas.openxmlformats.org/officeDocument/2006/relationships/image" Target="/ppt/media/image3.svg" Id="Rfb7cbb737252474a" /><Relationship Type="http://schemas.openxmlformats.org/officeDocument/2006/relationships/image" Target="/ppt/media/image4.jpeg" Id="R59a81c40355e44fa" /><Relationship Type="http://schemas.openxmlformats.org/officeDocument/2006/relationships/image" Target="/ppt/media/image4.svg" Id="R7ae9d856cf92482f" /><Relationship Type="http://schemas.openxmlformats.org/officeDocument/2006/relationships/notesSlide" Target="/ppt/notesSlides/notesSlide2.xml" Id="R7e8790ccc63c4e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dc623f65804978" /><Relationship Type="http://schemas.openxmlformats.org/officeDocument/2006/relationships/image" Target="/ppt/media/image2.jpeg" Id="R70fb7676b2ce44b4" /><Relationship Type="http://schemas.openxmlformats.org/officeDocument/2006/relationships/notesSlide" Target="/ppt/notesSlides/notesSlide3.xml" Id="Rf92c23908f7f46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961597415b4b8d" /><Relationship Type="http://schemas.openxmlformats.org/officeDocument/2006/relationships/image" Target="/ppt/media/image2.jpeg" Id="Rf3bcea1697d84e99" /><Relationship Type="http://schemas.openxmlformats.org/officeDocument/2006/relationships/notesSlide" Target="/ppt/notesSlides/notesSlide4.xml" Id="Rd103dfd59d0744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f06b55be944806" /><Relationship Type="http://schemas.openxmlformats.org/officeDocument/2006/relationships/image" Target="/ppt/media/image2.jpeg" Id="Rb8a12c7168d0454e" /><Relationship Type="http://schemas.openxmlformats.org/officeDocument/2006/relationships/notesSlide" Target="/ppt/notesSlides/notesSlide5.xml" Id="R27041361c986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8d0c89bce64c29" /><Relationship Type="http://schemas.openxmlformats.org/officeDocument/2006/relationships/image" Target="/ppt/media/image2.jpeg" Id="R183d4658817f429f" /><Relationship Type="http://schemas.openxmlformats.org/officeDocument/2006/relationships/notesSlide" Target="/ppt/notesSlides/notesSlide6.xml" Id="R7c67ce5728d8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61b191b8fc4620" /><Relationship Type="http://schemas.openxmlformats.org/officeDocument/2006/relationships/image" Target="/ppt/media/image2.jpeg" Id="R85bb7333bc0b4ed1" /><Relationship Type="http://schemas.openxmlformats.org/officeDocument/2006/relationships/notesSlide" Target="/ppt/notesSlides/notesSlide7.xml" Id="R4ac3b65a764e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3c73b0fe6342d8" /><Relationship Type="http://schemas.openxmlformats.org/officeDocument/2006/relationships/image" Target="/ppt/media/image2.jpeg" Id="R3b18488bcff84ad8" /><Relationship Type="http://schemas.openxmlformats.org/officeDocument/2006/relationships/notesSlide" Target="/ppt/notesSlides/notesSlide8.xml" Id="Rfa173950e0f5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632093216548e5" /><Relationship Type="http://schemas.openxmlformats.org/officeDocument/2006/relationships/image" Target="/ppt/media/image2.jpeg" Id="Rc5d08ea5a356445c" /><Relationship Type="http://schemas.openxmlformats.org/officeDocument/2006/relationships/notesSlide" Target="/ppt/notesSlides/notesSlide9.xml" Id="Rc4def1d074764e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24abd38bda4d39" /><Relationship Type="http://schemas.openxmlformats.org/officeDocument/2006/relationships/image" Target="/ppt/media/image2.jpeg" Id="R5edad9f474f5426d" /><Relationship Type="http://schemas.openxmlformats.org/officeDocument/2006/relationships/notesSlide" Target="/ppt/notesSlides/notesSlide10.xml" Id="R1207d7efd3a2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2902b23a264991" /><Relationship Type="http://schemas.openxmlformats.org/officeDocument/2006/relationships/image" Target="/ppt/media/image2.jpeg" Id="R109553b1cc094b96" /><Relationship Type="http://schemas.openxmlformats.org/officeDocument/2006/relationships/notesSlide" Target="/ppt/notesSlides/notesSlide11.xml" Id="R9cde528d025447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6dcb0443834f59" /><Relationship Type="http://schemas.openxmlformats.org/officeDocument/2006/relationships/image" Target="/ppt/media/image2.jpeg" Id="Rf6c3ed3c62b54f18" /><Relationship Type="http://schemas.openxmlformats.org/officeDocument/2006/relationships/notesSlide" Target="/ppt/notesSlides/notesSlide12.xml" Id="R77d46608c60a43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5171cfcbdc4d28" /><Relationship Type="http://schemas.openxmlformats.org/officeDocument/2006/relationships/image" Target="/ppt/media/image2.jpeg" Id="Rfc8c30f0078145b6" /><Relationship Type="http://schemas.openxmlformats.org/officeDocument/2006/relationships/notesSlide" Target="/ppt/notesSlides/notesSlide13.xml" Id="Rb3dbd730bb1b45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76c065705d44c3" /><Relationship Type="http://schemas.openxmlformats.org/officeDocument/2006/relationships/image" Target="/ppt/media/image2.jpeg" Id="Rbf45a940b42c44cf" /><Relationship Type="http://schemas.openxmlformats.org/officeDocument/2006/relationships/notesSlide" Target="/ppt/notesSlides/notesSlide14.xml" Id="Re77ce4cbbcee4f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e54f0e8c57426f" /><Relationship Type="http://schemas.openxmlformats.org/officeDocument/2006/relationships/image" Target="/ppt/media/image5.jpeg" Id="R5cb825647afc4c70" /><Relationship Type="http://schemas.openxmlformats.org/officeDocument/2006/relationships/notesSlide" Target="/ppt/notesSlides/notesSlide15.xml" Id="R33a5446f0e634862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7916ad8d8e4a4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9.1 平面直角坐标系与点的坐标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教材印刷页63—65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f715bfd230414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9268a3e95428a">
            <a:extLst>
              <a:ext uri="{96DAC541-7B7A-43D3-8B79-37D633B846F1}">
                <asvg:svgBlip xmlns:asvg="http://schemas.microsoft.com/office/drawing/2016/SVG/main" r:embed="R095ae63c81e844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通过阅读、观察或操作，准确说出平面直角坐标系、坐标轴与原点、象限、有序数对的含义、表示或基本步骤。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715bfd230414b">
            <a:extLst>
              <a:ext uri="{96DAC541-7B7A-43D3-8B79-37D633B846F1}">
                <asvg:svgBlip xmlns:asvg="http://schemas.microsoft.com/office/drawing/2016/SVG/main" r:embed="Rffc947ce2cd444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在Q2—Q4中运用“由点确定坐标并由坐标描点”，能用完整语言、式子、图形或图表说明依据。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89de908e246a9">
            <a:extLst>
              <a:ext uri="{96DAC541-7B7A-43D3-8B79-37D633B846F1}">
                <asvg:svgBlip xmlns:asvg="http://schemas.microsoft.com/office/drawing/2016/SVG/main" r:embed="Rfb7cbb73725247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在基础与变式练习中运用“由点确定坐标并由坐标描点”解决同类问题，并对结果进行检验。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81c40355e44fa">
            <a:extLst>
              <a:ext uri="{96DAC541-7B7A-43D3-8B79-37D633B846F1}">
                <asvg:svgBlip xmlns:asvg="http://schemas.microsoft.com/office/drawing/2016/SVG/main" r:embed="R7ae9d856cf9248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0fb7676b2ce44b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对应印刷页63—65。先读图、读表或读题，圈出已知和所求。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调用学生已经学习数轴、垂直，具备基本观察、计算、作图或整理数据的经验。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聚焦平面直角坐标系、坐标轴与原点、象限、有序数对，不急于抄结论。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35A73F6-41A1-4BEB-8142-B829EBF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DB7813-DA06-4986-97B6-CD80BDB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F8B42C-23BF-4464-AE96-DC08DEF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A8682F6-C771-42D3-971E-C15DBA2F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21ABB5B-84FB-45D5-B6EE-BA20DB3E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3AD851-1F70-4074-88BE-FDE4E12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4314EC0-663C-449C-AAF0-E5DE83E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68FBAFA-1A63-4157-A170-AC769AFD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A6CE9CB-70E2-4A9B-A353-2C6B366B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71CFED-B566-4A3A-BE26-B00EEFD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94E1A5-74F5-413B-B53A-41B1425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1863A454-D2C0-41A4-83BF-DF00597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9C3F1F-646B-49E5-8B5F-D69EB81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6DF0CF-7E43-4C28-8C72-06E56AC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3F6169-50F8-4B18-B2C8-E07DF10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3B9275CD-0188-4117-A10D-D76C5658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bcea1697d84e9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旧知回顾：回顾“数轴”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回顾“数轴”：写出一条与本课有关的定义、性质或计算规则。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参考要点：正确表述“数轴”的核心含义，并说明它与“平面直角坐标系”的联系。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2795364-8C9A-412D-B60D-140AECB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9915FE-90C6-48D8-AC3D-EC48D51B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5CA441A-8A83-4A03-98E3-6811AE0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1687C6D-7DC0-45B8-9A59-2437E62D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AD0F231-0A8D-4DCA-8890-F3BE2BCE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8a12c7168d045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阅读教材印刷页63—65，圈出“平面直角坐标系、坐标轴与原点、象限、有序数对”，分别用一句话记录它们解决什么问题。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小组探究：围绕“有序数对的顺序和象限符号”设计一次观察、操作或推理，记录现象、猜想和验证依据。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围绕“由点确定坐标并由坐标描点”说明理由；同伴只追问条件和依据。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B18AB5C-1C11-4CBE-9C89-72E6BB3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A72997-3FA2-4634-8740-CEF3BDA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3F3091-DFEE-49E6-A91B-6E555D81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13F1A05-0A53-4883-A8A4-66D647F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3d4658817f42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概念一：平面直角坐标系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平面直角坐标系：按教材明确其定义、条件、表示、性质或步骤。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61B4844-F32A-4C87-A2E0-364274D6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8CA6E51-1DA3-4BE8-BB0A-98FEDA1B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AA40DC-7039-40A0-97DF-E0C052C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4386164F-4A7F-4622-8E30-53C99E43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290C6BA-19DB-49C3-A572-24DF2CEF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bb7333bc0b4ed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概念二：坐标轴与原点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坐标轴与原点：按教材明确其定义、条件、表示、性质或步骤。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易错提醒：有序数对的顺序和象限符号。先审条件，再使用结论。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D474F0-F7E1-41A7-AC85-13100488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DDB2C9-95CB-45C5-955B-48A235A4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F9F7E4-1997-4F62-94CD-CCE2509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28E188A-B8C7-4D4B-B0BB-34AD8E60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F8CFD20-DE6C-41AE-BD95-725271D2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18488bcff84ad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小组探究：围绕“有序数对的顺序和象限符号”设计一次观察、操作或推理，记录现象、猜想和验证依据。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参考思路：先明确条件，再围绕“由点确定坐标并由坐标描点”形成猜想，最后用定义、计算、图表或反例验证。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C3C1BB0-6ACA-4E66-B757-EDE0CB1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5B9490-B45A-477D-92F5-FBF8D45A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1BDF9D9-E0F7-4D37-B867-365228B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F33E5F8-53DD-46D4-BE0F-9032A58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B024680-8A1A-4D96-A367-A6572ADD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5d08ea5a356445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只记“平面直角坐标系”的结论，不检查适用条件。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把“由点确定坐标并由坐标描点”与相近概念或逆命题混淆。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dad9f474f542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教材例题：例题（对应教材9.1例1）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例题（对应教材9.1例1）：点A(−3,2)、B(0,−4)、C(5,0)分别在哪里？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选用由点确定坐标并由坐标描点；3.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教材印刷页63—65：先思考，再对照规范解答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22EE2B2-244A-4FE2-8F64-B0AE6241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7BA329-5B8F-48BE-ABD5-ED574CD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C2A514-9C8D-4666-B426-89FD360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8EE1631-0C94-48E4-93EA-C7C01E47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09553b1cc094b9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选择“由点确定坐标并由坐标描点”对应的方法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A在第二象限；B在y轴负半轴；C在x轴正半轴。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没有先确认“由点确定坐标并由坐标描点”的条件，或只写结果不写依据。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D707EB3-C7D7-404E-A36F-BADADC9B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59B9B0-4F40-4061-8BFD-312265A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0F7C47-C78A-4265-86A2-299BF70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C3C93AC9-3B56-4C2C-9C71-8BD317D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70AF399-64BC-44B3-980A-38EDF53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6c3ed3c62b54f1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基础辨析：判断“使用‘平面直角坐标系’时不需要检查条件，只要结论看起来合理即可”，并说明理由。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变式练习：把Q4的一个条件、数据或表示方式作合理改变，仍用“由点确定坐标并由坐标描点”解决，并写出检验。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210CC6-72BD-40DE-AFBC-B906917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C8C2C2-7DFE-4AC9-B4CE-68F01A1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515366-010A-4312-BFFD-1E5DA0E8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E02AC15-3C20-4857-8C18-5CB820F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c8c30f0078145b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变式练习：把Q4的一个条件、数据或表示方式作合理改变，仍用“由点确定坐标并由坐标描点”解决，并写出检验。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答案不唯一。评价要点：改变后的条件完整；方法仍属于“由点确定坐标并由坐标描点”；过程正确；检验与新条件一致。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DB953C-136E-4740-B783-4E7BBE4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82F487-DB96-441F-992A-367B7F8B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4980E1-9A06-4053-9C2C-EDDBE617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A2B5251-1B03-4F73-822E-47305B9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f45a940b42c44c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纠错：“研究平面直角坐标系与点的坐标时，只记结论，不必区分条件、过程和依据。”这句话对吗？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当堂检测：第四象限点的横、纵坐标符号分别是什么？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AC83D1C-D810-4A32-8805-E2B86BC3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381734-39FD-4514-AF61-752E416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5B14509-64AF-46CC-86F6-EE5F5CD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17DD34E-BE02-4965-ACC8-F34253BB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b825647afc4c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小结参考：本课围绕“平面直角坐标系与点的坐标”，掌握平面直角坐标系、坐标轴与原点、象限、有序数对，并能运用由点确定坐标并由坐标描点。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基础：完成教材第65页练习中的基础题并订正Q5、Q7 提升：当堂检测：第四象限点的横、纵坐标符号分别是什么？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我能否：①准确表达平面直角坐标系；②运用由点确定坐标并由坐标描点；③写清依据并检验？选择“会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24984C3-5255-4F78-B454-61BA484B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DCE83E-7BA6-4607-A0D7-4DD19DDD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67E82F-584C-4DC3-946B-6D13CDB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E7F6AD9-749C-4E5F-9D80-0AEF815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2026-08-02T17:49:47.4820000Z</dcterms:created>
  <dcterms:modified xsi:type="dcterms:W3CDTF">2026-08-02T17:49:47.4820000Z</dcterms:modified>
</coreProperties>
</file>