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ca97cf95bb4aa6" /><Relationship Type="http://schemas.openxmlformats.org/officeDocument/2006/relationships/extended-properties" Target="/docProps/app.xml" Id="Rafaf6c7e88c849a7" /><Relationship Type="http://schemas.openxmlformats.org/officeDocument/2006/relationships/officeDocument" Target="/ppt/presentation.xml" Id="Rb7329914a87d4e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6659ce855b41aa"/>
    <p:sldMasterId xmlns:r="http://schemas.openxmlformats.org/officeDocument/2006/relationships" id="2147483660" r:id="R29b24bd49f544a68"/>
  </p:sldMasterIdLst>
  <p:notesMasterIdLst>
    <p:notesMasterId xmlns:r="http://schemas.openxmlformats.org/officeDocument/2006/relationships" r:id="R905c507ad7464ae6"/>
  </p:notesMasterIdLst>
  <p:sldIdLst>
    <p:sldId xmlns:r="http://schemas.openxmlformats.org/officeDocument/2006/relationships" id="256" r:id="Rd8a9f7b26c044c03"/>
    <p:sldId xmlns:r="http://schemas.openxmlformats.org/officeDocument/2006/relationships" id="257" r:id="Rdba174a8a121417c"/>
    <p:sldId xmlns:r="http://schemas.openxmlformats.org/officeDocument/2006/relationships" id="258" r:id="Rdbcecfeb51d043eb"/>
    <p:sldId xmlns:r="http://schemas.openxmlformats.org/officeDocument/2006/relationships" id="259" r:id="R4737ccc0863747ec"/>
    <p:sldId xmlns:r="http://schemas.openxmlformats.org/officeDocument/2006/relationships" id="260" r:id="Rd9b9fc79907146f6"/>
    <p:sldId xmlns:r="http://schemas.openxmlformats.org/officeDocument/2006/relationships" id="261" r:id="R64f0c24d0b524f9e"/>
    <p:sldId xmlns:r="http://schemas.openxmlformats.org/officeDocument/2006/relationships" id="262" r:id="Raa0b1ba3af6e4475"/>
    <p:sldId xmlns:r="http://schemas.openxmlformats.org/officeDocument/2006/relationships" id="263" r:id="R1c7b46d9d1a84a80"/>
    <p:sldId xmlns:r="http://schemas.openxmlformats.org/officeDocument/2006/relationships" id="264" r:id="Rf2e2ec7c06dd4eab"/>
    <p:sldId xmlns:r="http://schemas.openxmlformats.org/officeDocument/2006/relationships" id="265" r:id="R0719f135a2db402c"/>
    <p:sldId xmlns:r="http://schemas.openxmlformats.org/officeDocument/2006/relationships" id="266" r:id="R776864df3b754f85"/>
    <p:sldId xmlns:r="http://schemas.openxmlformats.org/officeDocument/2006/relationships" id="267" r:id="R7046785600b94b4d"/>
    <p:sldId xmlns:r="http://schemas.openxmlformats.org/officeDocument/2006/relationships" id="268" r:id="Re88cda0aaf70495d"/>
    <p:sldId xmlns:r="http://schemas.openxmlformats.org/officeDocument/2006/relationships" id="269" r:id="R9ead15f9eada416c"/>
    <p:sldId xmlns:r="http://schemas.openxmlformats.org/officeDocument/2006/relationships" id="270" r:id="R91c031d72b6043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f822df54fa4e4f" /><Relationship Type="http://schemas.openxmlformats.org/officeDocument/2006/relationships/slideMaster" Target="/ppt/slideMasters/slideMaster1.xml" Id="Re76659ce855b41aa" /><Relationship Type="http://schemas.openxmlformats.org/officeDocument/2006/relationships/slideMaster" Target="/ppt/slideMasters/slideMaster2.xml" Id="R29b24bd49f544a68" /><Relationship Type="http://schemas.openxmlformats.org/officeDocument/2006/relationships/notesMaster" Target="/ppt/notesMasters/notesMaster1.xml" Id="R905c507ad7464ae6" /><Relationship Type="http://schemas.openxmlformats.org/officeDocument/2006/relationships/presProps" Target="/ppt/presProps.xml" Id="Rb981d19e1ec54258" /><Relationship Type="http://schemas.openxmlformats.org/officeDocument/2006/relationships/viewProps" Target="/ppt/viewProps.xml" Id="R0e5c05ff0570453a" /><Relationship Type="http://schemas.openxmlformats.org/officeDocument/2006/relationships/tableStyles" Target="/ppt/tableStyles.xml" Id="R898febc83b0845c9" /><Relationship Type="http://schemas.openxmlformats.org/officeDocument/2006/relationships/slide" Target="/ppt/slides/slide1.xml" Id="Rd8a9f7b26c044c03" /><Relationship Type="http://schemas.openxmlformats.org/officeDocument/2006/relationships/slide" Target="/ppt/slides/slide2.xml" Id="Rdba174a8a121417c" /><Relationship Type="http://schemas.openxmlformats.org/officeDocument/2006/relationships/slide" Target="/ppt/slides/slide3.xml" Id="Rdbcecfeb51d043eb" /><Relationship Type="http://schemas.openxmlformats.org/officeDocument/2006/relationships/slide" Target="/ppt/slides/slide4.xml" Id="R4737ccc0863747ec" /><Relationship Type="http://schemas.openxmlformats.org/officeDocument/2006/relationships/slide" Target="/ppt/slides/slide5.xml" Id="Rd9b9fc79907146f6" /><Relationship Type="http://schemas.openxmlformats.org/officeDocument/2006/relationships/slide" Target="/ppt/slides/slide6.xml" Id="R64f0c24d0b524f9e" /><Relationship Type="http://schemas.openxmlformats.org/officeDocument/2006/relationships/slide" Target="/ppt/slides/slide7.xml" Id="Raa0b1ba3af6e4475" /><Relationship Type="http://schemas.openxmlformats.org/officeDocument/2006/relationships/slide" Target="/ppt/slides/slide8.xml" Id="R1c7b46d9d1a84a80" /><Relationship Type="http://schemas.openxmlformats.org/officeDocument/2006/relationships/slide" Target="/ppt/slides/slide9.xml" Id="Rf2e2ec7c06dd4eab" /><Relationship Type="http://schemas.openxmlformats.org/officeDocument/2006/relationships/slide" Target="/ppt/slides/slide10.xml" Id="R0719f135a2db402c" /><Relationship Type="http://schemas.openxmlformats.org/officeDocument/2006/relationships/slide" Target="/ppt/slides/slide11.xml" Id="R776864df3b754f85" /><Relationship Type="http://schemas.openxmlformats.org/officeDocument/2006/relationships/slide" Target="/ppt/slides/slide12.xml" Id="R7046785600b94b4d" /><Relationship Type="http://schemas.openxmlformats.org/officeDocument/2006/relationships/slide" Target="/ppt/slides/slide13.xml" Id="Re88cda0aaf70495d" /><Relationship Type="http://schemas.openxmlformats.org/officeDocument/2006/relationships/slide" Target="/ppt/slides/slide14.xml" Id="R9ead15f9eada416c" /><Relationship Type="http://schemas.openxmlformats.org/officeDocument/2006/relationships/slide" Target="/ppt/slides/slide15.xml" Id="R91c031d72b6043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74cf2f649ce44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d47b475a174413" /><Relationship Type="http://schemas.openxmlformats.org/officeDocument/2006/relationships/notesMaster" Target="/ppt/notesMasters/notesMaster1.xml" Id="R2ff871d19ea240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2c2bdcaec94ed0" /><Relationship Type="http://schemas.openxmlformats.org/officeDocument/2006/relationships/notesMaster" Target="/ppt/notesMasters/notesMaster1.xml" Id="R3ecbb8656a3047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950ccb5a10475e" /><Relationship Type="http://schemas.openxmlformats.org/officeDocument/2006/relationships/notesMaster" Target="/ppt/notesMasters/notesMaster1.xml" Id="Rd1db46f9d0e84a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744e93f9cf459e" /><Relationship Type="http://schemas.openxmlformats.org/officeDocument/2006/relationships/notesMaster" Target="/ppt/notesMasters/notesMaster1.xml" Id="R1d6c561cff4447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8dfc05015540b5" /><Relationship Type="http://schemas.openxmlformats.org/officeDocument/2006/relationships/notesMaster" Target="/ppt/notesMasters/notesMaster1.xml" Id="Raed5701c0a1a42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e4a6600792418b" /><Relationship Type="http://schemas.openxmlformats.org/officeDocument/2006/relationships/notesMaster" Target="/ppt/notesMasters/notesMaster1.xml" Id="R5976e63cc35c4e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30e7f463de49b4" /><Relationship Type="http://schemas.openxmlformats.org/officeDocument/2006/relationships/notesMaster" Target="/ppt/notesMasters/notesMaster1.xml" Id="R8290879ee65641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ae9be8c36a4b82" /><Relationship Type="http://schemas.openxmlformats.org/officeDocument/2006/relationships/notesMaster" Target="/ppt/notesMasters/notesMaster1.xml" Id="R67180d6eaf144f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f10b5de7ec4332" /><Relationship Type="http://schemas.openxmlformats.org/officeDocument/2006/relationships/notesMaster" Target="/ppt/notesMasters/notesMaster1.xml" Id="R4556cf45b8dd47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62d1b72dda4506" /><Relationship Type="http://schemas.openxmlformats.org/officeDocument/2006/relationships/notesMaster" Target="/ppt/notesMasters/notesMaster1.xml" Id="R5610759b31b34b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6b41ea7abb4424" /><Relationship Type="http://schemas.openxmlformats.org/officeDocument/2006/relationships/notesMaster" Target="/ppt/notesMasters/notesMaster1.xml" Id="Rd48d1ab7174441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2b7fad9c8b4c29" /><Relationship Type="http://schemas.openxmlformats.org/officeDocument/2006/relationships/notesMaster" Target="/ppt/notesMasters/notesMaster1.xml" Id="Recb4df36ce504f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ed6f0031bb4555" /><Relationship Type="http://schemas.openxmlformats.org/officeDocument/2006/relationships/notesMaster" Target="/ppt/notesMasters/notesMaster1.xml" Id="Rc98d3b4cd10143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6543146d9943b4" /><Relationship Type="http://schemas.openxmlformats.org/officeDocument/2006/relationships/notesMaster" Target="/ppt/notesMasters/notesMaster1.xml" Id="Rb53db5ad89df4e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19d27cb09e4af5" /><Relationship Type="http://schemas.openxmlformats.org/officeDocument/2006/relationships/notesMaster" Target="/ppt/notesMasters/notesMaster1.xml" Id="Rf5f9cb67508041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从教材印刷页77—81进入《坐标变化与图形平移》。说明本课在第9章 平面直角坐标系中的位置。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人教版《义务教育教科书·数学七年级下册》，印刷页77—81。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形成第一个核心概念：整体坐标变化。要求学生标出对象、条件、表示和作用。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形成第二个核心概念或方法：图形平移方向与距离。与前一概念对比，避免相近知识混淆。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呈现Q4，保留独立思考时间。题型对应教材印刷页77—81的例题或典型任务。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人教版《义务教育教科书·数学七年级下册》，印刷页77—81。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38f352a30a42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5e27cc29e4a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8a4742b7f40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c51d4dd1a42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95dc4c7ba44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ff561c97b4b3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652de7ddc453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a721b088d44a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d30f17039424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2334f5648452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53fa31d3e4ed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85e23be770f45f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573a8482f22468a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a4e8570d2b48f1" /><Relationship Type="http://schemas.openxmlformats.org/officeDocument/2006/relationships/slideLayout" Target="/ppt/slideLayouts/slideLayout1.xml" Id="Rfffc2f12cec54646" /><Relationship Type="http://schemas.openxmlformats.org/officeDocument/2006/relationships/slideLayout" Target="/ppt/slideLayouts/slideLayout2.xml" Id="R09dc39228eb04973" /><Relationship Type="http://schemas.openxmlformats.org/officeDocument/2006/relationships/slideLayout" Target="/ppt/slideLayouts/slideLayout3.xml" Id="R7e1eacd015894c99" /><Relationship Type="http://schemas.openxmlformats.org/officeDocument/2006/relationships/slideLayout" Target="/ppt/slideLayouts/slideLayout4.xml" Id="Re3e54d4278b342ba" /><Relationship Type="http://schemas.openxmlformats.org/officeDocument/2006/relationships/slideLayout" Target="/ppt/slideLayouts/slideLayout5.xml" Id="R0d7db9fbb2b343ba" /><Relationship Type="http://schemas.openxmlformats.org/officeDocument/2006/relationships/slideLayout" Target="/ppt/slideLayouts/slideLayout6.xml" Id="R7177fd6d2d954262" /><Relationship Type="http://schemas.openxmlformats.org/officeDocument/2006/relationships/slideLayout" Target="/ppt/slideLayouts/slideLayout7.xml" Id="Re4333b99ccb146ae" /><Relationship Type="http://schemas.openxmlformats.org/officeDocument/2006/relationships/slideLayout" Target="/ppt/slideLayouts/slideLayout8.xml" Id="R1ad9bf4c8f37451c" /><Relationship Type="http://schemas.openxmlformats.org/officeDocument/2006/relationships/slideLayout" Target="/ppt/slideLayouts/slideLayout9.xml" Id="Rc0836be84d404830" /><Relationship Type="http://schemas.openxmlformats.org/officeDocument/2006/relationships/slideLayout" Target="/ppt/slideLayouts/slideLayout10.xml" Id="Rf5701341d906478b" /><Relationship Type="http://schemas.openxmlformats.org/officeDocument/2006/relationships/slideLayout" Target="/ppt/slideLayouts/slideLayout11.xml" Id="Red930a6b5fc04d5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e0c67245aca4ec2" /><Relationship Type="http://schemas.openxmlformats.org/officeDocument/2006/relationships/slideLayout" Target="/ppt/slideLayouts/slideLayout12.xml" Id="R9cee963581bf45f6" /><Relationship Type="http://schemas.openxmlformats.org/officeDocument/2006/relationships/slideLayout" Target="/ppt/slideLayouts/slideLayout13.xml" Id="Ra00c72db150f47c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fc2f12cec54646"/>
    <p:sldLayoutId xmlns:r="http://schemas.openxmlformats.org/officeDocument/2006/relationships" id="2147483650" r:id="R09dc39228eb04973"/>
    <p:sldLayoutId xmlns:r="http://schemas.openxmlformats.org/officeDocument/2006/relationships" id="2147483651" r:id="R7e1eacd015894c99"/>
    <p:sldLayoutId xmlns:r="http://schemas.openxmlformats.org/officeDocument/2006/relationships" id="2147483652" r:id="Re3e54d4278b342ba"/>
    <p:sldLayoutId xmlns:r="http://schemas.openxmlformats.org/officeDocument/2006/relationships" id="2147483653" r:id="R0d7db9fbb2b343ba"/>
    <p:sldLayoutId xmlns:r="http://schemas.openxmlformats.org/officeDocument/2006/relationships" id="2147483654" r:id="R7177fd6d2d954262"/>
    <p:sldLayoutId xmlns:r="http://schemas.openxmlformats.org/officeDocument/2006/relationships" id="2147483655" r:id="Re4333b99ccb146ae"/>
    <p:sldLayoutId xmlns:r="http://schemas.openxmlformats.org/officeDocument/2006/relationships" id="2147483656" r:id="R1ad9bf4c8f37451c"/>
    <p:sldLayoutId xmlns:r="http://schemas.openxmlformats.org/officeDocument/2006/relationships" id="2147483657" r:id="Rc0836be84d404830"/>
    <p:sldLayoutId xmlns:r="http://schemas.openxmlformats.org/officeDocument/2006/relationships" id="2147483658" r:id="Rf5701341d906478b"/>
    <p:sldLayoutId xmlns:r="http://schemas.openxmlformats.org/officeDocument/2006/relationships" id="2147483659" r:id="Red930a6b5fc04d5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cee963581bf45f6"/>
    <p:sldLayoutId xmlns:r="http://schemas.openxmlformats.org/officeDocument/2006/relationships" id="2147483662" r:id="Ra00c72db150f47c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7ea03e320944156" /><Relationship Type="http://schemas.openxmlformats.org/officeDocument/2006/relationships/image" Target="/ppt/media/image.jpeg" Id="Rc4681c0b7b234766" /><Relationship Type="http://schemas.openxmlformats.org/officeDocument/2006/relationships/notesSlide" Target="/ppt/notesSlides/notesSlide1.xml" Id="R09edbebd2fb74d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80d23f07efe463a" /><Relationship Type="http://schemas.openxmlformats.org/officeDocument/2006/relationships/image" Target="/ppt/media/image2.jpeg" Id="R74afb7447ff642fd" /><Relationship Type="http://schemas.openxmlformats.org/officeDocument/2006/relationships/image" Target="/ppt/media/image.svg" Id="R0a3aff5875fd4163" /><Relationship Type="http://schemas.openxmlformats.org/officeDocument/2006/relationships/image" Target="/ppt/media/image.jpeg" Id="R9a48544e44b64ae7" /><Relationship Type="http://schemas.openxmlformats.org/officeDocument/2006/relationships/image" Target="/ppt/media/image2.svg" Id="R1461c90bf8b94e64" /><Relationship Type="http://schemas.openxmlformats.org/officeDocument/2006/relationships/image" Target="/ppt/media/image3.jpeg" Id="R46fec2cc2f3c421b" /><Relationship Type="http://schemas.openxmlformats.org/officeDocument/2006/relationships/image" Target="/ppt/media/image3.svg" Id="R778fee7d2e364644" /><Relationship Type="http://schemas.openxmlformats.org/officeDocument/2006/relationships/image" Target="/ppt/media/image4.jpeg" Id="Redfbbb32c7bc4e9d" /><Relationship Type="http://schemas.openxmlformats.org/officeDocument/2006/relationships/image" Target="/ppt/media/image4.svg" Id="R057c695fa86645cb" /><Relationship Type="http://schemas.openxmlformats.org/officeDocument/2006/relationships/notesSlide" Target="/ppt/notesSlides/notesSlide2.xml" Id="R4bc4872777f242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cd7d4995b734002" /><Relationship Type="http://schemas.openxmlformats.org/officeDocument/2006/relationships/image" Target="/ppt/media/image2.jpeg" Id="Ra52431231221464e" /><Relationship Type="http://schemas.openxmlformats.org/officeDocument/2006/relationships/notesSlide" Target="/ppt/notesSlides/notesSlide3.xml" Id="R4ad823a9291545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a34a8faa19b4eae" /><Relationship Type="http://schemas.openxmlformats.org/officeDocument/2006/relationships/image" Target="/ppt/media/image2.jpeg" Id="R9984d1f1fa074f04" /><Relationship Type="http://schemas.openxmlformats.org/officeDocument/2006/relationships/notesSlide" Target="/ppt/notesSlides/notesSlide4.xml" Id="R35258460fc594a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a6f5a7eeac34a84" /><Relationship Type="http://schemas.openxmlformats.org/officeDocument/2006/relationships/image" Target="/ppt/media/image2.jpeg" Id="Rdad76faf8e3f4aba" /><Relationship Type="http://schemas.openxmlformats.org/officeDocument/2006/relationships/notesSlide" Target="/ppt/notesSlides/notesSlide5.xml" Id="R9343870413f549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82d767178d44c7a" /><Relationship Type="http://schemas.openxmlformats.org/officeDocument/2006/relationships/image" Target="/ppt/media/image2.jpeg" Id="R39a642480e1e45c8" /><Relationship Type="http://schemas.openxmlformats.org/officeDocument/2006/relationships/notesSlide" Target="/ppt/notesSlides/notesSlide6.xml" Id="Rd04c96d0f42e4a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5a8d2157b6f4148" /><Relationship Type="http://schemas.openxmlformats.org/officeDocument/2006/relationships/image" Target="/ppt/media/image2.jpeg" Id="R258455df1d43438d" /><Relationship Type="http://schemas.openxmlformats.org/officeDocument/2006/relationships/notesSlide" Target="/ppt/notesSlides/notesSlide7.xml" Id="Rf9884388499543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34fc5bec3894d22" /><Relationship Type="http://schemas.openxmlformats.org/officeDocument/2006/relationships/image" Target="/ppt/media/image2.jpeg" Id="R6f21db4d62e342b0" /><Relationship Type="http://schemas.openxmlformats.org/officeDocument/2006/relationships/notesSlide" Target="/ppt/notesSlides/notesSlide8.xml" Id="R8eb05abd469c4f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64b955adace4a14" /><Relationship Type="http://schemas.openxmlformats.org/officeDocument/2006/relationships/image" Target="/ppt/media/image2.jpeg" Id="R07d0012fa9904163" /><Relationship Type="http://schemas.openxmlformats.org/officeDocument/2006/relationships/notesSlide" Target="/ppt/notesSlides/notesSlide9.xml" Id="Rd350fc12fa7f4a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23c81895d24462f" /><Relationship Type="http://schemas.openxmlformats.org/officeDocument/2006/relationships/image" Target="/ppt/media/image2.jpeg" Id="R2cf35b805efa424e" /><Relationship Type="http://schemas.openxmlformats.org/officeDocument/2006/relationships/notesSlide" Target="/ppt/notesSlides/notesSlide10.xml" Id="Rcfab43b1e61949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cae725cffe1403f" /><Relationship Type="http://schemas.openxmlformats.org/officeDocument/2006/relationships/image" Target="/ppt/media/image2.jpeg" Id="Rb5a34ac237524a49" /><Relationship Type="http://schemas.openxmlformats.org/officeDocument/2006/relationships/notesSlide" Target="/ppt/notesSlides/notesSlide11.xml" Id="R597f64e9be0c48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1a388c2a01b4c19" /><Relationship Type="http://schemas.openxmlformats.org/officeDocument/2006/relationships/image" Target="/ppt/media/image2.jpeg" Id="Rd231357ad0a3437c" /><Relationship Type="http://schemas.openxmlformats.org/officeDocument/2006/relationships/notesSlide" Target="/ppt/notesSlides/notesSlide12.xml" Id="R9284982241564e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59e7907ceb04686" /><Relationship Type="http://schemas.openxmlformats.org/officeDocument/2006/relationships/image" Target="/ppt/media/image2.jpeg" Id="R72a0d819fc9547b4" /><Relationship Type="http://schemas.openxmlformats.org/officeDocument/2006/relationships/notesSlide" Target="/ppt/notesSlides/notesSlide13.xml" Id="Rd59fd487e2c84d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738754c84324a29" /><Relationship Type="http://schemas.openxmlformats.org/officeDocument/2006/relationships/image" Target="/ppt/media/image2.jpeg" Id="R4dbb8b56076f4148" /><Relationship Type="http://schemas.openxmlformats.org/officeDocument/2006/relationships/notesSlide" Target="/ppt/notesSlides/notesSlide14.xml" Id="R55cf8597176a47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6f6e79279fd4d70" /><Relationship Type="http://schemas.openxmlformats.org/officeDocument/2006/relationships/image" Target="/ppt/media/image5.jpeg" Id="Re7f8b38590a74f2b" /><Relationship Type="http://schemas.openxmlformats.org/officeDocument/2006/relationships/notesSlide" Target="/ppt/notesSlides/notesSlide15.xml" Id="Rbaf316be02ed4c6c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4681c0b7b23476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9.2 坐标变化与图形平移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第9章 平面直角坐标系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教材印刷页77—81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4afb7447ff642f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8544e44b64ae7">
            <a:extLst>
              <a:ext uri="{96DAC541-7B7A-43D3-8B79-37D633B846F1}">
                <asvg:svgBlip xmlns:asvg="http://schemas.microsoft.com/office/drawing/2016/SVG/main" r:embed="R0a3aff5875fd41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通过阅读、观察或操作，准确说出整体坐标变化、图形平移方向与距离、坐标方法应用的含义、表示或基本步骤。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fb7447ff642fd">
            <a:extLst>
              <a:ext uri="{96DAC541-7B7A-43D3-8B79-37D633B846F1}">
                <asvg:svgBlip xmlns:asvg="http://schemas.microsoft.com/office/drawing/2016/SVG/main" r:embed="R1461c90bf8b94e6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在Q2—Q4中运用“由顶点坐标变化判断图形平移”，能用完整语言、式子、图形或图表说明依据。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ec2cc2f3c421b">
            <a:extLst>
              <a:ext uri="{96DAC541-7B7A-43D3-8B79-37D633B846F1}">
                <asvg:svgBlip xmlns:asvg="http://schemas.microsoft.com/office/drawing/2016/SVG/main" r:embed="R778fee7d2e36464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在基础与变式练习中运用“由顶点坐标变化判断图形平移”解决同类问题，并对结果进行检验。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bbb32c7bc4e9d">
            <a:extLst>
              <a:ext uri="{96DAC541-7B7A-43D3-8B79-37D633B846F1}">
                <asvg:svgBlip xmlns:asvg="http://schemas.microsoft.com/office/drawing/2016/SVG/main" r:embed="R057c695fa86645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52431231221464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对应印刷页77—81。先读图、读表或读题，圈出已知和所求。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调用学生已经学习点的平移与坐标变化，具备基本观察、计算、作图或整理数据的经验。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聚焦整体坐标变化、图形平移方向与距离、坐标方法应用，不急于抄结论。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22A90BE-B12B-40FE-8F3B-B8066096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7169B9E-C003-4BEF-840D-12E88C01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CE8F39A-7989-48AD-B65B-6A511503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A990AA83-2820-4302-90F8-BA70B5A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40" y="2298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89FBEDF-FDA2-4780-B2F6-8A97072F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FFFC14D-7581-4B1E-820B-E33A620C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F6FB896-A255-4D61-A54A-EEBA9EB3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070DD46B-E9E2-4EAA-BB91-CC4BDA7A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08" y="2298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5D3FA5A-EDFC-4A76-A077-FA8A8BAB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7C7AE82-901E-4DB2-8745-B902DC88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F694BC3-B42B-471C-B92A-1E347DE6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64A127A5-1ED7-443E-BD8F-8F1C18EC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40" y="4775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86FB705-0CDD-4089-8675-F36A75A7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8C41ACC-F97D-4340-9BF4-AA03BF1E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F193185-604A-45D0-A255-25A84E4E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829B251D-395E-446E-8B87-24117E27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08" y="4775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984d1f1fa074f0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旧知回顾：回顾“点的平移与坐标变化”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回顾“点的平移与坐标变化”：写出一条与本课有关的定义、性质或计算规则。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参考要点：正确表述“点的平移与坐标变化”的核心含义，并说明它与“整体坐标变化”的联系。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7C395FB-0EE3-45FF-92A3-85163028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2B6DC4A-09A3-4DFC-8CC3-FB3BBBD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20BED09-5199-4217-9930-C9F51B85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6F6B4B0A-6FEB-4821-82E7-C2B4DF9C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DB0F7BD-C834-4FE5-8AF8-D6B54965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ad76faf8e3f4ab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阅读教材印刷页77—81，圈出“整体坐标变化、图形平移方向与距离、坐标方法应用”，分别用一句话记录它们解决什么问题。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小组探究：围绕“从多个点的坐标差归纳统一平移”设计一次观察、操作或推理，记录现象、猜想和验证依据。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围绕“由顶点坐标变化判断图形平移”说明理由；同伴只追问条件和依据。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0FB4F47-4A8B-4D8D-B8F3-41AAE14B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EBFE6AC-B7ED-4534-8F28-2CF30C2F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CDFAD4C-B71A-42B3-8DE0-278BFBD6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54AC6CC6-689C-40BD-ABDE-0351B886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9a642480e1e45c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概念一：整体坐标变化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整体坐标变化：按教材明确其定义、条件、表示、性质或步骤。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A76990B-F4E9-46F4-B84A-5A2A8A80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7CA8299-1477-49AB-A61F-D1BFF09D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293B5EC-7144-4D4D-A2A7-1DF4B2D0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9A5DE38C-E399-4319-8E95-3A1AE998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03CCC6B-B317-490F-97A3-0594300D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58455df1d43438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概念二：图形平移方向与距离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图形平移方向与距离：按教材明确其定义、条件、表示、性质或步骤。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易错提醒：从多个点的坐标差归纳统一平移。先审条件，再使用结论。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1993715-D62F-45EE-8CD1-3DADB4E0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46FF7EA-A261-4AA6-99DD-51016BEA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46D9629-EB4F-4DDD-95E3-1CB4D7CB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5DD360EA-B436-4D76-93EE-C12C170C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28B10E2-C152-4391-AB17-3C8F6370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f21db4d62e342b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小组探究：围绕“从多个点的坐标差归纳统一平移”设计一次观察、操作或推理，记录现象、猜想和验证依据。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参考思路：先明确条件，再围绕“由顶点坐标变化判断图形平移”形成猜想，最后用定义、计算、图表或反例验证。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1B93F45-5661-444F-9882-F6735B4A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3428DAD-4933-4D45-8A47-AB27A595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A4051A3-7754-49B1-8CCA-5E546230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ACAC729E-2C06-4BAF-A152-D6877782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86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FF972DA-218E-4D5F-AC67-84E06363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643188"/>
            <a:ext cx="110680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7d0012fa990416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只记“整体坐标变化”的结论，不检查适用条件。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把“由顶点坐标变化判断图形平移”与相近概念或逆命题混淆。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cf35b805efa424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教材例题：例题（对应教材9.2例3）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例题（对应教材9.2例3）：三角形三个顶点的横坐标都加3、纵坐标都减2，图形怎样平移？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选用由顶点坐标变化判断图形平移；3.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教材印刷页77—81：先思考，再对照规范解答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A3DDA68-0FDC-4257-BFE2-CB942870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34F4A0D-40FC-4376-91CB-90465484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0A4F142-4927-4E8D-BB48-FC0CFDEB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277448C9-E723-41A6-9382-37ED6A0F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5a34ac237524a4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选择“由顶点坐标变化判断图形平移”对应的方法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整体向右平移3个单位、向下平移2个单位。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没有先确认“由顶点坐标变化判断图形平移”的条件，或只写结果不写依据。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040ECB0-EBC1-4991-8A50-B6BC6F6C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97786D9-BFF1-4E67-814C-3BDDF71D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AD3BF5B-8003-4F04-AE17-04CD9856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9D61FD46-D055-4CB2-917A-9DEBC281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86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23D46A6-4EB5-4522-9D9B-65278F8E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643188"/>
            <a:ext cx="110680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231357ad0a3437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基础辨析：判断“使用‘整体坐标变化’时不需要检查条件，只要结论看起来合理即可”，并说明理由。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变式练习：把Q4的一个条件、数据或表示方式作合理改变，仍用“由顶点坐标变化判断图形平移”解决，并写出检验。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A1BF96B-4C18-48A2-BEDB-6058884C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7B49222-DF22-40D7-9D4F-0308CC57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84E083B-BD14-4B8C-AE8C-E20FF9E5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6EE285EA-0FD9-4DB9-8340-0E34774D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79" y="49101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2a0d819fc9547b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变式练习：把Q4的一个条件、数据或表示方式作合理改变，仍用“由顶点坐标变化判断图形平移”解决，并写出检验。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答案不唯一。评价要点：改变后的条件完整；方法仍属于“由顶点坐标变化判断图形平移”；过程正确；检验与新条件一致。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F56B76F-CBAB-42CB-8B19-38ADDDBA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386AE46-D507-4C0B-9753-802740BD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399A5F2-9A55-4D08-B16B-F388B8CF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AFC2ED06-79C2-42CC-A7D6-EF8F1812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dbb8b56076f414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纠错：“研究坐标变化与图形平移时，只记结论，不必区分条件、过程和依据。”这句话对吗？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当堂检测：图形平移后，对应点坐标差是否相同？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F490019-DF37-48F8-80F1-36883845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A5F2FC2-A708-4B80-BCB8-7347D506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3D7A008-5CE3-4890-B407-3C0F8674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72C7CA24-0361-403F-AEB3-3AD94AEF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79" y="49101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7f8b38590a74f2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小结参考：本课围绕“坐标变化与图形平移”，掌握整体坐标变化、图形平移方向与距离、坐标方法应用，并能运用由顶点坐标变化判断图形平移。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基础：完成教材第78页练习与9.2习题中的基础题并订正Q5、Q7 提升：当堂检测：图形平移后，对应点坐标差是否相同？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我能否：①准确表达整体坐标变化；②运用由顶点坐标变化判断图形平移；③写清依据并检验？选择“会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45792DC-EF65-494F-914B-CDAF9D14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DA602AA-21E1-4767-9B94-26F31C47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2976563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F54C2F3-9249-4DDE-A8FA-0CC87822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56508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FB8C1E1A-2751-4DF4-8AAC-97899849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716" y="2719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2026-08-02T17:49:51.3530000Z</dcterms:created>
  <dcterms:modified xsi:type="dcterms:W3CDTF">2026-08-02T17:49:51.3530000Z</dcterms:modified>
</coreProperties>
</file>