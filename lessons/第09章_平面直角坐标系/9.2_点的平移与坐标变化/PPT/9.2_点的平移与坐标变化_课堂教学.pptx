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fc1bb8492142af" /><Relationship Type="http://schemas.openxmlformats.org/officeDocument/2006/relationships/extended-properties" Target="/docProps/app.xml" Id="Rbd672b4acf414756" /><Relationship Type="http://schemas.openxmlformats.org/officeDocument/2006/relationships/officeDocument" Target="/ppt/presentation.xml" Id="Rf58aec5abdbe4b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6799baa1af4482"/>
    <p:sldMasterId xmlns:r="http://schemas.openxmlformats.org/officeDocument/2006/relationships" id="2147483660" r:id="Rbf527adaf7f64460"/>
  </p:sldMasterIdLst>
  <p:notesMasterIdLst>
    <p:notesMasterId xmlns:r="http://schemas.openxmlformats.org/officeDocument/2006/relationships" r:id="Rc40700b43a244338"/>
  </p:notesMasterIdLst>
  <p:sldIdLst>
    <p:sldId xmlns:r="http://schemas.openxmlformats.org/officeDocument/2006/relationships" id="256" r:id="Ra0c10d6ab2ad4efe"/>
    <p:sldId xmlns:r="http://schemas.openxmlformats.org/officeDocument/2006/relationships" id="257" r:id="Rb2b3599ee0cc4d76"/>
    <p:sldId xmlns:r="http://schemas.openxmlformats.org/officeDocument/2006/relationships" id="258" r:id="Refc9120561134337"/>
    <p:sldId xmlns:r="http://schemas.openxmlformats.org/officeDocument/2006/relationships" id="259" r:id="R0ecb83ea6a6647f9"/>
    <p:sldId xmlns:r="http://schemas.openxmlformats.org/officeDocument/2006/relationships" id="260" r:id="R9deef0d3b30944a5"/>
    <p:sldId xmlns:r="http://schemas.openxmlformats.org/officeDocument/2006/relationships" id="261" r:id="Raadf68c1aac04306"/>
    <p:sldId xmlns:r="http://schemas.openxmlformats.org/officeDocument/2006/relationships" id="262" r:id="R3ed99055c3a042cf"/>
    <p:sldId xmlns:r="http://schemas.openxmlformats.org/officeDocument/2006/relationships" id="263" r:id="R2db3f7a6b12a4c3d"/>
    <p:sldId xmlns:r="http://schemas.openxmlformats.org/officeDocument/2006/relationships" id="264" r:id="R3f6d6ef009f241c2"/>
    <p:sldId xmlns:r="http://schemas.openxmlformats.org/officeDocument/2006/relationships" id="265" r:id="Rec2bf597e1ea4d42"/>
    <p:sldId xmlns:r="http://schemas.openxmlformats.org/officeDocument/2006/relationships" id="266" r:id="R282591e884514fdf"/>
    <p:sldId xmlns:r="http://schemas.openxmlformats.org/officeDocument/2006/relationships" id="267" r:id="Rc0356f828ff64a8d"/>
    <p:sldId xmlns:r="http://schemas.openxmlformats.org/officeDocument/2006/relationships" id="268" r:id="Rd977da752bb54c5f"/>
    <p:sldId xmlns:r="http://schemas.openxmlformats.org/officeDocument/2006/relationships" id="269" r:id="R9b031dbcbe934e32"/>
    <p:sldId xmlns:r="http://schemas.openxmlformats.org/officeDocument/2006/relationships" id="270" r:id="R980d3538638842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0e8fca0cd421e" /><Relationship Type="http://schemas.openxmlformats.org/officeDocument/2006/relationships/slideMaster" Target="/ppt/slideMasters/slideMaster1.xml" Id="Rda6799baa1af4482" /><Relationship Type="http://schemas.openxmlformats.org/officeDocument/2006/relationships/slideMaster" Target="/ppt/slideMasters/slideMaster2.xml" Id="Rbf527adaf7f64460" /><Relationship Type="http://schemas.openxmlformats.org/officeDocument/2006/relationships/notesMaster" Target="/ppt/notesMasters/notesMaster1.xml" Id="Rc40700b43a244338" /><Relationship Type="http://schemas.openxmlformats.org/officeDocument/2006/relationships/presProps" Target="/ppt/presProps.xml" Id="R0b4118bc26f0495d" /><Relationship Type="http://schemas.openxmlformats.org/officeDocument/2006/relationships/viewProps" Target="/ppt/viewProps.xml" Id="R42a845b182d94c53" /><Relationship Type="http://schemas.openxmlformats.org/officeDocument/2006/relationships/tableStyles" Target="/ppt/tableStyles.xml" Id="R949952509a6c46d0" /><Relationship Type="http://schemas.openxmlformats.org/officeDocument/2006/relationships/slide" Target="/ppt/slides/slide1.xml" Id="Ra0c10d6ab2ad4efe" /><Relationship Type="http://schemas.openxmlformats.org/officeDocument/2006/relationships/slide" Target="/ppt/slides/slide2.xml" Id="Rb2b3599ee0cc4d76" /><Relationship Type="http://schemas.openxmlformats.org/officeDocument/2006/relationships/slide" Target="/ppt/slides/slide3.xml" Id="Refc9120561134337" /><Relationship Type="http://schemas.openxmlformats.org/officeDocument/2006/relationships/slide" Target="/ppt/slides/slide4.xml" Id="R0ecb83ea6a6647f9" /><Relationship Type="http://schemas.openxmlformats.org/officeDocument/2006/relationships/slide" Target="/ppt/slides/slide5.xml" Id="R9deef0d3b30944a5" /><Relationship Type="http://schemas.openxmlformats.org/officeDocument/2006/relationships/slide" Target="/ppt/slides/slide6.xml" Id="Raadf68c1aac04306" /><Relationship Type="http://schemas.openxmlformats.org/officeDocument/2006/relationships/slide" Target="/ppt/slides/slide7.xml" Id="R3ed99055c3a042cf" /><Relationship Type="http://schemas.openxmlformats.org/officeDocument/2006/relationships/slide" Target="/ppt/slides/slide8.xml" Id="R2db3f7a6b12a4c3d" /><Relationship Type="http://schemas.openxmlformats.org/officeDocument/2006/relationships/slide" Target="/ppt/slides/slide9.xml" Id="R3f6d6ef009f241c2" /><Relationship Type="http://schemas.openxmlformats.org/officeDocument/2006/relationships/slide" Target="/ppt/slides/slide10.xml" Id="Rec2bf597e1ea4d42" /><Relationship Type="http://schemas.openxmlformats.org/officeDocument/2006/relationships/slide" Target="/ppt/slides/slide11.xml" Id="R282591e884514fdf" /><Relationship Type="http://schemas.openxmlformats.org/officeDocument/2006/relationships/slide" Target="/ppt/slides/slide12.xml" Id="Rc0356f828ff64a8d" /><Relationship Type="http://schemas.openxmlformats.org/officeDocument/2006/relationships/slide" Target="/ppt/slides/slide13.xml" Id="Rd977da752bb54c5f" /><Relationship Type="http://schemas.openxmlformats.org/officeDocument/2006/relationships/slide" Target="/ppt/slides/slide14.xml" Id="R9b031dbcbe934e32" /><Relationship Type="http://schemas.openxmlformats.org/officeDocument/2006/relationships/slide" Target="/ppt/slides/slide15.xml" Id="R980d35386388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a2adeea917a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397fe98c3741bb" /><Relationship Type="http://schemas.openxmlformats.org/officeDocument/2006/relationships/notesMaster" Target="/ppt/notesMasters/notesMaster1.xml" Id="R817ee1810e1c46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e421b96f2a46e3" /><Relationship Type="http://schemas.openxmlformats.org/officeDocument/2006/relationships/notesMaster" Target="/ppt/notesMasters/notesMaster1.xml" Id="R8671febd2fa641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b92dc9627d4f83" /><Relationship Type="http://schemas.openxmlformats.org/officeDocument/2006/relationships/notesMaster" Target="/ppt/notesMasters/notesMaster1.xml" Id="R0fa62d97c67c47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ade0b7dc84b82" /><Relationship Type="http://schemas.openxmlformats.org/officeDocument/2006/relationships/notesMaster" Target="/ppt/notesMasters/notesMaster1.xml" Id="R22b75c94bebd4b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1796c4683c4641" /><Relationship Type="http://schemas.openxmlformats.org/officeDocument/2006/relationships/notesMaster" Target="/ppt/notesMasters/notesMaster1.xml" Id="R743718b483224a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8ca201ec084542" /><Relationship Type="http://schemas.openxmlformats.org/officeDocument/2006/relationships/notesMaster" Target="/ppt/notesMasters/notesMaster1.xml" Id="R1f8bc6f4c9ce46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21ea2ae5664c7d" /><Relationship Type="http://schemas.openxmlformats.org/officeDocument/2006/relationships/notesMaster" Target="/ppt/notesMasters/notesMaster1.xml" Id="R9e5f69ffe28843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c33d6ec882447b" /><Relationship Type="http://schemas.openxmlformats.org/officeDocument/2006/relationships/notesMaster" Target="/ppt/notesMasters/notesMaster1.xml" Id="R8bb598a9eb8945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e2204cf4d64aec" /><Relationship Type="http://schemas.openxmlformats.org/officeDocument/2006/relationships/notesMaster" Target="/ppt/notesMasters/notesMaster1.xml" Id="R29ccf48518604b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4ab6ca55a64439" /><Relationship Type="http://schemas.openxmlformats.org/officeDocument/2006/relationships/notesMaster" Target="/ppt/notesMasters/notesMaster1.xml" Id="R0dd7a41c159349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0de3b74fa2493e" /><Relationship Type="http://schemas.openxmlformats.org/officeDocument/2006/relationships/notesMaster" Target="/ppt/notesMasters/notesMaster1.xml" Id="Rbca5cead64e3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c70c0b605e4aef" /><Relationship Type="http://schemas.openxmlformats.org/officeDocument/2006/relationships/notesMaster" Target="/ppt/notesMasters/notesMaster1.xml" Id="R6e9f0f2ecf5745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7d0676ed0943cd" /><Relationship Type="http://schemas.openxmlformats.org/officeDocument/2006/relationships/notesMaster" Target="/ppt/notesMasters/notesMaster1.xml" Id="Rd7cfff82692043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83a593fa434579" /><Relationship Type="http://schemas.openxmlformats.org/officeDocument/2006/relationships/notesMaster" Target="/ppt/notesMasters/notesMaster1.xml" Id="R2cba789ffb5841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7d24479c9549d3" /><Relationship Type="http://schemas.openxmlformats.org/officeDocument/2006/relationships/notesMaster" Target="/ppt/notesMasters/notesMaster1.xml" Id="R4accca7784914b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从教材印刷页74—76进入《点的平移与坐标变化》。说明本课在第9章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人教版《义务教育教科书·数学七年级下册》，印刷页74—76。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形成第一个核心概念：点左右平移横坐标变化。要求学生标出对象、条件、表示和作用。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形成第二个核心概念或方法：点上下平移纵坐标变化。与前一概念对比，避免相近知识混淆。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呈现Q4，保留独立思考时间。题型对应教材印刷页74—76的例题或典型任务。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人教版《义务教育教科书·数学七年级下册》，印刷页74—76。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701df5a2d48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400a3f07649d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7354120e543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f1dd0c7c548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0bf0e2d514e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2a8bacce440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ac07b572642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eb22842ae4c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76c9ea4ec49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6b395afa142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eb54fa35e423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98a70d20fd461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e390ce8fb84b95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bfc8f8418c4aec" /><Relationship Type="http://schemas.openxmlformats.org/officeDocument/2006/relationships/slideLayout" Target="/ppt/slideLayouts/slideLayout1.xml" Id="R4f914f20b35241a7" /><Relationship Type="http://schemas.openxmlformats.org/officeDocument/2006/relationships/slideLayout" Target="/ppt/slideLayouts/slideLayout2.xml" Id="R23e4f36a4357456c" /><Relationship Type="http://schemas.openxmlformats.org/officeDocument/2006/relationships/slideLayout" Target="/ppt/slideLayouts/slideLayout3.xml" Id="R2e0628e8708f4fa6" /><Relationship Type="http://schemas.openxmlformats.org/officeDocument/2006/relationships/slideLayout" Target="/ppt/slideLayouts/slideLayout4.xml" Id="R1c37dbe520cb413e" /><Relationship Type="http://schemas.openxmlformats.org/officeDocument/2006/relationships/slideLayout" Target="/ppt/slideLayouts/slideLayout5.xml" Id="R2f90f854798048a1" /><Relationship Type="http://schemas.openxmlformats.org/officeDocument/2006/relationships/slideLayout" Target="/ppt/slideLayouts/slideLayout6.xml" Id="R4d9b9bddfd234e67" /><Relationship Type="http://schemas.openxmlformats.org/officeDocument/2006/relationships/slideLayout" Target="/ppt/slideLayouts/slideLayout7.xml" Id="Rfee13d89eb844bf1" /><Relationship Type="http://schemas.openxmlformats.org/officeDocument/2006/relationships/slideLayout" Target="/ppt/slideLayouts/slideLayout8.xml" Id="R358200134898405c" /><Relationship Type="http://schemas.openxmlformats.org/officeDocument/2006/relationships/slideLayout" Target="/ppt/slideLayouts/slideLayout9.xml" Id="R472d469e2b3c4a99" /><Relationship Type="http://schemas.openxmlformats.org/officeDocument/2006/relationships/slideLayout" Target="/ppt/slideLayouts/slideLayout10.xml" Id="R569e7127d10042a5" /><Relationship Type="http://schemas.openxmlformats.org/officeDocument/2006/relationships/slideLayout" Target="/ppt/slideLayouts/slideLayout11.xml" Id="R20fb72b5ba7842c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eaa7bc31f9845fa" /><Relationship Type="http://schemas.openxmlformats.org/officeDocument/2006/relationships/slideLayout" Target="/ppt/slideLayouts/slideLayout12.xml" Id="R0f47a38878014f48" /><Relationship Type="http://schemas.openxmlformats.org/officeDocument/2006/relationships/slideLayout" Target="/ppt/slideLayouts/slideLayout13.xml" Id="R2e8c801e21ca4e9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14f20b35241a7"/>
    <p:sldLayoutId xmlns:r="http://schemas.openxmlformats.org/officeDocument/2006/relationships" id="2147483650" r:id="R23e4f36a4357456c"/>
    <p:sldLayoutId xmlns:r="http://schemas.openxmlformats.org/officeDocument/2006/relationships" id="2147483651" r:id="R2e0628e8708f4fa6"/>
    <p:sldLayoutId xmlns:r="http://schemas.openxmlformats.org/officeDocument/2006/relationships" id="2147483652" r:id="R1c37dbe520cb413e"/>
    <p:sldLayoutId xmlns:r="http://schemas.openxmlformats.org/officeDocument/2006/relationships" id="2147483653" r:id="R2f90f854798048a1"/>
    <p:sldLayoutId xmlns:r="http://schemas.openxmlformats.org/officeDocument/2006/relationships" id="2147483654" r:id="R4d9b9bddfd234e67"/>
    <p:sldLayoutId xmlns:r="http://schemas.openxmlformats.org/officeDocument/2006/relationships" id="2147483655" r:id="Rfee13d89eb844bf1"/>
    <p:sldLayoutId xmlns:r="http://schemas.openxmlformats.org/officeDocument/2006/relationships" id="2147483656" r:id="R358200134898405c"/>
    <p:sldLayoutId xmlns:r="http://schemas.openxmlformats.org/officeDocument/2006/relationships" id="2147483657" r:id="R472d469e2b3c4a99"/>
    <p:sldLayoutId xmlns:r="http://schemas.openxmlformats.org/officeDocument/2006/relationships" id="2147483658" r:id="R569e7127d10042a5"/>
    <p:sldLayoutId xmlns:r="http://schemas.openxmlformats.org/officeDocument/2006/relationships" id="2147483659" r:id="R20fb72b5ba7842c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f47a38878014f48"/>
    <p:sldLayoutId xmlns:r="http://schemas.openxmlformats.org/officeDocument/2006/relationships" id="2147483662" r:id="R2e8c801e21ca4e9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ad76fa4e5b4432" /><Relationship Type="http://schemas.openxmlformats.org/officeDocument/2006/relationships/image" Target="/ppt/media/image.jpeg" Id="R8e3e563ad9c44c2b" /><Relationship Type="http://schemas.openxmlformats.org/officeDocument/2006/relationships/notesSlide" Target="/ppt/notesSlides/notesSlide1.xml" Id="Rba0710fd6d9a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2eaeaa5b494af2" /><Relationship Type="http://schemas.openxmlformats.org/officeDocument/2006/relationships/image" Target="/ppt/media/image2.jpeg" Id="Rf02fa79c5df94dda" /><Relationship Type="http://schemas.openxmlformats.org/officeDocument/2006/relationships/image" Target="/ppt/media/image.svg" Id="R5af1322092db4156" /><Relationship Type="http://schemas.openxmlformats.org/officeDocument/2006/relationships/image" Target="/ppt/media/image.jpeg" Id="Rcfb4bef525fe43e7" /><Relationship Type="http://schemas.openxmlformats.org/officeDocument/2006/relationships/image" Target="/ppt/media/image2.svg" Id="Rca0db58cf18a4b6d" /><Relationship Type="http://schemas.openxmlformats.org/officeDocument/2006/relationships/image" Target="/ppt/media/image3.jpeg" Id="R96bd19b426ef4177" /><Relationship Type="http://schemas.openxmlformats.org/officeDocument/2006/relationships/image" Target="/ppt/media/image3.svg" Id="R1f30f3e2c2934e9a" /><Relationship Type="http://schemas.openxmlformats.org/officeDocument/2006/relationships/image" Target="/ppt/media/image4.jpeg" Id="Rfa79f979bb92442f" /><Relationship Type="http://schemas.openxmlformats.org/officeDocument/2006/relationships/image" Target="/ppt/media/image4.svg" Id="Ra70d0200a5774910" /><Relationship Type="http://schemas.openxmlformats.org/officeDocument/2006/relationships/notesSlide" Target="/ppt/notesSlides/notesSlide2.xml" Id="R933ae84b2e5e48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fe2d6f1732425c" /><Relationship Type="http://schemas.openxmlformats.org/officeDocument/2006/relationships/image" Target="/ppt/media/image2.jpeg" Id="R4e813529b85a4c86" /><Relationship Type="http://schemas.openxmlformats.org/officeDocument/2006/relationships/notesSlide" Target="/ppt/notesSlides/notesSlide3.xml" Id="R13234aaf07dd46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f5b98d57c04f41" /><Relationship Type="http://schemas.openxmlformats.org/officeDocument/2006/relationships/image" Target="/ppt/media/image2.jpeg" Id="R25bd1d9cd93a4ddd" /><Relationship Type="http://schemas.openxmlformats.org/officeDocument/2006/relationships/notesSlide" Target="/ppt/notesSlides/notesSlide4.xml" Id="Rfd48a1bb3a184a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d1c1dd47994c4d" /><Relationship Type="http://schemas.openxmlformats.org/officeDocument/2006/relationships/image" Target="/ppt/media/image2.jpeg" Id="R10dfbf0ddc2445df" /><Relationship Type="http://schemas.openxmlformats.org/officeDocument/2006/relationships/notesSlide" Target="/ppt/notesSlides/notesSlide5.xml" Id="Raeb55796607644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59669b25834a3c" /><Relationship Type="http://schemas.openxmlformats.org/officeDocument/2006/relationships/image" Target="/ppt/media/image2.jpeg" Id="R0aed6a319821406c" /><Relationship Type="http://schemas.openxmlformats.org/officeDocument/2006/relationships/notesSlide" Target="/ppt/notesSlides/notesSlide6.xml" Id="Rf3d6d8acdeb344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0f132e4b5b459c" /><Relationship Type="http://schemas.openxmlformats.org/officeDocument/2006/relationships/image" Target="/ppt/media/image2.jpeg" Id="R6716a916853f467f" /><Relationship Type="http://schemas.openxmlformats.org/officeDocument/2006/relationships/notesSlide" Target="/ppt/notesSlides/notesSlide7.xml" Id="Ra8a38316032445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c468e9f5e4e4f5f" /><Relationship Type="http://schemas.openxmlformats.org/officeDocument/2006/relationships/image" Target="/ppt/media/image2.jpeg" Id="R2725244f0b9e4c73" /><Relationship Type="http://schemas.openxmlformats.org/officeDocument/2006/relationships/notesSlide" Target="/ppt/notesSlides/notesSlide8.xml" Id="R906907732c7445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92850a802e4458" /><Relationship Type="http://schemas.openxmlformats.org/officeDocument/2006/relationships/image" Target="/ppt/media/image2.jpeg" Id="R3d5458e1bf56446b" /><Relationship Type="http://schemas.openxmlformats.org/officeDocument/2006/relationships/notesSlide" Target="/ppt/notesSlides/notesSlide9.xml" Id="Reeb50f95cb12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0d45173e6d4978" /><Relationship Type="http://schemas.openxmlformats.org/officeDocument/2006/relationships/image" Target="/ppt/media/image2.jpeg" Id="R7e9534a08b964be7" /><Relationship Type="http://schemas.openxmlformats.org/officeDocument/2006/relationships/notesSlide" Target="/ppt/notesSlides/notesSlide10.xml" Id="R4861f6d6038549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ee264c03b74de4" /><Relationship Type="http://schemas.openxmlformats.org/officeDocument/2006/relationships/image" Target="/ppt/media/image2.jpeg" Id="R5a60f390722f4a2b" /><Relationship Type="http://schemas.openxmlformats.org/officeDocument/2006/relationships/notesSlide" Target="/ppt/notesSlides/notesSlide11.xml" Id="R4a8e9fbb1a114d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2873d6e2ee9425c" /><Relationship Type="http://schemas.openxmlformats.org/officeDocument/2006/relationships/image" Target="/ppt/media/image2.jpeg" Id="R3a058871aa804e4e" /><Relationship Type="http://schemas.openxmlformats.org/officeDocument/2006/relationships/notesSlide" Target="/ppt/notesSlides/notesSlide12.xml" Id="Rccee7ca50c5b4b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b3acc1f85e4c1e" /><Relationship Type="http://schemas.openxmlformats.org/officeDocument/2006/relationships/image" Target="/ppt/media/image2.jpeg" Id="R78d52d0894f54c3f" /><Relationship Type="http://schemas.openxmlformats.org/officeDocument/2006/relationships/notesSlide" Target="/ppt/notesSlides/notesSlide13.xml" Id="R39a6f429fee94b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1c50510db64929" /><Relationship Type="http://schemas.openxmlformats.org/officeDocument/2006/relationships/image" Target="/ppt/media/image2.jpeg" Id="R19c026f559154b50" /><Relationship Type="http://schemas.openxmlformats.org/officeDocument/2006/relationships/notesSlide" Target="/ppt/notesSlides/notesSlide14.xml" Id="R45c06becf21a46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248b7021384f93" /><Relationship Type="http://schemas.openxmlformats.org/officeDocument/2006/relationships/image" Target="/ppt/media/image5.jpeg" Id="Reca5e792d37e40b1" /><Relationship Type="http://schemas.openxmlformats.org/officeDocument/2006/relationships/notesSlide" Target="/ppt/notesSlides/notesSlide15.xml" Id="Rc71fda2b73d04d9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e3e563ad9c44c2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9.2 点的平移与坐标变化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教材印刷页74—76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02fa79c5df94dd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4bef525fe43e7">
            <a:extLst>
              <a:ext uri="{96DAC541-7B7A-43D3-8B79-37D633B846F1}">
                <asvg:svgBlip xmlns:asvg="http://schemas.microsoft.com/office/drawing/2016/SVG/main" r:embed="R5af1322092db41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通过阅读、观察或操作，准确说出点左右平移横坐标变化、点上下平移纵坐标变化、图形连续平移的含义、表示或基本步骤。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fa79c5df94dda">
            <a:extLst>
              <a:ext uri="{96DAC541-7B7A-43D3-8B79-37D633B846F1}">
                <asvg:svgBlip xmlns:asvg="http://schemas.microsoft.com/office/drawing/2016/SVG/main" r:embed="Rca0db58cf18a4b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在Q2—Q4中运用“由平移方向和距离写出新坐标”，能用完整语言、式子、图形或图表说明依据。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d19b426ef4177">
            <a:extLst>
              <a:ext uri="{96DAC541-7B7A-43D3-8B79-37D633B846F1}">
                <asvg:svgBlip xmlns:asvg="http://schemas.microsoft.com/office/drawing/2016/SVG/main" r:embed="R1f30f3e2c2934e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在基础与变式练习中运用“由平移方向和距离写出新坐标”解决同类问题，并对结果进行检验。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9f979bb92442f">
            <a:extLst>
              <a:ext uri="{96DAC541-7B7A-43D3-8B79-37D633B846F1}">
                <asvg:svgBlip xmlns:asvg="http://schemas.microsoft.com/office/drawing/2016/SVG/main" r:embed="Ra70d0200a57749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e813529b85a4c8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对应印刷页74—76。先读图、读表或读题，圈出已知和所求。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调用学生已经学习平移、点的坐标，具备基本观察、计算、作图或整理数据的经验。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聚焦点左右平移横坐标变化、点上下平移纵坐标变化、图形连续平移，不急于抄结论。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A5BDE78-111B-4785-B3D6-B26F8919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9816B3-EA47-4EFE-BEE9-9C847F4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4F3F3F-B89B-49F5-8790-FFC843A2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56555FF-68C8-4C97-B42A-757D03A3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A752ED2-47AB-43EE-84FD-86A819C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4DA5A1-E592-4274-9783-4A429957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C3FE1A-E21C-4B57-A7C2-C2DAED2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8E1D674-EA9A-4AA4-AA93-8BE93B3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4416769-D770-4FA4-AA97-1658623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AFAE6BB-B1B8-495C-A98C-57477978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00E566-4941-42E5-9CDD-20B311B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BAAA879-F5ED-48B6-BBD3-C73D227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5CB6DEE-34B1-4F13-8BA8-92D79CA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3FA29A-1027-4825-954A-1AE24BB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E7C56B-948D-42EA-9FFF-EE016D52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F67DB087-4381-4957-B7A8-56C0792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5bd1d9cd93a4dd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旧知回顾：回顾“平移”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回顾“平移”：写出一条与本课有关的定义、性质或计算规则。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参考要点：正确表述“平移”的核心含义，并说明它与“点左右平移横坐标变化”的联系。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7A6CDB0-6E31-4865-8E74-5DF76081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DA4386D-63A3-40E4-BE83-12848156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FFE4981-B689-46B4-9BCB-900EFDC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5DE8318F-7605-4617-926F-92E18C7D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7E54AD2-BE2B-45C6-9C16-F895575C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0dfbf0ddc2445d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阅读教材印刷页74—76，圈出“点左右平移横坐标变化、点上下平移纵坐标变化、图形连续平移”，分别用一句话记录它们解决什么问题。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小组探究：围绕“符号变化与方向的对应”设计一次观察、操作或推理，记录现象、猜想和验证依据。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围绕“由平移方向和距离写出新坐标”说明理由；同伴只追问条件和依据。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4C4BF3-9CAB-4905-A4E3-FCEFB47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30335E-B140-462B-9718-323488D9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EBF7E9-844E-4263-8A83-A281786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D7886331-4DE4-4D8D-972B-326EEAC0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aed6a319821406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概念一：点左右平移横坐标变化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点左右平移横坐标变化：按教材明确其定义、条件、表示、性质或步骤。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294DC25-1092-4BE9-A96D-B8D58BD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4702CE-5278-49C6-9E24-74A2723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3E935C-7851-46EE-BE58-76F1C29F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F3D53DBB-573C-495F-80E2-4C27B981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6B09A01-F9F9-4647-930C-807D1F9F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716a916853f467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概念二：点上下平移纵坐标变化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点上下平移纵坐标变化：按教材明确其定义、条件、表示、性质或步骤。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易错提醒：符号变化与方向的对应。先审条件，再使用结论。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502F9F1-0FB1-4C89-BD45-97C8B58D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FDD8833-9414-4248-A05F-7EAB2477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6451181-E72F-4C74-AC81-E1D61001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AFFC560D-5829-475D-A299-880A99F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DB79BCE-6927-454D-A395-16B12F8E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25244f0b9e4c7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小组探究：围绕“符号变化与方向的对应”设计一次观察、操作或推理，记录现象、猜想和验证依据。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参考思路：先明确条件，再围绕“由平移方向和距离写出新坐标”形成猜想，最后用定义、计算、图表或反例验证。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FA3458B-599A-4FFF-BC08-6A6B4D8B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790448-427C-4863-990E-9EFC8B4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8096EE2-8DE3-4DAC-B3C7-8D61D1B6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8FB3FD2-0013-4984-8E3E-54C6261E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AEE0E26-FAB4-42D8-AAFF-3717F2A9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d5458e1bf56446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只记“点左右平移横坐标变化”的结论，不检查适用条件。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把“由平移方向和距离写出新坐标”与相近概念或逆命题混淆。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e9534a08b964b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教材例题：例题（对应教材9.2例2）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例题（对应教材9.2例2）：点P(−2,3)向右平移5个单位，再向下平移4个单位，求新坐标。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选用由平移方向和距离写出新坐标；3.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教材印刷页74—76：先思考，再对照规范解答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89AA271-2B41-4916-A68C-D3158552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24E37E-04CF-4E7B-9976-B4AE06B7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93C087-CE39-4C32-9A72-A493CF8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43200955-247B-492B-B2F9-8281BA93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60f390722f4a2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选择“由平移方向和距离写出新坐标”对应的方法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先得(3,3)，再得(3,−1)，所以新坐标为(3,−1)。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没有先确认“由平移方向和距离写出新坐标”的条件，或只写结果不写依据。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7D1D774-2C05-41AA-B7FE-108DF24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54AF307-C858-499F-983F-E505C94F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1DFC4A2-6572-4F4C-9EC6-FF258D32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ECD4EE5-5E85-4188-8F0C-0F0B71C3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4295993-A7AB-40E3-BE76-8E7C8C2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a058871aa804e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基础辨析：判断“使用‘点左右平移横坐标变化’时不需要检查条件，只要结论看起来合理即可”，并说明理由。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变式练习：把Q4的一个条件、数据或表示方式作合理改变，仍用“由平移方向和距离写出新坐标”解决，并写出检验。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66D2039-AE47-4D09-8690-E2D4D40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F75819A-B0DA-4C6D-B7F6-7168D3B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814E30-7453-49C3-B24F-CA70625C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40DA077-ED3E-497C-987B-2EB6072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8d52d0894f54c3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变式练习：把Q4的一个条件、数据或表示方式作合理改变，仍用“由平移方向和距离写出新坐标”解决，并写出检验。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答案不唯一。评价要点：改变后的条件完整；方法仍属于“由平移方向和距离写出新坐标”；过程正确；检验与新条件一致。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5ACBC75-A79A-4BD3-935A-4A72DF88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7C4E4B4-DEAD-4FAE-AB16-B9BD17A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B125328-7CC0-49AE-A3D1-3529B74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C33ADB6A-2E8C-40CF-872C-EB887599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9c026f559154b5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纠错：“研究点的平移与坐标变化时，只记结论，不必区分条件、过程和依据。”这句话对吗？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当堂检测：点(x,y)向左a个单位、向上b个单位后的坐标是什么？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660052A-0588-4046-BC6F-DDF13FC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45AA7C-B9F4-46AC-874F-10E400E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608B990-0E8F-45ED-AE89-6B0841B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533808E-9706-43DF-8885-2F7279D2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ca5e792d37e40b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小结参考：本课围绕“点的平移与坐标变化”，掌握点左右平移横坐标变化、点上下平移纵坐标变化、图形连续平移，并能运用由平移方向和距离写出新坐标。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基础：完成教材第76页练习中的基础题并订正Q5、Q7 提升：当堂检测：点(x,y)向左a个单位、向上b个单位后的坐标是什么？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我能否：①准确表达点左右平移横坐标变化；②运用由平移方向和距离写出新坐标；③写清依据并检验？选择“会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3994482-EB15-434F-A59F-EFEBCFA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399213-191F-4544-8027-519E24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E1E5833-58DA-4BBD-9A7E-172097FA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8D2AC76D-A50E-4129-A8FE-81C157C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2026-08-02T17:49:50.4610000Z</dcterms:created>
  <dcterms:modified xsi:type="dcterms:W3CDTF">2026-08-02T17:49:50.4610000Z</dcterms:modified>
</coreProperties>
</file>