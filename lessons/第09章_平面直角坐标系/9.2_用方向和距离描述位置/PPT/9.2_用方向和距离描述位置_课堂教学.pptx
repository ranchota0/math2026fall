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317adab0494f84" /><Relationship Type="http://schemas.openxmlformats.org/officeDocument/2006/relationships/extended-properties" Target="/docProps/app.xml" Id="R4a8b99a807b14f47" /><Relationship Type="http://schemas.openxmlformats.org/officeDocument/2006/relationships/officeDocument" Target="/ppt/presentation.xml" Id="R274888ac967c4b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78ff3a1ffa490c"/>
    <p:sldMasterId xmlns:r="http://schemas.openxmlformats.org/officeDocument/2006/relationships" id="2147483660" r:id="R7f0cb7102348424d"/>
  </p:sldMasterIdLst>
  <p:notesMasterIdLst>
    <p:notesMasterId xmlns:r="http://schemas.openxmlformats.org/officeDocument/2006/relationships" r:id="R45e4e7ae078f47c4"/>
  </p:notesMasterIdLst>
  <p:sldIdLst>
    <p:sldId xmlns:r="http://schemas.openxmlformats.org/officeDocument/2006/relationships" id="256" r:id="Rab12c989ef4746e6"/>
    <p:sldId xmlns:r="http://schemas.openxmlformats.org/officeDocument/2006/relationships" id="257" r:id="Rbe828842999e4935"/>
    <p:sldId xmlns:r="http://schemas.openxmlformats.org/officeDocument/2006/relationships" id="258" r:id="Recb951566e1740c7"/>
    <p:sldId xmlns:r="http://schemas.openxmlformats.org/officeDocument/2006/relationships" id="259" r:id="Rf7ab79668fdc4362"/>
    <p:sldId xmlns:r="http://schemas.openxmlformats.org/officeDocument/2006/relationships" id="260" r:id="Re1dccd2a234b4ea8"/>
    <p:sldId xmlns:r="http://schemas.openxmlformats.org/officeDocument/2006/relationships" id="261" r:id="Rafe9f24422634e3b"/>
    <p:sldId xmlns:r="http://schemas.openxmlformats.org/officeDocument/2006/relationships" id="262" r:id="Ra156aef87ed9439f"/>
    <p:sldId xmlns:r="http://schemas.openxmlformats.org/officeDocument/2006/relationships" id="263" r:id="R415c227f97d74ea7"/>
    <p:sldId xmlns:r="http://schemas.openxmlformats.org/officeDocument/2006/relationships" id="264" r:id="R8d2e3a4dd99f4787"/>
    <p:sldId xmlns:r="http://schemas.openxmlformats.org/officeDocument/2006/relationships" id="265" r:id="R5691602cb8694a5a"/>
    <p:sldId xmlns:r="http://schemas.openxmlformats.org/officeDocument/2006/relationships" id="266" r:id="R743f89016334410d"/>
    <p:sldId xmlns:r="http://schemas.openxmlformats.org/officeDocument/2006/relationships" id="267" r:id="R7dde8095067c4214"/>
    <p:sldId xmlns:r="http://schemas.openxmlformats.org/officeDocument/2006/relationships" id="268" r:id="R7c664dbe75c54567"/>
    <p:sldId xmlns:r="http://schemas.openxmlformats.org/officeDocument/2006/relationships" id="269" r:id="R92856e941bd74d8a"/>
    <p:sldId xmlns:r="http://schemas.openxmlformats.org/officeDocument/2006/relationships" id="270" r:id="Rcf58f62b7e0047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f6b054f904441e" /><Relationship Type="http://schemas.openxmlformats.org/officeDocument/2006/relationships/slideMaster" Target="/ppt/slideMasters/slideMaster1.xml" Id="R5978ff3a1ffa490c" /><Relationship Type="http://schemas.openxmlformats.org/officeDocument/2006/relationships/slideMaster" Target="/ppt/slideMasters/slideMaster2.xml" Id="R7f0cb7102348424d" /><Relationship Type="http://schemas.openxmlformats.org/officeDocument/2006/relationships/notesMaster" Target="/ppt/notesMasters/notesMaster1.xml" Id="R45e4e7ae078f47c4" /><Relationship Type="http://schemas.openxmlformats.org/officeDocument/2006/relationships/presProps" Target="/ppt/presProps.xml" Id="R1bd2614d5cda47ed" /><Relationship Type="http://schemas.openxmlformats.org/officeDocument/2006/relationships/viewProps" Target="/ppt/viewProps.xml" Id="Ra95bfbfe0dac4de3" /><Relationship Type="http://schemas.openxmlformats.org/officeDocument/2006/relationships/tableStyles" Target="/ppt/tableStyles.xml" Id="Rcf514aa7e5604045" /><Relationship Type="http://schemas.openxmlformats.org/officeDocument/2006/relationships/slide" Target="/ppt/slides/slide1.xml" Id="Rab12c989ef4746e6" /><Relationship Type="http://schemas.openxmlformats.org/officeDocument/2006/relationships/slide" Target="/ppt/slides/slide2.xml" Id="Rbe828842999e4935" /><Relationship Type="http://schemas.openxmlformats.org/officeDocument/2006/relationships/slide" Target="/ppt/slides/slide3.xml" Id="Recb951566e1740c7" /><Relationship Type="http://schemas.openxmlformats.org/officeDocument/2006/relationships/slide" Target="/ppt/slides/slide4.xml" Id="Rf7ab79668fdc4362" /><Relationship Type="http://schemas.openxmlformats.org/officeDocument/2006/relationships/slide" Target="/ppt/slides/slide5.xml" Id="Re1dccd2a234b4ea8" /><Relationship Type="http://schemas.openxmlformats.org/officeDocument/2006/relationships/slide" Target="/ppt/slides/slide6.xml" Id="Rafe9f24422634e3b" /><Relationship Type="http://schemas.openxmlformats.org/officeDocument/2006/relationships/slide" Target="/ppt/slides/slide7.xml" Id="Ra156aef87ed9439f" /><Relationship Type="http://schemas.openxmlformats.org/officeDocument/2006/relationships/slide" Target="/ppt/slides/slide8.xml" Id="R415c227f97d74ea7" /><Relationship Type="http://schemas.openxmlformats.org/officeDocument/2006/relationships/slide" Target="/ppt/slides/slide9.xml" Id="R8d2e3a4dd99f4787" /><Relationship Type="http://schemas.openxmlformats.org/officeDocument/2006/relationships/slide" Target="/ppt/slides/slide10.xml" Id="R5691602cb8694a5a" /><Relationship Type="http://schemas.openxmlformats.org/officeDocument/2006/relationships/slide" Target="/ppt/slides/slide11.xml" Id="R743f89016334410d" /><Relationship Type="http://schemas.openxmlformats.org/officeDocument/2006/relationships/slide" Target="/ppt/slides/slide12.xml" Id="R7dde8095067c4214" /><Relationship Type="http://schemas.openxmlformats.org/officeDocument/2006/relationships/slide" Target="/ppt/slides/slide13.xml" Id="R7c664dbe75c54567" /><Relationship Type="http://schemas.openxmlformats.org/officeDocument/2006/relationships/slide" Target="/ppt/slides/slide14.xml" Id="R92856e941bd74d8a" /><Relationship Type="http://schemas.openxmlformats.org/officeDocument/2006/relationships/slide" Target="/ppt/slides/slide15.xml" Id="Rcf58f62b7e0047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1dcf28985454e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cfa5fe6b9c4265" /><Relationship Type="http://schemas.openxmlformats.org/officeDocument/2006/relationships/notesMaster" Target="/ppt/notesMasters/notesMaster1.xml" Id="Rf23c601e5b8a4f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c26e517ec549fc" /><Relationship Type="http://schemas.openxmlformats.org/officeDocument/2006/relationships/notesMaster" Target="/ppt/notesMasters/notesMaster1.xml" Id="R32d5939a3b8c4b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1df8452ca64fe4" /><Relationship Type="http://schemas.openxmlformats.org/officeDocument/2006/relationships/notesMaster" Target="/ppt/notesMasters/notesMaster1.xml" Id="Ref971ae5e0c94e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7ae8b9fe904b0a" /><Relationship Type="http://schemas.openxmlformats.org/officeDocument/2006/relationships/notesMaster" Target="/ppt/notesMasters/notesMaster1.xml" Id="Rcd0b8be210334f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21b5cf00e44fbc" /><Relationship Type="http://schemas.openxmlformats.org/officeDocument/2006/relationships/notesMaster" Target="/ppt/notesMasters/notesMaster1.xml" Id="Rc34b2034f33247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ca21acc1734c6e" /><Relationship Type="http://schemas.openxmlformats.org/officeDocument/2006/relationships/notesMaster" Target="/ppt/notesMasters/notesMaster1.xml" Id="R44005424f3174b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0247ac120141cd" /><Relationship Type="http://schemas.openxmlformats.org/officeDocument/2006/relationships/notesMaster" Target="/ppt/notesMasters/notesMaster1.xml" Id="R7c9146ae31f645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5cfc206d02467b" /><Relationship Type="http://schemas.openxmlformats.org/officeDocument/2006/relationships/notesMaster" Target="/ppt/notesMasters/notesMaster1.xml" Id="R0cf5639bee8c48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56ef0a91dd4c6e" /><Relationship Type="http://schemas.openxmlformats.org/officeDocument/2006/relationships/notesMaster" Target="/ppt/notesMasters/notesMaster1.xml" Id="R457dc42820f040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6af9c3dbe34949" /><Relationship Type="http://schemas.openxmlformats.org/officeDocument/2006/relationships/notesMaster" Target="/ppt/notesMasters/notesMaster1.xml" Id="R6bcdf06cb4664f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116eacaeec4e34" /><Relationship Type="http://schemas.openxmlformats.org/officeDocument/2006/relationships/notesMaster" Target="/ppt/notesMasters/notesMaster1.xml" Id="R5604a814d44c43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a206df0b65496b" /><Relationship Type="http://schemas.openxmlformats.org/officeDocument/2006/relationships/notesMaster" Target="/ppt/notesMasters/notesMaster1.xml" Id="Rff5bfb5b49414c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c5ae63c5994bdf" /><Relationship Type="http://schemas.openxmlformats.org/officeDocument/2006/relationships/notesMaster" Target="/ppt/notesMasters/notesMaster1.xml" Id="R3c0a9b8f3e284d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0b1cac012d46b7" /><Relationship Type="http://schemas.openxmlformats.org/officeDocument/2006/relationships/notesMaster" Target="/ppt/notesMasters/notesMaster1.xml" Id="Rf785c888ed4f4e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185c833f224184" /><Relationship Type="http://schemas.openxmlformats.org/officeDocument/2006/relationships/notesMaster" Target="/ppt/notesMasters/notesMaster1.xml" Id="R2bc38042d6134b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从教材印刷页72—73进入《用方向和距离描述位置》。说明本课在第9章 平面直角坐标系中的位置。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人教版《义务教育教科书·数学七年级下册》，印刷页72—73。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形成第一个核心概念：位置描述。要求学生标出对象、条件、表示和作用。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形成第二个核心概念或方法：方位角。与前一概念对比，避免相近知识混淆。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呈现Q4，保留独立思考时间。题型对应教材印刷页72—73的例题或典型任务。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人教版《义务教育教科书·数学七年级下册》，印刷页72—73。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33b6a256b4e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5a1c1710349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ef69e2e2140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d237b446b44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f31fb074c44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868ff7daf4a7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117a4f366463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d5b4318c740a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202b36e194b7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41151f67b4d2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04f729c6b44f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c5e2d00db948d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676e4d61b245a2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76c147719b4d1e" /><Relationship Type="http://schemas.openxmlformats.org/officeDocument/2006/relationships/slideLayout" Target="/ppt/slideLayouts/slideLayout1.xml" Id="R3f3f70c3fefe4251" /><Relationship Type="http://schemas.openxmlformats.org/officeDocument/2006/relationships/slideLayout" Target="/ppt/slideLayouts/slideLayout2.xml" Id="R592591cc208e4591" /><Relationship Type="http://schemas.openxmlformats.org/officeDocument/2006/relationships/slideLayout" Target="/ppt/slideLayouts/slideLayout3.xml" Id="R9604ef504d114f55" /><Relationship Type="http://schemas.openxmlformats.org/officeDocument/2006/relationships/slideLayout" Target="/ppt/slideLayouts/slideLayout4.xml" Id="R67ce9e780bd848b2" /><Relationship Type="http://schemas.openxmlformats.org/officeDocument/2006/relationships/slideLayout" Target="/ppt/slideLayouts/slideLayout5.xml" Id="Raf11870bf8eb4b96" /><Relationship Type="http://schemas.openxmlformats.org/officeDocument/2006/relationships/slideLayout" Target="/ppt/slideLayouts/slideLayout6.xml" Id="R7b1d474774774c9a" /><Relationship Type="http://schemas.openxmlformats.org/officeDocument/2006/relationships/slideLayout" Target="/ppt/slideLayouts/slideLayout7.xml" Id="R7a95c6ef8a894fab" /><Relationship Type="http://schemas.openxmlformats.org/officeDocument/2006/relationships/slideLayout" Target="/ppt/slideLayouts/slideLayout8.xml" Id="Rcdb0915c63094087" /><Relationship Type="http://schemas.openxmlformats.org/officeDocument/2006/relationships/slideLayout" Target="/ppt/slideLayouts/slideLayout9.xml" Id="Rdd52c2fcd6a1474a" /><Relationship Type="http://schemas.openxmlformats.org/officeDocument/2006/relationships/slideLayout" Target="/ppt/slideLayouts/slideLayout10.xml" Id="R0a8e0f5054364871" /><Relationship Type="http://schemas.openxmlformats.org/officeDocument/2006/relationships/slideLayout" Target="/ppt/slideLayouts/slideLayout11.xml" Id="Rf1d1458c76274ff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3112a39ee7b4fca" /><Relationship Type="http://schemas.openxmlformats.org/officeDocument/2006/relationships/slideLayout" Target="/ppt/slideLayouts/slideLayout12.xml" Id="R0399009fe1034154" /><Relationship Type="http://schemas.openxmlformats.org/officeDocument/2006/relationships/slideLayout" Target="/ppt/slideLayouts/slideLayout13.xml" Id="Rf3f57093d3e248c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3f70c3fefe4251"/>
    <p:sldLayoutId xmlns:r="http://schemas.openxmlformats.org/officeDocument/2006/relationships" id="2147483650" r:id="R592591cc208e4591"/>
    <p:sldLayoutId xmlns:r="http://schemas.openxmlformats.org/officeDocument/2006/relationships" id="2147483651" r:id="R9604ef504d114f55"/>
    <p:sldLayoutId xmlns:r="http://schemas.openxmlformats.org/officeDocument/2006/relationships" id="2147483652" r:id="R67ce9e780bd848b2"/>
    <p:sldLayoutId xmlns:r="http://schemas.openxmlformats.org/officeDocument/2006/relationships" id="2147483653" r:id="Raf11870bf8eb4b96"/>
    <p:sldLayoutId xmlns:r="http://schemas.openxmlformats.org/officeDocument/2006/relationships" id="2147483654" r:id="R7b1d474774774c9a"/>
    <p:sldLayoutId xmlns:r="http://schemas.openxmlformats.org/officeDocument/2006/relationships" id="2147483655" r:id="R7a95c6ef8a894fab"/>
    <p:sldLayoutId xmlns:r="http://schemas.openxmlformats.org/officeDocument/2006/relationships" id="2147483656" r:id="Rcdb0915c63094087"/>
    <p:sldLayoutId xmlns:r="http://schemas.openxmlformats.org/officeDocument/2006/relationships" id="2147483657" r:id="Rdd52c2fcd6a1474a"/>
    <p:sldLayoutId xmlns:r="http://schemas.openxmlformats.org/officeDocument/2006/relationships" id="2147483658" r:id="R0a8e0f5054364871"/>
    <p:sldLayoutId xmlns:r="http://schemas.openxmlformats.org/officeDocument/2006/relationships" id="2147483659" r:id="Rf1d1458c76274ff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399009fe1034154"/>
    <p:sldLayoutId xmlns:r="http://schemas.openxmlformats.org/officeDocument/2006/relationships" id="2147483662" r:id="Rf3f57093d3e248c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c98a4d16d104e7c" /><Relationship Type="http://schemas.openxmlformats.org/officeDocument/2006/relationships/image" Target="/ppt/media/image.jpeg" Id="R13fdcf636528450c" /><Relationship Type="http://schemas.openxmlformats.org/officeDocument/2006/relationships/notesSlide" Target="/ppt/notesSlides/notesSlide1.xml" Id="Rd7c44e11af5c4b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df5036ab7234cd3" /><Relationship Type="http://schemas.openxmlformats.org/officeDocument/2006/relationships/image" Target="/ppt/media/image2.jpeg" Id="R745ff3c92cfc4ae6" /><Relationship Type="http://schemas.openxmlformats.org/officeDocument/2006/relationships/image" Target="/ppt/media/image.svg" Id="Rb1bc4754b6964cb2" /><Relationship Type="http://schemas.openxmlformats.org/officeDocument/2006/relationships/image" Target="/ppt/media/image.jpeg" Id="Rb8807b0109434544" /><Relationship Type="http://schemas.openxmlformats.org/officeDocument/2006/relationships/image" Target="/ppt/media/image2.svg" Id="Ra8854e01215141d2" /><Relationship Type="http://schemas.openxmlformats.org/officeDocument/2006/relationships/image" Target="/ppt/media/image3.jpeg" Id="Rdadebad0a67e46a7" /><Relationship Type="http://schemas.openxmlformats.org/officeDocument/2006/relationships/image" Target="/ppt/media/image3.svg" Id="Rf1cc59c76d98423a" /><Relationship Type="http://schemas.openxmlformats.org/officeDocument/2006/relationships/image" Target="/ppt/media/image4.jpeg" Id="R1a020a125a224896" /><Relationship Type="http://schemas.openxmlformats.org/officeDocument/2006/relationships/image" Target="/ppt/media/image4.svg" Id="R6ed86e27a7f0413c" /><Relationship Type="http://schemas.openxmlformats.org/officeDocument/2006/relationships/notesSlide" Target="/ppt/notesSlides/notesSlide2.xml" Id="R48ba41d1845847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0f9c99d4b5a48bc" /><Relationship Type="http://schemas.openxmlformats.org/officeDocument/2006/relationships/image" Target="/ppt/media/image2.jpeg" Id="R8d2d434694f94194" /><Relationship Type="http://schemas.openxmlformats.org/officeDocument/2006/relationships/notesSlide" Target="/ppt/notesSlides/notesSlide3.xml" Id="Rb9db2d3c3b9344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d56cc588ade43e7" /><Relationship Type="http://schemas.openxmlformats.org/officeDocument/2006/relationships/image" Target="/ppt/media/image2.jpeg" Id="Rd28474aedde64d9f" /><Relationship Type="http://schemas.openxmlformats.org/officeDocument/2006/relationships/notesSlide" Target="/ppt/notesSlides/notesSlide4.xml" Id="R58db9828e23043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43dc2f161141a2" /><Relationship Type="http://schemas.openxmlformats.org/officeDocument/2006/relationships/image" Target="/ppt/media/image2.jpeg" Id="Rb2f3ef49308f4e58" /><Relationship Type="http://schemas.openxmlformats.org/officeDocument/2006/relationships/notesSlide" Target="/ppt/notesSlides/notesSlide5.xml" Id="Rd88520b185e441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9b01e912dcf4d5e" /><Relationship Type="http://schemas.openxmlformats.org/officeDocument/2006/relationships/image" Target="/ppt/media/image2.jpeg" Id="R455a559e906f4f8d" /><Relationship Type="http://schemas.openxmlformats.org/officeDocument/2006/relationships/notesSlide" Target="/ppt/notesSlides/notesSlide6.xml" Id="R72cdba99249444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3f4dc431fba4dfb" /><Relationship Type="http://schemas.openxmlformats.org/officeDocument/2006/relationships/image" Target="/ppt/media/image2.jpeg" Id="Rdbe64c91a3b04124" /><Relationship Type="http://schemas.openxmlformats.org/officeDocument/2006/relationships/notesSlide" Target="/ppt/notesSlides/notesSlide7.xml" Id="R38b652401bfe4a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e10aac3c4a1404e" /><Relationship Type="http://schemas.openxmlformats.org/officeDocument/2006/relationships/image" Target="/ppt/media/image2.jpeg" Id="R64a52031c6784f97" /><Relationship Type="http://schemas.openxmlformats.org/officeDocument/2006/relationships/notesSlide" Target="/ppt/notesSlides/notesSlide8.xml" Id="Re8035b290db149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b3a8bbe69e47f0" /><Relationship Type="http://schemas.openxmlformats.org/officeDocument/2006/relationships/image" Target="/ppt/media/image2.jpeg" Id="R4b33913395d34196" /><Relationship Type="http://schemas.openxmlformats.org/officeDocument/2006/relationships/notesSlide" Target="/ppt/notesSlides/notesSlide9.xml" Id="R4553fefdf7e347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628fa0cd3834c61" /><Relationship Type="http://schemas.openxmlformats.org/officeDocument/2006/relationships/image" Target="/ppt/media/image2.jpeg" Id="R7c471d78af384274" /><Relationship Type="http://schemas.openxmlformats.org/officeDocument/2006/relationships/notesSlide" Target="/ppt/notesSlides/notesSlide10.xml" Id="R556997b24e184f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a580b26619f4d32" /><Relationship Type="http://schemas.openxmlformats.org/officeDocument/2006/relationships/image" Target="/ppt/media/image2.jpeg" Id="R19c1c0ac25034650" /><Relationship Type="http://schemas.openxmlformats.org/officeDocument/2006/relationships/notesSlide" Target="/ppt/notesSlides/notesSlide11.xml" Id="R60d20dfbbf4e44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956eb56ea984b87" /><Relationship Type="http://schemas.openxmlformats.org/officeDocument/2006/relationships/image" Target="/ppt/media/image2.jpeg" Id="Rd29b486491fc41ba" /><Relationship Type="http://schemas.openxmlformats.org/officeDocument/2006/relationships/notesSlide" Target="/ppt/notesSlides/notesSlide12.xml" Id="Rdc8249fe4ee740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850a891f4e47ea" /><Relationship Type="http://schemas.openxmlformats.org/officeDocument/2006/relationships/image" Target="/ppt/media/image2.jpeg" Id="R17db91414eb84831" /><Relationship Type="http://schemas.openxmlformats.org/officeDocument/2006/relationships/notesSlide" Target="/ppt/notesSlides/notesSlide13.xml" Id="Raafc244123354f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d21c5cd3bae41bc" /><Relationship Type="http://schemas.openxmlformats.org/officeDocument/2006/relationships/image" Target="/ppt/media/image2.jpeg" Id="R55851fa914764ab4" /><Relationship Type="http://schemas.openxmlformats.org/officeDocument/2006/relationships/notesSlide" Target="/ppt/notesSlides/notesSlide14.xml" Id="Rb3b21224c89749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29090f5fab436c" /><Relationship Type="http://schemas.openxmlformats.org/officeDocument/2006/relationships/image" Target="/ppt/media/image5.jpeg" Id="R64badbc1ea984c7a" /><Relationship Type="http://schemas.openxmlformats.org/officeDocument/2006/relationships/notesSlide" Target="/ppt/notesSlides/notesSlide15.xml" Id="R798d0fc1306d4126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3fdcf636528450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9.2 用方向和距离描述位置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第9章 平面直角坐标系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教材印刷页72—73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45ff3c92cfc4ae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07b0109434544">
            <a:extLst>
              <a:ext uri="{96DAC541-7B7A-43D3-8B79-37D633B846F1}">
                <asvg:svgBlip xmlns:asvg="http://schemas.microsoft.com/office/drawing/2016/SVG/main" r:embed="Rb1bc4754b6964c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通过阅读、观察或操作，准确说出位置描述、方位角、方向与距离的含义、表示或基本步骤。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ff3c92cfc4ae6">
            <a:extLst>
              <a:ext uri="{96DAC541-7B7A-43D3-8B79-37D633B846F1}">
                <asvg:svgBlip xmlns:asvg="http://schemas.microsoft.com/office/drawing/2016/SVG/main" r:embed="Ra8854e01215141d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在Q2—Q4中运用“用方向和距离唯一确定位置”，能用完整语言、式子、图形或图表说明依据。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ebad0a67e46a7">
            <a:extLst>
              <a:ext uri="{96DAC541-7B7A-43D3-8B79-37D633B846F1}">
                <asvg:svgBlip xmlns:asvg="http://schemas.microsoft.com/office/drawing/2016/SVG/main" r:embed="Rf1cc59c76d98423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在基础与变式练习中运用“用方向和距离唯一确定位置”解决同类问题，并对结果进行检验。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20a125a224896">
            <a:extLst>
              <a:ext uri="{96DAC541-7B7A-43D3-8B79-37D633B846F1}">
                <asvg:svgBlip xmlns:asvg="http://schemas.microsoft.com/office/drawing/2016/SVG/main" r:embed="R6ed86e27a7f0413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d2d434694f9419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对应印刷页72—73。先读图、读表或读题，圈出已知和所求。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调用学生已经学习平面直角坐标系、角与线段，具备基本观察、计算、作图或整理数据的经验。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聚焦位置描述、方位角、方向与距离，不急于抄结论。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E354960-9657-418F-93EC-42C115C1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7F0E1B3-B75D-4CB1-8F57-60206E58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A25169-E24A-4F4C-9D68-3DA61F03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8C9BD938-AE7F-4331-8988-38F4FB58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4E50241-96EE-48CC-9AC9-A5EE06C6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33ED6CC-E414-46A0-83CB-A8E19336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93C80A6-CD8E-42CC-B21F-F4311185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8DA32E81-879B-42C9-9DE7-D098848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5B9BDCB-4E2E-4A73-89C3-759D2DD3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7E70634-7CF1-4C32-97D8-94D4C8BB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CEF1625-553E-4B6A-856A-114EBC9C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510F3927-B4FA-42B6-859D-59B9070B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70A72F0-F17A-41C0-A9DA-96488015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F8AEB42-0BC3-48AE-BDE2-7C51FBA0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08CFCD1-1C98-411B-9151-DBE8EB73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3D318BB8-1686-47F9-91AD-F3ED84A7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28474aedde64d9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旧知回顾：回顾“平面直角坐标系”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回顾“平面直角坐标系”：写出一条与本课有关的定义、性质或计算规则。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参考要点：正确表述“平面直角坐标系”的核心含义，并说明它与“位置描述”的联系。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71AA7BB-E29C-4995-86DA-F602ED26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44F9595-2C86-436B-A996-9633D089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EA6D7A5-2226-4E18-962E-84A08585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5A8112C0-5029-40DC-85FB-6D2FFB18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1049510-289E-469D-8617-1711E8FE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2f3ef49308f4e5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阅读教材印刷页72—73，圈出“位置描述、方位角、方向与距离”，分别用一句话记录它们解决什么问题。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小组探究：围绕“规范表达方位角和实际距离”设计一次观察、操作或推理，记录现象、猜想和验证依据。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围绕“用方向和距离唯一确定位置”说明理由；同伴只追问条件和依据。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84079C2-5EC3-4E2F-A86B-55585F29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E1678DF-4DAA-4AD0-B013-470D0E6A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9B7ACAA-6BFA-454C-84B6-7D860149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189EAE8E-D1D6-4AD1-8935-7ECC6361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55a559e906f4f8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概念一：位置描述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位置描述：按教材明确其定义、条件、表示、性质或步骤。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8E5B6A8-3CB2-4178-9FAE-4D740429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3ED52A4-7046-4D37-BA4D-89D46E13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576E179-F8D4-424F-80CC-0C6057FC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EC34B4CE-A9F6-431B-BB72-59A8334D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0E3E963-C5D0-4C90-A12C-2458A0DE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be64c91a3b0412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概念二：方位角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方位角：按教材明确其定义、条件、表示、性质或步骤。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易错提醒：规范表达方位角和实际距离。先审条件，再使用结论。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613C42D-FE04-4409-8196-BF232D0F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D70E775-E81C-4E62-9441-DAB232AF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6A668C9-29D4-4344-A1AD-97A88410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B40E9ADA-B619-4412-90AD-99B6DE4F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6A21DB3-94FA-47C4-BBC2-D26C2671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4a52031c6784f9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小组探究：围绕“规范表达方位角和实际距离”设计一次观察、操作或推理，记录现象、猜想和验证依据。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参考思路：先明确条件，再围绕“用方向和距离唯一确定位置”形成猜想，最后用定义、计算、图表或反例验证。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A018099-6644-45CD-AA20-ABDF1E9E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91C2DE2-05B1-4D55-9E4C-C00D7573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AA0698-AECF-43EF-86CF-F4672752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D47B1E95-FC5A-49A8-B278-7EFCF639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5F50A47-99FF-4153-BE8D-13F1C4A5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b33913395d3419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只记“位置描述”的结论，不检查适用条件。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把“用方向和距离唯一确定位置”与相近概念或逆命题混淆。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c471d78af38427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教材例题：例题（对应教材9.2例1）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例题（对应教材9.2例1）：学校在观测点O的北偏东30°方向、距离2 km处。用方向和距离完整描述位置。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选用用方向和距离唯一确定位置；3.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教材印刷页72—73：先思考，再对照规范解答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DC8AFF1-808A-44E8-A1E6-777F66E5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19A85F6-9DD1-4E74-B5D3-211EFBAC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C5D143E-82AE-42F8-94CE-A6DDA0E8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934AF788-F897-4BAE-B36F-D1B6503F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9c1c0ac2503465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选择“用方向和距离唯一确定位置”对应的方法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学校位于O点北偏东30°、2 km处；方向和距离缺一不可。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没有先确认“用方向和距离唯一确定位置”的条件，或只写结果不写依据。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781A8E4-8ACA-4A5B-BF41-D9FF8CD2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D52508-8122-47F7-B596-D99FCDBC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4D0785E-B4E0-44C1-9CC2-CDB1E980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8EAD0012-7A00-486B-AC7A-6F2E740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A49B920-DF31-428E-812C-B84E494D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29b486491fc41b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基础辨析：判断“使用‘位置描述’时不需要检查条件，只要结论看起来合理即可”，并说明理由。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变式练习：把Q4的一个条件、数据或表示方式作合理改变，仍用“用方向和距离唯一确定位置”解决，并写出检验。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DCE634A-5C37-4B3A-AC68-D9B723E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B99D54-172E-4B9B-8F1F-E986DB02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E4F3F6-BCE6-442D-8EB6-68A59E11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7B8DAFE2-132E-4AB2-B68A-C30FAE94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7db91414eb8483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变式练习：把Q4的一个条件、数据或表示方式作合理改变，仍用“用方向和距离唯一确定位置”解决，并写出检验。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答案不唯一。评价要点：改变后的条件完整；方法仍属于“用方向和距离唯一确定位置”；过程正确；检验与新条件一致。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C21ECB2-8765-4994-9E89-6D561605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8BE2F84-0637-4392-B9FC-C2355688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98E09BC-E4A8-41CF-8D2B-D27C8475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EF99811F-F543-40E6-B166-3DAF4C8C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5851fa914764ab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纠错：“研究用方向和距离描述位置时，只记结论，不必区分条件、过程和依据。”这句话对吗？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当堂检测：只说“在东北方向”能否唯一确定一点？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5B84BE1-913C-43F9-AE88-2ED9F7CD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3453907-0141-4025-8080-EDEDC8C8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921895C-6BF7-4EF0-91B8-8073E471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765ED261-4F5C-4AAC-8CEF-71147DCB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4badbc1ea984c7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小结参考：本课围绕“用方向和距离描述位置”，掌握位置描述、方位角、方向与距离，并能运用用方向和距离唯一确定位置。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基础：完成教材第73页练习中的基础题并订正Q5、Q7 提升：当堂检测：只说“在东北方向”能否唯一确定一点？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我能否：①准确表达位置描述；②运用用方向和距离唯一确定位置；③写清依据并检验？选择“会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CD72263-DDEB-4FBE-9E35-53538840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D57F53C-DC7F-4C17-8111-3E382A20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976563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F067817-4F55-4189-AA2B-6B857370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56508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B7247E93-234B-451F-BAF1-010D49E1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716" y="2719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2026-08-02T17:49:49.2070000Z</dcterms:created>
  <dcterms:modified xsi:type="dcterms:W3CDTF">2026-08-02T17:49:49.2070000Z</dcterms:modified>
</coreProperties>
</file>