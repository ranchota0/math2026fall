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1c137ae52c4dbc" /><Relationship Type="http://schemas.openxmlformats.org/officeDocument/2006/relationships/extended-properties" Target="/docProps/app.xml" Id="Rb6b38754d60e419b" /><Relationship Type="http://schemas.openxmlformats.org/officeDocument/2006/relationships/officeDocument" Target="/ppt/presentation.xml" Id="Rb8192dcfe40548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fdc2c0ad5b4741"/>
    <p:sldMasterId xmlns:r="http://schemas.openxmlformats.org/officeDocument/2006/relationships" id="2147483660" r:id="R2f5f02315c514283"/>
  </p:sldMasterIdLst>
  <p:notesMasterIdLst>
    <p:notesMasterId xmlns:r="http://schemas.openxmlformats.org/officeDocument/2006/relationships" r:id="R52bdd74b15774aab"/>
  </p:notesMasterIdLst>
  <p:sldIdLst>
    <p:sldId xmlns:r="http://schemas.openxmlformats.org/officeDocument/2006/relationships" id="256" r:id="R5e35599c26f642d3"/>
    <p:sldId xmlns:r="http://schemas.openxmlformats.org/officeDocument/2006/relationships" id="257" r:id="R1219ba3eae9048d8"/>
    <p:sldId xmlns:r="http://schemas.openxmlformats.org/officeDocument/2006/relationships" id="258" r:id="R312e41c8c34349bb"/>
    <p:sldId xmlns:r="http://schemas.openxmlformats.org/officeDocument/2006/relationships" id="259" r:id="R1df84ff113b94b2d"/>
    <p:sldId xmlns:r="http://schemas.openxmlformats.org/officeDocument/2006/relationships" id="260" r:id="Re56d7753436340b3"/>
    <p:sldId xmlns:r="http://schemas.openxmlformats.org/officeDocument/2006/relationships" id="261" r:id="R81b7b43ac67b47a4"/>
    <p:sldId xmlns:r="http://schemas.openxmlformats.org/officeDocument/2006/relationships" id="262" r:id="Rf5b2eaac8c944637"/>
    <p:sldId xmlns:r="http://schemas.openxmlformats.org/officeDocument/2006/relationships" id="263" r:id="R2cb53d088d2146cd"/>
    <p:sldId xmlns:r="http://schemas.openxmlformats.org/officeDocument/2006/relationships" id="264" r:id="R0087026255714700"/>
    <p:sldId xmlns:r="http://schemas.openxmlformats.org/officeDocument/2006/relationships" id="265" r:id="R1db601413c9842f2"/>
    <p:sldId xmlns:r="http://schemas.openxmlformats.org/officeDocument/2006/relationships" id="266" r:id="R0ecad2e209a14b2d"/>
    <p:sldId xmlns:r="http://schemas.openxmlformats.org/officeDocument/2006/relationships" id="267" r:id="R1265f50d38cd41f3"/>
    <p:sldId xmlns:r="http://schemas.openxmlformats.org/officeDocument/2006/relationships" id="268" r:id="R7e98ea1c1d4e4efa"/>
    <p:sldId xmlns:r="http://schemas.openxmlformats.org/officeDocument/2006/relationships" id="269" r:id="R350da62834064e79"/>
    <p:sldId xmlns:r="http://schemas.openxmlformats.org/officeDocument/2006/relationships" id="270" r:id="R65dea160d6a141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e9528592c34f9b" /><Relationship Type="http://schemas.openxmlformats.org/officeDocument/2006/relationships/slideMaster" Target="/ppt/slideMasters/slideMaster1.xml" Id="R76fdc2c0ad5b4741" /><Relationship Type="http://schemas.openxmlformats.org/officeDocument/2006/relationships/slideMaster" Target="/ppt/slideMasters/slideMaster2.xml" Id="R2f5f02315c514283" /><Relationship Type="http://schemas.openxmlformats.org/officeDocument/2006/relationships/notesMaster" Target="/ppt/notesMasters/notesMaster1.xml" Id="R52bdd74b15774aab" /><Relationship Type="http://schemas.openxmlformats.org/officeDocument/2006/relationships/presProps" Target="/ppt/presProps.xml" Id="R4a29ada711f24279" /><Relationship Type="http://schemas.openxmlformats.org/officeDocument/2006/relationships/viewProps" Target="/ppt/viewProps.xml" Id="Rbe4174fdc34b4f87" /><Relationship Type="http://schemas.openxmlformats.org/officeDocument/2006/relationships/tableStyles" Target="/ppt/tableStyles.xml" Id="R3908719e3fa04c77" /><Relationship Type="http://schemas.openxmlformats.org/officeDocument/2006/relationships/slide" Target="/ppt/slides/slide1.xml" Id="R5e35599c26f642d3" /><Relationship Type="http://schemas.openxmlformats.org/officeDocument/2006/relationships/slide" Target="/ppt/slides/slide2.xml" Id="R1219ba3eae9048d8" /><Relationship Type="http://schemas.openxmlformats.org/officeDocument/2006/relationships/slide" Target="/ppt/slides/slide3.xml" Id="R312e41c8c34349bb" /><Relationship Type="http://schemas.openxmlformats.org/officeDocument/2006/relationships/slide" Target="/ppt/slides/slide4.xml" Id="R1df84ff113b94b2d" /><Relationship Type="http://schemas.openxmlformats.org/officeDocument/2006/relationships/slide" Target="/ppt/slides/slide5.xml" Id="Re56d7753436340b3" /><Relationship Type="http://schemas.openxmlformats.org/officeDocument/2006/relationships/slide" Target="/ppt/slides/slide6.xml" Id="R81b7b43ac67b47a4" /><Relationship Type="http://schemas.openxmlformats.org/officeDocument/2006/relationships/slide" Target="/ppt/slides/slide7.xml" Id="Rf5b2eaac8c944637" /><Relationship Type="http://schemas.openxmlformats.org/officeDocument/2006/relationships/slide" Target="/ppt/slides/slide8.xml" Id="R2cb53d088d2146cd" /><Relationship Type="http://schemas.openxmlformats.org/officeDocument/2006/relationships/slide" Target="/ppt/slides/slide9.xml" Id="R0087026255714700" /><Relationship Type="http://schemas.openxmlformats.org/officeDocument/2006/relationships/slide" Target="/ppt/slides/slide10.xml" Id="R1db601413c9842f2" /><Relationship Type="http://schemas.openxmlformats.org/officeDocument/2006/relationships/slide" Target="/ppt/slides/slide11.xml" Id="R0ecad2e209a14b2d" /><Relationship Type="http://schemas.openxmlformats.org/officeDocument/2006/relationships/slide" Target="/ppt/slides/slide12.xml" Id="R1265f50d38cd41f3" /><Relationship Type="http://schemas.openxmlformats.org/officeDocument/2006/relationships/slide" Target="/ppt/slides/slide13.xml" Id="R7e98ea1c1d4e4efa" /><Relationship Type="http://schemas.openxmlformats.org/officeDocument/2006/relationships/slide" Target="/ppt/slides/slide14.xml" Id="R350da62834064e79" /><Relationship Type="http://schemas.openxmlformats.org/officeDocument/2006/relationships/slide" Target="/ppt/slides/slide15.xml" Id="R65dea160d6a141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2e0e2e4fdcf4b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af5acc1274408d" /><Relationship Type="http://schemas.openxmlformats.org/officeDocument/2006/relationships/notesMaster" Target="/ppt/notesMasters/notesMaster1.xml" Id="R6b2ec8f069e143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7ac71f80354bfa" /><Relationship Type="http://schemas.openxmlformats.org/officeDocument/2006/relationships/notesMaster" Target="/ppt/notesMasters/notesMaster1.xml" Id="R49e7b2052ef54e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fbb7b57ebb44fc" /><Relationship Type="http://schemas.openxmlformats.org/officeDocument/2006/relationships/notesMaster" Target="/ppt/notesMasters/notesMaster1.xml" Id="R7c22212641d84e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483a0674da431d" /><Relationship Type="http://schemas.openxmlformats.org/officeDocument/2006/relationships/notesMaster" Target="/ppt/notesMasters/notesMaster1.xml" Id="R884e44cceff94a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ca66f96bed4780" /><Relationship Type="http://schemas.openxmlformats.org/officeDocument/2006/relationships/notesMaster" Target="/ppt/notesMasters/notesMaster1.xml" Id="Rd13ae061ef9a44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b6a07fc35a4d25" /><Relationship Type="http://schemas.openxmlformats.org/officeDocument/2006/relationships/notesMaster" Target="/ppt/notesMasters/notesMaster1.xml" Id="R88024a45ebab46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4007802e934820" /><Relationship Type="http://schemas.openxmlformats.org/officeDocument/2006/relationships/notesMaster" Target="/ppt/notesMasters/notesMaster1.xml" Id="R1547fbfc1c5f45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be110255be402c" /><Relationship Type="http://schemas.openxmlformats.org/officeDocument/2006/relationships/notesMaster" Target="/ppt/notesMasters/notesMaster1.xml" Id="R17734a0e98ff4e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f0ddec8a514079" /><Relationship Type="http://schemas.openxmlformats.org/officeDocument/2006/relationships/notesMaster" Target="/ppt/notesMasters/notesMaster1.xml" Id="R3e16bc90d26548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1a753a816e4bc0" /><Relationship Type="http://schemas.openxmlformats.org/officeDocument/2006/relationships/notesMaster" Target="/ppt/notesMasters/notesMaster1.xml" Id="R5911660f92714f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070396813d45cb" /><Relationship Type="http://schemas.openxmlformats.org/officeDocument/2006/relationships/notesMaster" Target="/ppt/notesMasters/notesMaster1.xml" Id="R04adf9e49f944a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c7026fe1634e7e" /><Relationship Type="http://schemas.openxmlformats.org/officeDocument/2006/relationships/notesMaster" Target="/ppt/notesMasters/notesMaster1.xml" Id="R4489e90135f746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c1331d0c804bb1" /><Relationship Type="http://schemas.openxmlformats.org/officeDocument/2006/relationships/notesMaster" Target="/ppt/notesMasters/notesMaster1.xml" Id="Rc0094bca375c4a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e8c7fe7ca54940" /><Relationship Type="http://schemas.openxmlformats.org/officeDocument/2006/relationships/notesMaster" Target="/ppt/notesMasters/notesMaster1.xml" Id="R45f5a72f1d1a47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50c84865204ec1" /><Relationship Type="http://schemas.openxmlformats.org/officeDocument/2006/relationships/notesMaster" Target="/ppt/notesMasters/notesMaster1.xml" Id="R9dec977c7eea48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从教材印刷页83—86进入《平面直角坐标系章末复习》。说明本课在第9章 平面直角坐标系中的位置。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人教版《义务教育教科书·数学七年级下册》，印刷页83—86。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形成第一个核心概念：点的坐标。要求学生标出对象、条件、表示和作用。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形成第二个核心概念或方法：坐标描述位置。与前一概念对比，避免相近知识混淆。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呈现Q4，保留独立思考时间。题型对应教材印刷页83—86的例题或典型任务。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人教版《义务教育教科书·数学七年级下册》，印刷页83—86。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615628e2a4b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06ed40fcd41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63e6ea41d48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cf7ea0f37b4b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ecbe870534c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d7f5940da42f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f503219dd4fd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84dc7c14c43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1ccde8fd94e6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bdf3138f54d6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4c434b8f343a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fce3fc405a454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24ff7754de4594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9a41bafacf438c" /><Relationship Type="http://schemas.openxmlformats.org/officeDocument/2006/relationships/slideLayout" Target="/ppt/slideLayouts/slideLayout1.xml" Id="Rb55be20bd0b04e6a" /><Relationship Type="http://schemas.openxmlformats.org/officeDocument/2006/relationships/slideLayout" Target="/ppt/slideLayouts/slideLayout2.xml" Id="R5c7107109d75466c" /><Relationship Type="http://schemas.openxmlformats.org/officeDocument/2006/relationships/slideLayout" Target="/ppt/slideLayouts/slideLayout3.xml" Id="Rdb921a5274bd41a9" /><Relationship Type="http://schemas.openxmlformats.org/officeDocument/2006/relationships/slideLayout" Target="/ppt/slideLayouts/slideLayout4.xml" Id="Ra0fe268b598e45df" /><Relationship Type="http://schemas.openxmlformats.org/officeDocument/2006/relationships/slideLayout" Target="/ppt/slideLayouts/slideLayout5.xml" Id="R9272b7d42eed44e1" /><Relationship Type="http://schemas.openxmlformats.org/officeDocument/2006/relationships/slideLayout" Target="/ppt/slideLayouts/slideLayout6.xml" Id="R5984480a2a83438b" /><Relationship Type="http://schemas.openxmlformats.org/officeDocument/2006/relationships/slideLayout" Target="/ppt/slideLayouts/slideLayout7.xml" Id="Ra175e9cb10ba48aa" /><Relationship Type="http://schemas.openxmlformats.org/officeDocument/2006/relationships/slideLayout" Target="/ppt/slideLayouts/slideLayout8.xml" Id="R0f641d41294644c9" /><Relationship Type="http://schemas.openxmlformats.org/officeDocument/2006/relationships/slideLayout" Target="/ppt/slideLayouts/slideLayout9.xml" Id="R03b8e301ebfa4f7e" /><Relationship Type="http://schemas.openxmlformats.org/officeDocument/2006/relationships/slideLayout" Target="/ppt/slideLayouts/slideLayout10.xml" Id="R71315b1600054d96" /><Relationship Type="http://schemas.openxmlformats.org/officeDocument/2006/relationships/slideLayout" Target="/ppt/slideLayouts/slideLayout11.xml" Id="R253a3c450b334a6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e2eae78ec80441e" /><Relationship Type="http://schemas.openxmlformats.org/officeDocument/2006/relationships/slideLayout" Target="/ppt/slideLayouts/slideLayout12.xml" Id="Rac26092d39854ea0" /><Relationship Type="http://schemas.openxmlformats.org/officeDocument/2006/relationships/slideLayout" Target="/ppt/slideLayouts/slideLayout13.xml" Id="R42e04b953f5947e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5be20bd0b04e6a"/>
    <p:sldLayoutId xmlns:r="http://schemas.openxmlformats.org/officeDocument/2006/relationships" id="2147483650" r:id="R5c7107109d75466c"/>
    <p:sldLayoutId xmlns:r="http://schemas.openxmlformats.org/officeDocument/2006/relationships" id="2147483651" r:id="Rdb921a5274bd41a9"/>
    <p:sldLayoutId xmlns:r="http://schemas.openxmlformats.org/officeDocument/2006/relationships" id="2147483652" r:id="Ra0fe268b598e45df"/>
    <p:sldLayoutId xmlns:r="http://schemas.openxmlformats.org/officeDocument/2006/relationships" id="2147483653" r:id="R9272b7d42eed44e1"/>
    <p:sldLayoutId xmlns:r="http://schemas.openxmlformats.org/officeDocument/2006/relationships" id="2147483654" r:id="R5984480a2a83438b"/>
    <p:sldLayoutId xmlns:r="http://schemas.openxmlformats.org/officeDocument/2006/relationships" id="2147483655" r:id="Ra175e9cb10ba48aa"/>
    <p:sldLayoutId xmlns:r="http://schemas.openxmlformats.org/officeDocument/2006/relationships" id="2147483656" r:id="R0f641d41294644c9"/>
    <p:sldLayoutId xmlns:r="http://schemas.openxmlformats.org/officeDocument/2006/relationships" id="2147483657" r:id="R03b8e301ebfa4f7e"/>
    <p:sldLayoutId xmlns:r="http://schemas.openxmlformats.org/officeDocument/2006/relationships" id="2147483658" r:id="R71315b1600054d96"/>
    <p:sldLayoutId xmlns:r="http://schemas.openxmlformats.org/officeDocument/2006/relationships" id="2147483659" r:id="R253a3c450b334a6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c26092d39854ea0"/>
    <p:sldLayoutId xmlns:r="http://schemas.openxmlformats.org/officeDocument/2006/relationships" id="2147483662" r:id="R42e04b953f5947e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8be420b4a754418" /><Relationship Type="http://schemas.openxmlformats.org/officeDocument/2006/relationships/image" Target="/ppt/media/image.jpeg" Id="R88226644774b45f1" /><Relationship Type="http://schemas.openxmlformats.org/officeDocument/2006/relationships/notesSlide" Target="/ppt/notesSlides/notesSlide1.xml" Id="R6f40e6c4539344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50402f02344a7d" /><Relationship Type="http://schemas.openxmlformats.org/officeDocument/2006/relationships/image" Target="/ppt/media/image2.jpeg" Id="R0057bdb272a644c2" /><Relationship Type="http://schemas.openxmlformats.org/officeDocument/2006/relationships/image" Target="/ppt/media/image.svg" Id="Rcf8249c45b1048f8" /><Relationship Type="http://schemas.openxmlformats.org/officeDocument/2006/relationships/image" Target="/ppt/media/image.jpeg" Id="Rf8d8d9ebe17b4f77" /><Relationship Type="http://schemas.openxmlformats.org/officeDocument/2006/relationships/image" Target="/ppt/media/image2.svg" Id="R1a539f6f295d42ce" /><Relationship Type="http://schemas.openxmlformats.org/officeDocument/2006/relationships/image" Target="/ppt/media/image3.jpeg" Id="R913fbdd4e6e8431e" /><Relationship Type="http://schemas.openxmlformats.org/officeDocument/2006/relationships/image" Target="/ppt/media/image3.svg" Id="R2c952854c44845bb" /><Relationship Type="http://schemas.openxmlformats.org/officeDocument/2006/relationships/image" Target="/ppt/media/image4.jpeg" Id="R396cfe0960024c99" /><Relationship Type="http://schemas.openxmlformats.org/officeDocument/2006/relationships/image" Target="/ppt/media/image4.svg" Id="R416bfd28e2cc4123" /><Relationship Type="http://schemas.openxmlformats.org/officeDocument/2006/relationships/notesSlide" Target="/ppt/notesSlides/notesSlide2.xml" Id="R61b471b1bfdb43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2b547cac82140f5" /><Relationship Type="http://schemas.openxmlformats.org/officeDocument/2006/relationships/image" Target="/ppt/media/image2.jpeg" Id="R9c8fe07a0f7c4470" /><Relationship Type="http://schemas.openxmlformats.org/officeDocument/2006/relationships/notesSlide" Target="/ppt/notesSlides/notesSlide3.xml" Id="R7c78094786d643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c45b026ec074c7e" /><Relationship Type="http://schemas.openxmlformats.org/officeDocument/2006/relationships/image" Target="/ppt/media/image2.jpeg" Id="Ra51539aa23b2406d" /><Relationship Type="http://schemas.openxmlformats.org/officeDocument/2006/relationships/notesSlide" Target="/ppt/notesSlides/notesSlide4.xml" Id="R0a82c077ed2d4b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bf27bc420047ef" /><Relationship Type="http://schemas.openxmlformats.org/officeDocument/2006/relationships/image" Target="/ppt/media/image2.jpeg" Id="R0fe881c44f2848ae" /><Relationship Type="http://schemas.openxmlformats.org/officeDocument/2006/relationships/notesSlide" Target="/ppt/notesSlides/notesSlide5.xml" Id="Rca6ecc5b2eba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e79815f8f3c45e4" /><Relationship Type="http://schemas.openxmlformats.org/officeDocument/2006/relationships/image" Target="/ppt/media/image2.jpeg" Id="R77be52e6b4bd46f1" /><Relationship Type="http://schemas.openxmlformats.org/officeDocument/2006/relationships/notesSlide" Target="/ppt/notesSlides/notesSlide6.xml" Id="R6e30a440ecbc4d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a2f70d8eba446e9" /><Relationship Type="http://schemas.openxmlformats.org/officeDocument/2006/relationships/image" Target="/ppt/media/image2.jpeg" Id="Raa9f045faec34948" /><Relationship Type="http://schemas.openxmlformats.org/officeDocument/2006/relationships/notesSlide" Target="/ppt/notesSlides/notesSlide7.xml" Id="R92be045dec1943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d5ec414f424df3" /><Relationship Type="http://schemas.openxmlformats.org/officeDocument/2006/relationships/image" Target="/ppt/media/image2.jpeg" Id="R7db6ba28262340c9" /><Relationship Type="http://schemas.openxmlformats.org/officeDocument/2006/relationships/notesSlide" Target="/ppt/notesSlides/notesSlide8.xml" Id="Rabbbc9302dee47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c011abffdc74581" /><Relationship Type="http://schemas.openxmlformats.org/officeDocument/2006/relationships/image" Target="/ppt/media/image2.jpeg" Id="R479ee6250cc64996" /><Relationship Type="http://schemas.openxmlformats.org/officeDocument/2006/relationships/notesSlide" Target="/ppt/notesSlides/notesSlide9.xml" Id="Rc2c01aa7bd2044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a67b97528f47b7" /><Relationship Type="http://schemas.openxmlformats.org/officeDocument/2006/relationships/image" Target="/ppt/media/image2.jpeg" Id="R587495db2495446f" /><Relationship Type="http://schemas.openxmlformats.org/officeDocument/2006/relationships/notesSlide" Target="/ppt/notesSlides/notesSlide10.xml" Id="R9c2bea5b47a347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6eaae2478d644dd" /><Relationship Type="http://schemas.openxmlformats.org/officeDocument/2006/relationships/image" Target="/ppt/media/image2.jpeg" Id="R62f7a4ff951b42cc" /><Relationship Type="http://schemas.openxmlformats.org/officeDocument/2006/relationships/notesSlide" Target="/ppt/notesSlides/notesSlide11.xml" Id="R2875ffb62db641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ab5abdbfb994873" /><Relationship Type="http://schemas.openxmlformats.org/officeDocument/2006/relationships/image" Target="/ppt/media/image2.jpeg" Id="R5d5b166291184a48" /><Relationship Type="http://schemas.openxmlformats.org/officeDocument/2006/relationships/notesSlide" Target="/ppt/notesSlides/notesSlide12.xml" Id="Rf801530cd6f24a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0bf1774729149d4" /><Relationship Type="http://schemas.openxmlformats.org/officeDocument/2006/relationships/image" Target="/ppt/media/image2.jpeg" Id="Rdd1cd2c1c12c4a8c" /><Relationship Type="http://schemas.openxmlformats.org/officeDocument/2006/relationships/notesSlide" Target="/ppt/notesSlides/notesSlide13.xml" Id="Raf204e973c504a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4b172680ea542ad" /><Relationship Type="http://schemas.openxmlformats.org/officeDocument/2006/relationships/image" Target="/ppt/media/image2.jpeg" Id="Ra5da96260a0440d5" /><Relationship Type="http://schemas.openxmlformats.org/officeDocument/2006/relationships/notesSlide" Target="/ppt/notesSlides/notesSlide14.xml" Id="Rd46406722a5545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e7e610d52984bd8" /><Relationship Type="http://schemas.openxmlformats.org/officeDocument/2006/relationships/image" Target="/ppt/media/image5.jpeg" Id="Rd45d7eee91a24296" /><Relationship Type="http://schemas.openxmlformats.org/officeDocument/2006/relationships/notesSlide" Target="/ppt/notesSlides/notesSlide15.xml" Id="R9c725c524e2b4fc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226644774b45f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小结与复习题9 平面直角坐标系章末复习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第9章 平面直角坐标系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教材印刷页83—86 · 复习课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057bdb272a644c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8d9ebe17b4f77">
            <a:extLst>
              <a:ext uri="{96DAC541-7B7A-43D3-8B79-37D633B846F1}">
                <asvg:svgBlip xmlns:asvg="http://schemas.microsoft.com/office/drawing/2016/SVG/main" r:embed="Rcf8249c45b1048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通过阅读、观察或操作，准确说出点的坐标、坐标描述位置、坐标与平移的含义、表示或基本步骤。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7bdb272a644c2">
            <a:extLst>
              <a:ext uri="{96DAC541-7B7A-43D3-8B79-37D633B846F1}">
                <asvg:svgBlip xmlns:asvg="http://schemas.microsoft.com/office/drawing/2016/SVG/main" r:embed="R1a539f6f295d42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在Q2—Q4中运用“建立“位置—坐标—变化”知识结构”，能用完整语言、式子、图形或图表说明依据。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fbdd4e6e8431e">
            <a:extLst>
              <a:ext uri="{96DAC541-7B7A-43D3-8B79-37D633B846F1}">
                <asvg:svgBlip xmlns:asvg="http://schemas.microsoft.com/office/drawing/2016/SVG/main" r:embed="R2c952854c44845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在基础与变式练习中运用“建立“位置—坐标—变化”知识结构”解决同类问题，并对结果进行检验。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cfe0960024c99">
            <a:extLst>
              <a:ext uri="{96DAC541-7B7A-43D3-8B79-37D633B846F1}">
                <asvg:svgBlip xmlns:asvg="http://schemas.microsoft.com/office/drawing/2016/SVG/main" r:embed="R416bfd28e2cc41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c8fe07a0f7c447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对应印刷页83—86。先读图、读表或读题，圈出已知和所求。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调用学生已经学习第九章全部内容，具备基本观察、计算、作图或整理数据的经验。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聚焦点的坐标、坐标描述位置、坐标与平移，不急于抄结论。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6E64221-B044-4DC7-A81E-B7136CF2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E8DE897-7D5B-4990-997D-89036FE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1C85533-DB76-4523-9E28-FFBF2D34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09CCE2BE-1E32-413B-934F-D26FB7E9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201010E-46D9-4C5D-B41E-1421ECB4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93B2BAC-ED5D-46B2-9966-94360320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9265A71-D396-40C4-A255-FBD2B63B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22B818F-1EA2-49AB-894B-0BA96481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E1A4BF2-07BB-43CD-993C-8D77FF8A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236E5BC-7B05-413A-9400-FC169BA7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8EF4BE1-AF64-4057-A29E-B088A6DB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E8D7D4D3-A82C-4C8E-BBC2-328547A1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B5937E2-E170-4525-98B4-1F5F0E40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DB65E4A-12F5-4C24-AEE8-18F306E9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3FE315-5124-4ABF-98B1-8AD828E8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E1774A27-9897-44BC-9C38-BEDDFD99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1539aa23b2406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旧知回顾：回顾“第九章全部内容”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回顾“第九章全部内容”：写出一条与本课有关的定义、性质或计算规则。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参考要点：正确表述“第九章全部内容”的核心含义，并说明它与“点的坐标”的联系。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C669CAE-0E8C-4583-9EC1-283BA1BE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34C7846-FAF2-40C0-AD56-526A8F8B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EF6FA42-E7F5-4DA1-A84A-0F373A31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521AA058-5424-4B2A-B5F0-14EFAF64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E96ABDF-633E-4A28-B209-1C5E5DB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fe881c44f2848a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阅读教材印刷页83—86，圈出“点的坐标、坐标描述位置、坐标与平移”，分别用一句话记录它们解决什么问题。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小组探究：围绕“选择适当坐标方法解决综合问题”设计一次观察、操作或推理，记录现象、猜想和验证依据。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围绕“建立“位置—坐标—变化”知识结构”说明理由；同伴只追问条件和依据。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E65835F-1B27-4234-B226-F2A4FD0A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7435E8-4B0A-49E7-87EA-AE94FE4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1A8C4A8-C01D-40EF-97A3-E68854BB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3AB1A43-3DB3-4EDC-96AB-85A84B3E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7be52e6b4bd46f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概念一：点的坐标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点的坐标：按教材明确其定义、条件、表示、性质或步骤。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7A7E14C-74C2-4811-8371-30D31307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B7EB14B-A9B1-457F-AA0A-2390D47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8698230-8578-41EB-97E1-1DB209B0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2FF748B4-8DE3-4E0B-B56B-C8E19C3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A5B4F58-FBEE-4B44-B202-5541ACED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a9f045faec3494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概念二：坐标描述位置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坐标描述位置：按教材明确其定义、条件、表示、性质或步骤。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易错提醒：选择适当坐标方法解决综合问题。先审条件，再使用结论。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3D7A610-ED22-4710-BCBD-03624499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07D5FAE-F0E7-406C-9F5F-4A79F6DB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9ED7B42-9EFB-484B-8F95-355CC9AF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C3FC021F-AD9A-4052-8C5D-6C598089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4FD5E54-7041-4F47-ADAA-12AC3F3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db6ba28262340c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小组探究：围绕“选择适当坐标方法解决综合问题”设计一次观察、操作或推理，记录现象、猜想和验证依据。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参考思路：先明确条件，再围绕“建立“位置—坐标—变化”知识结构”形成猜想，最后用定义、计算、图表或反例验证。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0AD981C-A504-4CFF-84AB-26033F83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CA18C03-6E06-4AAD-A6EF-8168842A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9FF1CCB-7708-4817-AF6E-22CB78EF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B09F04E6-D301-430C-AFA1-7F6D73E5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5B98847-3A0D-415B-BF25-15DA2D0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79ee6250cc6499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只记“点的坐标”的结论，不检查适用条件。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把“建立“位置—坐标—变化”知识结构”与相近概念或逆命题混淆。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87495db2495446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教材例题：例题（对应教材小结典型问题）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例题（对应教材小结典型问题）：点A(−1,2)向右3、向下5得到A'，求A'并判断所在象限。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选用建立“位置—坐标—变化”知识结构；3.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教材印刷页83—86：先思考，再对照规范解答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86EF8E1-785D-4490-A90B-8A0B3D91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5B129C6-49BA-4E8E-9CF3-25B64BA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9B30176-FF28-476B-A772-475F4B0E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8E494733-788B-4FC0-A171-97ACA02C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2f7a4ff951b42c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选择“建立“位置—坐标—变化”知识结构”对应的方法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A'=(2,−3)，在第四象限。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没有先确认“建立“位置—坐标—变化”知识结构”的条件，或只写结果不写依据。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E6733B2-3A80-46D2-BD40-82F58A14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AA8E388-425D-4366-8FC6-53428662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16D1705-776E-4DE3-8B19-EE7BF994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C9B63D0E-BBFD-49FB-A184-49D5C3C7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23E7D99-9563-40E6-8071-A2932CB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d5b166291184a4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基础辨析：判断“使用‘点的坐标’时不需要检查条件，只要结论看起来合理即可”，并说明理由。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变式练习：把Q4的一个条件、数据或表示方式作合理改变，仍用“建立“位置—坐标—变化”知识结构”解决，并写出检验。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2E01682-A7DD-4037-B9A8-98D89DE9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0525E6-ECBD-421A-A3BD-8BD0D812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3E838ED-D5DA-4D19-B32B-A4703208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FAAF722-5431-413E-866F-92CF75BA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1cd2c1c12c4a8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变式练习：把Q4的一个条件、数据或表示方式作合理改变，仍用“建立“位置—坐标—变化”知识结构”解决，并写出检验。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答案不唯一。评价要点：改变后的条件完整；方法仍属于“建立“位置—坐标—变化”知识结构”；过程正确；检验与新条件一致。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04237C8-D7C1-4006-B90B-7B7A3BF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6693ACD-BB78-40BD-A614-7553C60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DA9B190-8F5B-4C6F-8A16-477DC5F8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BD5351C3-6060-4323-AF09-6DE53E09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da96260a0440d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纠错：“研究平面直角坐标系章末复习时，只记结论，不必区分条件、过程和依据。”这句话对吗？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当堂检测：概括“坐标确定位置”和“坐标变化描述平移”的对应关系。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A896675-CFAA-4C2A-BB5C-F3736666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4BB3510-C5A2-4F73-9F38-08703A5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523DA1F-6138-4EFD-A1A3-F0A774DE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855B05A7-E3D0-4004-9726-E61C9E31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45d7eee91a2429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小结参考：本课围绕“平面直角坐标系章末复习”，掌握点的坐标、坐标描述位置、坐标与平移，并能运用建立“位置—坐标—变化”知识结构。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基础：完成教材复习题9中的基础题并订正Q5、Q7 提升：当堂检测：概括“坐标确定位置”和“坐标变化描述平移”的对应关系。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我能否：①准确表达点的坐标；②运用建立“位置—坐标—变化”知识结构；③写清依据并检验？选择“会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465C690-03B5-4A20-B57D-75B71182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564C25-1F3E-4B72-8487-5AEA64FF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976563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C7C0F06-10BF-4116-B8A7-E9B01EC6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56508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23E0FBB2-4221-46EB-91FB-763D373F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716" y="2719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2026-08-02T17:49:53.0130000Z</dcterms:created>
  <dcterms:modified xsi:type="dcterms:W3CDTF">2026-08-02T17:49:53.0130000Z</dcterms:modified>
</coreProperties>
</file>