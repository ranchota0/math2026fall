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fb465cbc614d45" /><Relationship Type="http://schemas.openxmlformats.org/officeDocument/2006/relationships/extended-properties" Target="/docProps/app.xml" Id="R4046122470e5435e" /><Relationship Type="http://schemas.openxmlformats.org/officeDocument/2006/relationships/officeDocument" Target="/ppt/presentation.xml" Id="Rb57786fe2e31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b6f45845845a4"/>
    <p:sldMasterId xmlns:r="http://schemas.openxmlformats.org/officeDocument/2006/relationships" id="2147483660" r:id="Rafdc2531a9314502"/>
  </p:sldMasterIdLst>
  <p:notesMasterIdLst>
    <p:notesMasterId xmlns:r="http://schemas.openxmlformats.org/officeDocument/2006/relationships" r:id="Rfc0210c6caca4c23"/>
  </p:notesMasterIdLst>
  <p:sldIdLst>
    <p:sldId xmlns:r="http://schemas.openxmlformats.org/officeDocument/2006/relationships" id="256" r:id="Rbace59eccf9c414c"/>
    <p:sldId xmlns:r="http://schemas.openxmlformats.org/officeDocument/2006/relationships" id="257" r:id="Rc417c37b0fe24634"/>
    <p:sldId xmlns:r="http://schemas.openxmlformats.org/officeDocument/2006/relationships" id="258" r:id="Rb79586562aa049c3"/>
    <p:sldId xmlns:r="http://schemas.openxmlformats.org/officeDocument/2006/relationships" id="259" r:id="R4b2e0dbfa6af4dea"/>
    <p:sldId xmlns:r="http://schemas.openxmlformats.org/officeDocument/2006/relationships" id="260" r:id="R9cd4780f1b1f46b4"/>
    <p:sldId xmlns:r="http://schemas.openxmlformats.org/officeDocument/2006/relationships" id="261" r:id="Re5a7aae830e7461b"/>
    <p:sldId xmlns:r="http://schemas.openxmlformats.org/officeDocument/2006/relationships" id="262" r:id="R1d818a7e2a6d4e74"/>
    <p:sldId xmlns:r="http://schemas.openxmlformats.org/officeDocument/2006/relationships" id="263" r:id="Rc6ce7ffa977a4c53"/>
    <p:sldId xmlns:r="http://schemas.openxmlformats.org/officeDocument/2006/relationships" id="264" r:id="R6a181ff840da4b73"/>
    <p:sldId xmlns:r="http://schemas.openxmlformats.org/officeDocument/2006/relationships" id="265" r:id="R162daf4879da4a87"/>
    <p:sldId xmlns:r="http://schemas.openxmlformats.org/officeDocument/2006/relationships" id="266" r:id="R901884c7570843c9"/>
    <p:sldId xmlns:r="http://schemas.openxmlformats.org/officeDocument/2006/relationships" id="267" r:id="Rf5fd180cb42c4d78"/>
    <p:sldId xmlns:r="http://schemas.openxmlformats.org/officeDocument/2006/relationships" id="268" r:id="R5e0aa852ef8d4f64"/>
    <p:sldId xmlns:r="http://schemas.openxmlformats.org/officeDocument/2006/relationships" id="269" r:id="R7f8231eb52f44321"/>
    <p:sldId xmlns:r="http://schemas.openxmlformats.org/officeDocument/2006/relationships" id="270" r:id="Rab04731767cf42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fe29d4a24440ca" /><Relationship Type="http://schemas.openxmlformats.org/officeDocument/2006/relationships/slideMaster" Target="/ppt/slideMasters/slideMaster1.xml" Id="R98db6f45845845a4" /><Relationship Type="http://schemas.openxmlformats.org/officeDocument/2006/relationships/slideMaster" Target="/ppt/slideMasters/slideMaster2.xml" Id="Rafdc2531a9314502" /><Relationship Type="http://schemas.openxmlformats.org/officeDocument/2006/relationships/notesMaster" Target="/ppt/notesMasters/notesMaster1.xml" Id="Rfc0210c6caca4c23" /><Relationship Type="http://schemas.openxmlformats.org/officeDocument/2006/relationships/presProps" Target="/ppt/presProps.xml" Id="Rcfe42efbcc62410f" /><Relationship Type="http://schemas.openxmlformats.org/officeDocument/2006/relationships/viewProps" Target="/ppt/viewProps.xml" Id="R59383a8425d04824" /><Relationship Type="http://schemas.openxmlformats.org/officeDocument/2006/relationships/tableStyles" Target="/ppt/tableStyles.xml" Id="R4d119289b4924fbe" /><Relationship Type="http://schemas.openxmlformats.org/officeDocument/2006/relationships/slide" Target="/ppt/slides/slide1.xml" Id="Rbace59eccf9c414c" /><Relationship Type="http://schemas.openxmlformats.org/officeDocument/2006/relationships/slide" Target="/ppt/slides/slide2.xml" Id="Rc417c37b0fe24634" /><Relationship Type="http://schemas.openxmlformats.org/officeDocument/2006/relationships/slide" Target="/ppt/slides/slide3.xml" Id="Rb79586562aa049c3" /><Relationship Type="http://schemas.openxmlformats.org/officeDocument/2006/relationships/slide" Target="/ppt/slides/slide4.xml" Id="R4b2e0dbfa6af4dea" /><Relationship Type="http://schemas.openxmlformats.org/officeDocument/2006/relationships/slide" Target="/ppt/slides/slide5.xml" Id="R9cd4780f1b1f46b4" /><Relationship Type="http://schemas.openxmlformats.org/officeDocument/2006/relationships/slide" Target="/ppt/slides/slide6.xml" Id="Re5a7aae830e7461b" /><Relationship Type="http://schemas.openxmlformats.org/officeDocument/2006/relationships/slide" Target="/ppt/slides/slide7.xml" Id="R1d818a7e2a6d4e74" /><Relationship Type="http://schemas.openxmlformats.org/officeDocument/2006/relationships/slide" Target="/ppt/slides/slide8.xml" Id="Rc6ce7ffa977a4c53" /><Relationship Type="http://schemas.openxmlformats.org/officeDocument/2006/relationships/slide" Target="/ppt/slides/slide9.xml" Id="R6a181ff840da4b73" /><Relationship Type="http://schemas.openxmlformats.org/officeDocument/2006/relationships/slide" Target="/ppt/slides/slide10.xml" Id="R162daf4879da4a87" /><Relationship Type="http://schemas.openxmlformats.org/officeDocument/2006/relationships/slide" Target="/ppt/slides/slide11.xml" Id="R901884c7570843c9" /><Relationship Type="http://schemas.openxmlformats.org/officeDocument/2006/relationships/slide" Target="/ppt/slides/slide12.xml" Id="Rf5fd180cb42c4d78" /><Relationship Type="http://schemas.openxmlformats.org/officeDocument/2006/relationships/slide" Target="/ppt/slides/slide13.xml" Id="R5e0aa852ef8d4f64" /><Relationship Type="http://schemas.openxmlformats.org/officeDocument/2006/relationships/slide" Target="/ppt/slides/slide14.xml" Id="R7f8231eb52f44321" /><Relationship Type="http://schemas.openxmlformats.org/officeDocument/2006/relationships/slide" Target="/ppt/slides/slide15.xml" Id="Rab04731767cf42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f4935bd6cdd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fd2b9e45e4795" /><Relationship Type="http://schemas.openxmlformats.org/officeDocument/2006/relationships/notesMaster" Target="/ppt/notesMasters/notesMaster1.xml" Id="R3932ce83f78648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659915696a488b" /><Relationship Type="http://schemas.openxmlformats.org/officeDocument/2006/relationships/notesMaster" Target="/ppt/notesMasters/notesMaster1.xml" Id="R7bd7b165dfa94e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27ca4471814fb1" /><Relationship Type="http://schemas.openxmlformats.org/officeDocument/2006/relationships/notesMaster" Target="/ppt/notesMasters/notesMaster1.xml" Id="R04b7972b5a1f46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67894b176b4ede" /><Relationship Type="http://schemas.openxmlformats.org/officeDocument/2006/relationships/notesMaster" Target="/ppt/notesMasters/notesMaster1.xml" Id="R2e1cabd2f6e440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4441cb79b14bc7" /><Relationship Type="http://schemas.openxmlformats.org/officeDocument/2006/relationships/notesMaster" Target="/ppt/notesMasters/notesMaster1.xml" Id="R9cf882a98aff40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4a2ba25cb14be9" /><Relationship Type="http://schemas.openxmlformats.org/officeDocument/2006/relationships/notesMaster" Target="/ppt/notesMasters/notesMaster1.xml" Id="R5a89c97aeba344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cbe03a6c7c4316" /><Relationship Type="http://schemas.openxmlformats.org/officeDocument/2006/relationships/notesMaster" Target="/ppt/notesMasters/notesMaster1.xml" Id="R034f205563ce45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1223e91d4d4699" /><Relationship Type="http://schemas.openxmlformats.org/officeDocument/2006/relationships/notesMaster" Target="/ppt/notesMasters/notesMaster1.xml" Id="R6990b2c9e32645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66cc5073d4a3c" /><Relationship Type="http://schemas.openxmlformats.org/officeDocument/2006/relationships/notesMaster" Target="/ppt/notesMasters/notesMaster1.xml" Id="Rf6ec56159bc240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a38c8413164dc9" /><Relationship Type="http://schemas.openxmlformats.org/officeDocument/2006/relationships/notesMaster" Target="/ppt/notesMasters/notesMaster1.xml" Id="Rc140f070d35745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8bfb2880754186" /><Relationship Type="http://schemas.openxmlformats.org/officeDocument/2006/relationships/notesMaster" Target="/ppt/notesMasters/notesMaster1.xml" Id="R8b64ecbf655a41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3465cced134883" /><Relationship Type="http://schemas.openxmlformats.org/officeDocument/2006/relationships/notesMaster" Target="/ppt/notesMasters/notesMaster1.xml" Id="Rc9d5566667a345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5fdddb9fc140ee" /><Relationship Type="http://schemas.openxmlformats.org/officeDocument/2006/relationships/notesMaster" Target="/ppt/notesMasters/notesMaster1.xml" Id="Rc77df6046e5d4c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b47974555c494c" /><Relationship Type="http://schemas.openxmlformats.org/officeDocument/2006/relationships/notesMaster" Target="/ppt/notesMasters/notesMaster1.xml" Id="Rb557976efdc44a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a06c9c5f5e4608" /><Relationship Type="http://schemas.openxmlformats.org/officeDocument/2006/relationships/notesMaster" Target="/ppt/notesMasters/notesMaster1.xml" Id="R842a2d5f09b2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从教材印刷页82进入《平面直角坐标系数学活动》。说明本课在第9章 平面直角坐标系中的位置。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人教版《义务教育教科书·数学七年级下册》，印刷页82。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形成第一个核心概念：坐标确定位置。要求学生标出对象、条件、表示和作用。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形成第二个核心概念或方法：坐标变化规律。与前一概念对比，避免相近知识混淆。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呈现Q4，保留独立思考时间。题型对应教材印刷页82的例题或典型任务。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人教版《义务教育教科书·数学七年级下册》，印刷页82。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e9e65879e4e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fb5cc50ed43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99924cfd342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c206dbf4341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d7cb98ef648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172f04f1c49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e30ba7f604a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f9347b23d44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b673a08d2467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917af961941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985c18c454da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5fa276b86c481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a533a7382945c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b1d95b28234b3b" /><Relationship Type="http://schemas.openxmlformats.org/officeDocument/2006/relationships/slideLayout" Target="/ppt/slideLayouts/slideLayout1.xml" Id="R190322192d974763" /><Relationship Type="http://schemas.openxmlformats.org/officeDocument/2006/relationships/slideLayout" Target="/ppt/slideLayouts/slideLayout2.xml" Id="Rccd32f3dfab445c8" /><Relationship Type="http://schemas.openxmlformats.org/officeDocument/2006/relationships/slideLayout" Target="/ppt/slideLayouts/slideLayout3.xml" Id="Rdc2a37b3dc35469a" /><Relationship Type="http://schemas.openxmlformats.org/officeDocument/2006/relationships/slideLayout" Target="/ppt/slideLayouts/slideLayout4.xml" Id="Rc7682f92c19048a3" /><Relationship Type="http://schemas.openxmlformats.org/officeDocument/2006/relationships/slideLayout" Target="/ppt/slideLayouts/slideLayout5.xml" Id="R816333fd505a4d5b" /><Relationship Type="http://schemas.openxmlformats.org/officeDocument/2006/relationships/slideLayout" Target="/ppt/slideLayouts/slideLayout6.xml" Id="R59cb2fe98b7b463d" /><Relationship Type="http://schemas.openxmlformats.org/officeDocument/2006/relationships/slideLayout" Target="/ppt/slideLayouts/slideLayout7.xml" Id="Rb4c322d468ac416a" /><Relationship Type="http://schemas.openxmlformats.org/officeDocument/2006/relationships/slideLayout" Target="/ppt/slideLayouts/slideLayout8.xml" Id="R7e809fe8758345d8" /><Relationship Type="http://schemas.openxmlformats.org/officeDocument/2006/relationships/slideLayout" Target="/ppt/slideLayouts/slideLayout9.xml" Id="R10ab845cb7f74fcb" /><Relationship Type="http://schemas.openxmlformats.org/officeDocument/2006/relationships/slideLayout" Target="/ppt/slideLayouts/slideLayout10.xml" Id="R29b7a191768f4025" /><Relationship Type="http://schemas.openxmlformats.org/officeDocument/2006/relationships/slideLayout" Target="/ppt/slideLayouts/slideLayout11.xml" Id="Re75acb36beb445b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8f1b992b5324da2" /><Relationship Type="http://schemas.openxmlformats.org/officeDocument/2006/relationships/slideLayout" Target="/ppt/slideLayouts/slideLayout12.xml" Id="Rf094607e18d2462d" /><Relationship Type="http://schemas.openxmlformats.org/officeDocument/2006/relationships/slideLayout" Target="/ppt/slideLayouts/slideLayout13.xml" Id="Rcd991a5a9a6c40d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0322192d974763"/>
    <p:sldLayoutId xmlns:r="http://schemas.openxmlformats.org/officeDocument/2006/relationships" id="2147483650" r:id="Rccd32f3dfab445c8"/>
    <p:sldLayoutId xmlns:r="http://schemas.openxmlformats.org/officeDocument/2006/relationships" id="2147483651" r:id="Rdc2a37b3dc35469a"/>
    <p:sldLayoutId xmlns:r="http://schemas.openxmlformats.org/officeDocument/2006/relationships" id="2147483652" r:id="Rc7682f92c19048a3"/>
    <p:sldLayoutId xmlns:r="http://schemas.openxmlformats.org/officeDocument/2006/relationships" id="2147483653" r:id="R816333fd505a4d5b"/>
    <p:sldLayoutId xmlns:r="http://schemas.openxmlformats.org/officeDocument/2006/relationships" id="2147483654" r:id="R59cb2fe98b7b463d"/>
    <p:sldLayoutId xmlns:r="http://schemas.openxmlformats.org/officeDocument/2006/relationships" id="2147483655" r:id="Rb4c322d468ac416a"/>
    <p:sldLayoutId xmlns:r="http://schemas.openxmlformats.org/officeDocument/2006/relationships" id="2147483656" r:id="R7e809fe8758345d8"/>
    <p:sldLayoutId xmlns:r="http://schemas.openxmlformats.org/officeDocument/2006/relationships" id="2147483657" r:id="R10ab845cb7f74fcb"/>
    <p:sldLayoutId xmlns:r="http://schemas.openxmlformats.org/officeDocument/2006/relationships" id="2147483658" r:id="R29b7a191768f4025"/>
    <p:sldLayoutId xmlns:r="http://schemas.openxmlformats.org/officeDocument/2006/relationships" id="2147483659" r:id="Re75acb36beb445b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094607e18d2462d"/>
    <p:sldLayoutId xmlns:r="http://schemas.openxmlformats.org/officeDocument/2006/relationships" id="2147483662" r:id="Rcd991a5a9a6c40d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8918e344a64673" /><Relationship Type="http://schemas.openxmlformats.org/officeDocument/2006/relationships/image" Target="/ppt/media/image.jpeg" Id="Rd41038fff7804c81" /><Relationship Type="http://schemas.openxmlformats.org/officeDocument/2006/relationships/notesSlide" Target="/ppt/notesSlides/notesSlide1.xml" Id="R50ebd0f4e52649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5efa5fa96048b7" /><Relationship Type="http://schemas.openxmlformats.org/officeDocument/2006/relationships/image" Target="/ppt/media/image2.jpeg" Id="R697d114b84c94e02" /><Relationship Type="http://schemas.openxmlformats.org/officeDocument/2006/relationships/image" Target="/ppt/media/image.svg" Id="Rdda0b65c5e57484d" /><Relationship Type="http://schemas.openxmlformats.org/officeDocument/2006/relationships/image" Target="/ppt/media/image.jpeg" Id="R23ad29e6951148b0" /><Relationship Type="http://schemas.openxmlformats.org/officeDocument/2006/relationships/image" Target="/ppt/media/image2.svg" Id="R46fafe9cab484eb5" /><Relationship Type="http://schemas.openxmlformats.org/officeDocument/2006/relationships/image" Target="/ppt/media/image3.jpeg" Id="Rf090c6283da74948" /><Relationship Type="http://schemas.openxmlformats.org/officeDocument/2006/relationships/image" Target="/ppt/media/image3.svg" Id="Re782e29d395d45e1" /><Relationship Type="http://schemas.openxmlformats.org/officeDocument/2006/relationships/image" Target="/ppt/media/image4.jpeg" Id="R55da6e68b02a48d6" /><Relationship Type="http://schemas.openxmlformats.org/officeDocument/2006/relationships/image" Target="/ppt/media/image4.svg" Id="R3daab3f48739414b" /><Relationship Type="http://schemas.openxmlformats.org/officeDocument/2006/relationships/notesSlide" Target="/ppt/notesSlides/notesSlide2.xml" Id="Rc6efecfdb91f4b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c11820642748b1" /><Relationship Type="http://schemas.openxmlformats.org/officeDocument/2006/relationships/image" Target="/ppt/media/image2.jpeg" Id="R9bddc3ae6b7246ab" /><Relationship Type="http://schemas.openxmlformats.org/officeDocument/2006/relationships/notesSlide" Target="/ppt/notesSlides/notesSlide3.xml" Id="Rcf771b6a0c6d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0b03419ec949e4" /><Relationship Type="http://schemas.openxmlformats.org/officeDocument/2006/relationships/image" Target="/ppt/media/image2.jpeg" Id="Rfb2058d529244df2" /><Relationship Type="http://schemas.openxmlformats.org/officeDocument/2006/relationships/notesSlide" Target="/ppt/notesSlides/notesSlide4.xml" Id="Rc489b3c7af7d49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b6f5b1f71f4997" /><Relationship Type="http://schemas.openxmlformats.org/officeDocument/2006/relationships/image" Target="/ppt/media/image2.jpeg" Id="Rcb3e1d5528d742bd" /><Relationship Type="http://schemas.openxmlformats.org/officeDocument/2006/relationships/notesSlide" Target="/ppt/notesSlides/notesSlide5.xml" Id="R569498c6810f41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b830565de54790" /><Relationship Type="http://schemas.openxmlformats.org/officeDocument/2006/relationships/image" Target="/ppt/media/image2.jpeg" Id="R5e5d9ebbac6445f6" /><Relationship Type="http://schemas.openxmlformats.org/officeDocument/2006/relationships/notesSlide" Target="/ppt/notesSlides/notesSlide6.xml" Id="R38843daa1b0749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d72e522fbf4dfd" /><Relationship Type="http://schemas.openxmlformats.org/officeDocument/2006/relationships/image" Target="/ppt/media/image2.jpeg" Id="R6dabeb56605c4569" /><Relationship Type="http://schemas.openxmlformats.org/officeDocument/2006/relationships/notesSlide" Target="/ppt/notesSlides/notesSlide7.xml" Id="Ra767a654b89744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64fa1167834d97" /><Relationship Type="http://schemas.openxmlformats.org/officeDocument/2006/relationships/image" Target="/ppt/media/image2.jpeg" Id="R88c2329b7fa440b3" /><Relationship Type="http://schemas.openxmlformats.org/officeDocument/2006/relationships/notesSlide" Target="/ppt/notesSlides/notesSlide8.xml" Id="R1bfae2cb418c4e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d4c49a586542f4" /><Relationship Type="http://schemas.openxmlformats.org/officeDocument/2006/relationships/image" Target="/ppt/media/image2.jpeg" Id="R1c38886649a747ad" /><Relationship Type="http://schemas.openxmlformats.org/officeDocument/2006/relationships/notesSlide" Target="/ppt/notesSlides/notesSlide9.xml" Id="Rabae4b65c0ec41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768268e93b44da" /><Relationship Type="http://schemas.openxmlformats.org/officeDocument/2006/relationships/image" Target="/ppt/media/image2.jpeg" Id="R4db770d73a144cc1" /><Relationship Type="http://schemas.openxmlformats.org/officeDocument/2006/relationships/notesSlide" Target="/ppt/notesSlides/notesSlide10.xml" Id="R141b399eed3c4d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b8a48606f24bf8" /><Relationship Type="http://schemas.openxmlformats.org/officeDocument/2006/relationships/image" Target="/ppt/media/image2.jpeg" Id="R32d818036e5e4c0c" /><Relationship Type="http://schemas.openxmlformats.org/officeDocument/2006/relationships/notesSlide" Target="/ppt/notesSlides/notesSlide11.xml" Id="Rc138684a500d46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bab40e95d94a75" /><Relationship Type="http://schemas.openxmlformats.org/officeDocument/2006/relationships/image" Target="/ppt/media/image2.jpeg" Id="R4982f666be1c48b7" /><Relationship Type="http://schemas.openxmlformats.org/officeDocument/2006/relationships/notesSlide" Target="/ppt/notesSlides/notesSlide12.xml" Id="R07fabcfcdc7d42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531033f64ec4b26" /><Relationship Type="http://schemas.openxmlformats.org/officeDocument/2006/relationships/image" Target="/ppt/media/image2.jpeg" Id="R925e8a6b64bb4ce2" /><Relationship Type="http://schemas.openxmlformats.org/officeDocument/2006/relationships/notesSlide" Target="/ppt/notesSlides/notesSlide13.xml" Id="Ra63883573aa64d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27d135cd3748d2" /><Relationship Type="http://schemas.openxmlformats.org/officeDocument/2006/relationships/image" Target="/ppt/media/image2.jpeg" Id="R5b582b16fb124eb5" /><Relationship Type="http://schemas.openxmlformats.org/officeDocument/2006/relationships/notesSlide" Target="/ppt/notesSlides/notesSlide14.xml" Id="R1af03243afc449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1226017b104dd3" /><Relationship Type="http://schemas.openxmlformats.org/officeDocument/2006/relationships/image" Target="/ppt/media/image5.jpeg" Id="Rb57d2af0c9d747e0" /><Relationship Type="http://schemas.openxmlformats.org/officeDocument/2006/relationships/notesSlide" Target="/ppt/notesSlides/notesSlide15.xml" Id="R73a469fd5fac424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41038fff7804c8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数学活动 平面直角坐标系数学活动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第9章 平面直角坐标系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教材印刷页82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97d114b84c94e0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d29e6951148b0">
            <a:extLst>
              <a:ext uri="{96DAC541-7B7A-43D3-8B79-37D633B846F1}">
                <asvg:svgBlip xmlns:asvg="http://schemas.microsoft.com/office/drawing/2016/SVG/main" r:embed="Rdda0b65c5e5748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通过阅读、观察或操作，准确说出坐标确定位置、坐标变化规律的含义、表示或基本步骤。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d114b84c94e02">
            <a:extLst>
              <a:ext uri="{96DAC541-7B7A-43D3-8B79-37D633B846F1}">
                <asvg:svgBlip xmlns:asvg="http://schemas.microsoft.com/office/drawing/2016/SVG/main" r:embed="R46fafe9cab484e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在Q2—Q4中运用“用坐标方法完成活动并解释结果”，能用完整语言、式子、图形或图表说明依据。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0c6283da74948">
            <a:extLst>
              <a:ext uri="{96DAC541-7B7A-43D3-8B79-37D633B846F1}">
                <asvg:svgBlip xmlns:asvg="http://schemas.microsoft.com/office/drawing/2016/SVG/main" r:embed="Re782e29d395d45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在基础与变式练习中运用“用坐标方法完成活动并解释结果”解决同类问题，并对结果进行检验。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a6e68b02a48d6">
            <a:extLst>
              <a:ext uri="{96DAC541-7B7A-43D3-8B79-37D633B846F1}">
                <asvg:svgBlip xmlns:asvg="http://schemas.microsoft.com/office/drawing/2016/SVG/main" r:embed="R3daab3f4873941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bddc3ae6b7246a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对应印刷页82。先读图、读表或读题，圈出已知和所求。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调用学生已经学习第九章新授内容，具备基本观察、计算、作图或整理数据的经验。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聚焦坐标确定位置、坐标变化规律、关键方法，不急于抄结论。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8745555-2A91-49FD-B48D-DC54BBFE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DAB4FFB-EB79-4CAD-B9AE-8FD29F34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E86FF0F-428D-4D18-998A-6A8D2FFF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F988214D-FE0C-488E-9512-DA26011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9C87EE4-24E0-4982-904D-9356CCFB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F24840-CAFC-4683-8F70-099989F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09E39E-6D4F-4F25-A4A6-1156D276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09B05C9F-06A1-48AB-AB3F-CC0FC72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108D342-C6F3-4B74-910A-67DC306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A21A58D-5C31-4A18-A1E9-21B49435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07B4158-43BD-4455-A02F-1B28B6A8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D92A54AE-23B3-48E5-BFBD-1DA511DA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01639B5-2024-4CEB-BA0C-E197D45D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41434B-9BBC-4DE4-9B19-69F7D3F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6381A4B-2324-4E10-B17B-1DE98D00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DF19FBD5-8ADD-47D4-9FD1-E5709BC3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b2058d529244df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旧知回顾：回顾“第九章新授内容”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回顾“第九章新授内容”：写出一条与本课有关的定义、性质或计算规则。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参考要点：正确表述“第九章新授内容”的核心含义，并说明它与“坐标确定位置”的联系。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63CE49E-4D09-44F4-AE9B-A09A0CE7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A475DC-9361-4DD8-BE79-3D830D19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944C54-F39E-4447-903E-8B60850B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BF139C0-B25B-442F-8B48-37DBA56C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2903F74-92BC-4D59-BF2E-9D2F1214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b3e1d5528d742b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阅读教材印刷页82—82，圈出“坐标确定位置、坐标变化规律”，分别用一句话记录它们解决什么问题。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小组探究：围绕“从操作结果抽象坐标规律”设计一次观察、操作或推理，记录现象、猜想和验证依据。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围绕“用坐标方法完成活动并解释结果”说明理由；同伴只追问条件和依据。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64DA1EE-0830-43DD-9D11-24560E00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D6FB8BB-83DF-4236-ABAC-72DC066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53A6C4-7540-4C51-B788-1EBBFDB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EF21509-4D3E-444B-84B1-6FC5680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5d9ebbac6445f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概念一：坐标确定位置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坐标确定位置：按教材明确其定义、条件、表示、性质或步骤。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DEBACCB-2F07-4B28-89C8-9D66B8A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E27903-3A43-4A0E-ACB8-2F88A8AF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614CB0-939A-4A81-A18B-F84910B5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9F4B53C2-8243-4FCB-A1E2-7CDF99B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C5C4E4F-FA61-4459-8C33-6F46222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dabeb56605c456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概念二：坐标变化规律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坐标变化规律：按教材明确其定义、条件、表示、性质或步骤。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易错提醒：从操作结果抽象坐标规律。先审条件，再使用结论。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6BEF210-965A-4303-8E5C-6BA68F01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BA8166-173C-49BB-A7B8-49D9ED47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2AC8552-A8CC-45D9-92BC-BB03DED8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0941E402-6E7D-4392-8E8B-5BE76DD6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9957FB0-ACE8-40EF-88A9-A1A6589C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c2329b7fa440b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小组探究：围绕“从操作结果抽象坐标规律”设计一次观察、操作或推理，记录现象、猜想和验证依据。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参考思路：先明确条件，再围绕“用坐标方法完成活动并解释结果”形成猜想，最后用定义、计算、图表或反例验证。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F2E8226-5239-4EEE-822D-265EA639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5564A5-4FAE-4BB7-8ADE-0B5FAFA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79603CF-1B85-406E-8F30-A2563DAB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05FBF3ED-FF95-4739-9FC9-B8C3DAF7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B1D0385-BD6F-49E3-BBBC-6933B47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c38886649a747a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只记“坐标确定位置”的结论，不检查适用条件。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把“用坐标方法完成活动并解释结果”与相近概念或逆命题混淆。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db770d73a144cc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教材例题：例题（对应教材第82页数学活动）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例题（对应教材第82页数学活动）：在方格纸上设计“寻宝路线”：从(−2,1)出发，右移4、上移3、左移1，写出终点。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选用用坐标方法完成活动并解释结果；3.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教材印刷页82：先思考，再对照规范解答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7038A3D-EC37-48B1-8639-A8AFBF9B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5BA668-1E40-4C0B-AA2B-8006C6A6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18678C-365E-4FCB-8EC6-EF0895F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3360B242-E8B4-4BE7-AFFB-686483DC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d818036e5e4c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选择“用坐标方法完成活动并解释结果”对应的方法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终点依次为(2,1)、(2,4)、(1,4)，最终为(1,4)。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没有先确认“用坐标方法完成活动并解释结果”的条件，或只写结果不写依据。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12F1788-5771-475A-A9FB-F63A0022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B919FD2-43FA-4700-9F25-4F4C1944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07DC3EC-C65F-41B5-A86C-1D664751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EE0D680E-608C-45DB-AE41-C6D83029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6BB5C8E-031E-4310-A050-1786397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82f666be1c48b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基础辨析：判断“使用‘坐标确定位置’时不需要检查条件，只要结论看起来合理即可”，并说明理由。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变式练习：把Q4的一个条件、数据或表示方式作合理改变，仍用“用坐标方法完成活动并解释结果”解决，并写出检验。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30D913C-332F-4D8D-A777-3157F46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3700C4-C244-4035-8288-3775F191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AF86BBD-51E7-4C67-B8DE-1FE0C2A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67D75DD-4254-4333-B61F-8C5621F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5e8a6b64bb4ce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变式练习：把Q4的一个条件、数据或表示方式作合理改变，仍用“用坐标方法完成活动并解释结果”解决，并写出检验。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答案不唯一。评价要点：改变后的条件完整；方法仍属于“用坐标方法完成活动并解释结果”；过程正确；检验与新条件一致。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1593C19-676B-4358-91D8-956F6B1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D428B4C-964B-4998-BB78-3E23C1CC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0CF860-1973-4B10-86D8-238B132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93302B36-001B-4297-B98B-81305B8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582b16fb124eb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纠错：“研究平面直角坐标系数学活动时，只记结论，不必区分条件、过程和依据。”这句话对吗？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当堂检测：活动展示时如何验证同伴的坐标路线？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A94D14D-38CE-481D-A5C8-E24790BF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E90B11A-01B0-4D7A-A320-6BEAFA4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DFE8944-03EB-4CB6-B263-BA47719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1EFAFF61-6118-4CB1-B60A-DA64B863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57d2af0c9d747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小结参考：本课围绕“平面直角坐标系数学活动”，掌握坐标确定位置、坐标变化规律，并能运用用坐标方法完成活动并解释结果。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基础：完成活动记录与展示中的基础题并订正Q5、Q7 提升：当堂检测：活动展示时如何验证同伴的坐标路线？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我能否：①准确表达坐标确定位置；②运用用坐标方法完成活动并解释结果；③写清依据并检验？选择“会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6C831EA-CF6D-4B48-B1B1-90A5A7F9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25677A4-D3E0-4FC8-9517-83BEAE1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78A67BC-AA03-415E-A697-C49AA36A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21D42588-6A36-4ED0-9F55-8A4BD99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719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2026-08-02T17:49:52.1740000Z</dcterms:created>
  <dcterms:modified xsi:type="dcterms:W3CDTF">2026-08-02T17:49:52.1740000Z</dcterms:modified>
</coreProperties>
</file>